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0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1.xml" ContentType="application/inkml+xml"/>
  <Override PartName="/ppt/notesSlides/notesSlide10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1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6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EBA813-85A1-4588-A0E1-EA71ED27BC34}" v="52" dt="2026-02-14T02:56:59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8935" autoAdjust="0"/>
  </p:normalViewPr>
  <p:slideViewPr>
    <p:cSldViewPr>
      <p:cViewPr varScale="1">
        <p:scale>
          <a:sx n="57" d="100"/>
          <a:sy n="57" d="100"/>
        </p:scale>
        <p:origin x="1836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jaz Mazhar" userId="b1a85b5891cc63c6" providerId="LiveId" clId="{4D6ED4DA-196B-4361-9702-9ADEFD9F83A5}"/>
    <pc:docChg chg="undo custSel modSld">
      <pc:chgData name="Ejaz Mazhar" userId="b1a85b5891cc63c6" providerId="LiveId" clId="{4D6ED4DA-196B-4361-9702-9ADEFD9F83A5}" dt="2026-02-14T03:55:19.624" v="652" actId="20577"/>
      <pc:docMkLst>
        <pc:docMk/>
      </pc:docMkLst>
      <pc:sldChg chg="addSp delSp modSp mod modNotesTx">
        <pc:chgData name="Ejaz Mazhar" userId="b1a85b5891cc63c6" providerId="LiveId" clId="{4D6ED4DA-196B-4361-9702-9ADEFD9F83A5}" dt="2026-02-14T03:53:31.413" v="628" actId="113"/>
        <pc:sldMkLst>
          <pc:docMk/>
          <pc:sldMk cId="0" sldId="256"/>
        </pc:sldMkLst>
        <pc:spChg chg="add del">
          <ac:chgData name="Ejaz Mazhar" userId="b1a85b5891cc63c6" providerId="LiveId" clId="{4D6ED4DA-196B-4361-9702-9ADEFD9F83A5}" dt="2026-02-13T22:20:28.336" v="27" actId="34122"/>
          <ac:spMkLst>
            <pc:docMk/>
            <pc:sldMk cId="0" sldId="256"/>
            <ac:spMk id="9" creationId="{4D02B7DC-7970-483D-B066-0F011946A50E}"/>
          </ac:spMkLst>
        </pc:spChg>
        <pc:picChg chg="add del mod">
          <ac:chgData name="Ejaz Mazhar" userId="b1a85b5891cc63c6" providerId="LiveId" clId="{4D6ED4DA-196B-4361-9702-9ADEFD9F83A5}" dt="2026-02-13T22:16:51.633" v="4" actId="478"/>
          <ac:picMkLst>
            <pc:docMk/>
            <pc:sldMk cId="0" sldId="256"/>
            <ac:picMk id="4" creationId="{5CFF730D-4904-3D3E-5377-46AF9D485498}"/>
          </ac:picMkLst>
        </pc:picChg>
        <pc:picChg chg="add mod">
          <ac:chgData name="Ejaz Mazhar" userId="b1a85b5891cc63c6" providerId="LiveId" clId="{4D6ED4DA-196B-4361-9702-9ADEFD9F83A5}" dt="2026-02-13T22:17:54.066" v="14" actId="1035"/>
          <ac:picMkLst>
            <pc:docMk/>
            <pc:sldMk cId="0" sldId="256"/>
            <ac:picMk id="6" creationId="{17948A4D-745D-38DE-4A8E-19A808FBDCB0}"/>
          </ac:picMkLst>
        </pc:picChg>
        <pc:inkChg chg="add del">
          <ac:chgData name="Ejaz Mazhar" userId="b1a85b5891cc63c6" providerId="LiveId" clId="{4D6ED4DA-196B-4361-9702-9ADEFD9F83A5}" dt="2026-02-13T22:18:33.242" v="16" actId="9405"/>
          <ac:inkMkLst>
            <pc:docMk/>
            <pc:sldMk cId="0" sldId="256"/>
            <ac:inkMk id="7" creationId="{4AAF6E5E-729A-DE1F-FAA3-79F5B642A2F4}"/>
          </ac:inkMkLst>
        </pc:inkChg>
        <pc:inkChg chg="add">
          <ac:chgData name="Ejaz Mazhar" userId="b1a85b5891cc63c6" providerId="LiveId" clId="{4D6ED4DA-196B-4361-9702-9ADEFD9F83A5}" dt="2026-02-13T22:19:08.516" v="17" actId="9405"/>
          <ac:inkMkLst>
            <pc:docMk/>
            <pc:sldMk cId="0" sldId="256"/>
            <ac:inkMk id="8" creationId="{793D58EC-1243-97F2-9AD9-3A36CD3BDE48}"/>
          </ac:inkMkLst>
        </pc:inkChg>
        <pc:inkChg chg="add del">
          <ac:chgData name="Ejaz Mazhar" userId="b1a85b5891cc63c6" providerId="LiveId" clId="{4D6ED4DA-196B-4361-9702-9ADEFD9F83A5}" dt="2026-02-13T22:19:16.946" v="19"/>
          <ac:inkMkLst>
            <pc:docMk/>
            <pc:sldMk cId="0" sldId="256"/>
            <ac:inkMk id="9" creationId="{CA44D672-B714-1EB0-85AF-293C6BA611AE}"/>
          </ac:inkMkLst>
        </pc:inkChg>
        <pc:inkChg chg="add">
          <ac:chgData name="Ejaz Mazhar" userId="b1a85b5891cc63c6" providerId="LiveId" clId="{4D6ED4DA-196B-4361-9702-9ADEFD9F83A5}" dt="2026-02-13T22:19:16.946" v="19"/>
          <ac:inkMkLst>
            <pc:docMk/>
            <pc:sldMk cId="0" sldId="256"/>
            <ac:inkMk id="10" creationId="{F2A1CECE-6371-BF2B-CFE2-EEEB06A553BC}"/>
          </ac:inkMkLst>
        </pc:inkChg>
        <pc:inkChg chg="add del">
          <ac:chgData name="Ejaz Mazhar" userId="b1a85b5891cc63c6" providerId="LiveId" clId="{4D6ED4DA-196B-4361-9702-9ADEFD9F83A5}" dt="2026-02-13T22:19:28.992" v="21"/>
          <ac:inkMkLst>
            <pc:docMk/>
            <pc:sldMk cId="0" sldId="256"/>
            <ac:inkMk id="11" creationId="{53AF45F2-79AD-053C-2465-AF76E0E9327B}"/>
          </ac:inkMkLst>
        </pc:inkChg>
        <pc:inkChg chg="add">
          <ac:chgData name="Ejaz Mazhar" userId="b1a85b5891cc63c6" providerId="LiveId" clId="{4D6ED4DA-196B-4361-9702-9ADEFD9F83A5}" dt="2026-02-13T22:19:28.992" v="21"/>
          <ac:inkMkLst>
            <pc:docMk/>
            <pc:sldMk cId="0" sldId="256"/>
            <ac:inkMk id="12" creationId="{98C5E6EE-6155-4211-AD1E-A59F54C2A4E6}"/>
          </ac:inkMkLst>
        </pc:inkChg>
        <pc:inkChg chg="add del">
          <ac:chgData name="Ejaz Mazhar" userId="b1a85b5891cc63c6" providerId="LiveId" clId="{4D6ED4DA-196B-4361-9702-9ADEFD9F83A5}" dt="2026-02-13T22:19:33.205" v="23"/>
          <ac:inkMkLst>
            <pc:docMk/>
            <pc:sldMk cId="0" sldId="256"/>
            <ac:inkMk id="13" creationId="{527CB8AE-CB43-EDCC-0E5D-CF3EFAB32723}"/>
          </ac:inkMkLst>
        </pc:inkChg>
        <pc:inkChg chg="add">
          <ac:chgData name="Ejaz Mazhar" userId="b1a85b5891cc63c6" providerId="LiveId" clId="{4D6ED4DA-196B-4361-9702-9ADEFD9F83A5}" dt="2026-02-13T22:19:33.205" v="23"/>
          <ac:inkMkLst>
            <pc:docMk/>
            <pc:sldMk cId="0" sldId="256"/>
            <ac:inkMk id="14" creationId="{54EEDB96-4B59-C2F2-1B8F-7D36DB028D4D}"/>
          </ac:inkMkLst>
        </pc:inkChg>
        <pc:inkChg chg="add del">
          <ac:chgData name="Ejaz Mazhar" userId="b1a85b5891cc63c6" providerId="LiveId" clId="{4D6ED4DA-196B-4361-9702-9ADEFD9F83A5}" dt="2026-02-13T22:20:28.336" v="27" actId="34122"/>
          <ac:inkMkLst>
            <pc:docMk/>
            <pc:sldMk cId="0" sldId="256"/>
            <ac:inkMk id="15" creationId="{4AC69832-1B21-038C-F4B6-7BA26ED42806}"/>
          </ac:inkMkLst>
        </pc:inkChg>
        <pc:inkChg chg="add">
          <ac:chgData name="Ejaz Mazhar" userId="b1a85b5891cc63c6" providerId="LiveId" clId="{4D6ED4DA-196B-4361-9702-9ADEFD9F83A5}" dt="2026-02-13T22:19:45.905" v="25" actId="9405"/>
          <ac:inkMkLst>
            <pc:docMk/>
            <pc:sldMk cId="0" sldId="256"/>
            <ac:inkMk id="16" creationId="{E17D7287-6589-DD7A-5EA6-EDAFBC5CAA9D}"/>
          </ac:inkMkLst>
        </pc:inkChg>
        <pc:inkChg chg="add del">
          <ac:chgData name="Ejaz Mazhar" userId="b1a85b5891cc63c6" providerId="LiveId" clId="{4D6ED4DA-196B-4361-9702-9ADEFD9F83A5}" dt="2026-02-13T22:40:09.836" v="347"/>
          <ac:inkMkLst>
            <pc:docMk/>
            <pc:sldMk cId="0" sldId="256"/>
            <ac:inkMk id="17" creationId="{34EFC090-E8DD-74FB-DC1B-9660E845E4D0}"/>
          </ac:inkMkLst>
        </pc:inkChg>
        <pc:inkChg chg="add">
          <ac:chgData name="Ejaz Mazhar" userId="b1a85b5891cc63c6" providerId="LiveId" clId="{4D6ED4DA-196B-4361-9702-9ADEFD9F83A5}" dt="2026-02-13T22:40:09.836" v="347"/>
          <ac:inkMkLst>
            <pc:docMk/>
            <pc:sldMk cId="0" sldId="256"/>
            <ac:inkMk id="18" creationId="{3C835ED7-E300-A441-EBA7-91F7C91FC682}"/>
          </ac:inkMkLst>
        </pc:inkChg>
        <pc:inkChg chg="add del">
          <ac:chgData name="Ejaz Mazhar" userId="b1a85b5891cc63c6" providerId="LiveId" clId="{4D6ED4DA-196B-4361-9702-9ADEFD9F83A5}" dt="2026-02-13T22:40:12.605" v="349"/>
          <ac:inkMkLst>
            <pc:docMk/>
            <pc:sldMk cId="0" sldId="256"/>
            <ac:inkMk id="19" creationId="{8E2911CC-D346-6D5B-2C28-7D11CEDCA6A8}"/>
          </ac:inkMkLst>
        </pc:inkChg>
        <pc:inkChg chg="add">
          <ac:chgData name="Ejaz Mazhar" userId="b1a85b5891cc63c6" providerId="LiveId" clId="{4D6ED4DA-196B-4361-9702-9ADEFD9F83A5}" dt="2026-02-13T22:40:12.605" v="349"/>
          <ac:inkMkLst>
            <pc:docMk/>
            <pc:sldMk cId="0" sldId="256"/>
            <ac:inkMk id="20" creationId="{D4B59768-B06E-FD33-FE38-FA2EBE40958F}"/>
          </ac:inkMkLst>
        </pc:inkChg>
        <pc:inkChg chg="add">
          <ac:chgData name="Ejaz Mazhar" userId="b1a85b5891cc63c6" providerId="LiveId" clId="{4D6ED4DA-196B-4361-9702-9ADEFD9F83A5}" dt="2026-02-13T22:40:14.966" v="350" actId="9405"/>
          <ac:inkMkLst>
            <pc:docMk/>
            <pc:sldMk cId="0" sldId="256"/>
            <ac:inkMk id="21" creationId="{18321B4B-57A3-4677-72A1-A1DADBA934D9}"/>
          </ac:inkMkLst>
        </pc:inkChg>
      </pc:sldChg>
      <pc:sldChg chg="addSp modSp mod modNotesTx">
        <pc:chgData name="Ejaz Mazhar" userId="b1a85b5891cc63c6" providerId="LiveId" clId="{4D6ED4DA-196B-4361-9702-9ADEFD9F83A5}" dt="2026-02-14T03:53:49.752" v="638" actId="20577"/>
        <pc:sldMkLst>
          <pc:docMk/>
          <pc:sldMk cId="0" sldId="257"/>
        </pc:sldMkLst>
        <pc:spChg chg="add mod">
          <ac:chgData name="Ejaz Mazhar" userId="b1a85b5891cc63c6" providerId="LiveId" clId="{4D6ED4DA-196B-4361-9702-9ADEFD9F83A5}" dt="2026-02-13T22:21:24.540" v="33" actId="1035"/>
          <ac:spMkLst>
            <pc:docMk/>
            <pc:sldMk cId="0" sldId="257"/>
            <ac:spMk id="3" creationId="{D5C9649A-B259-8848-4D87-8D6C27BBD249}"/>
          </ac:spMkLst>
        </pc:spChg>
      </pc:sldChg>
      <pc:sldChg chg="addSp delSp modSp mod modNotesTx">
        <pc:chgData name="Ejaz Mazhar" userId="b1a85b5891cc63c6" providerId="LiveId" clId="{4D6ED4DA-196B-4361-9702-9ADEFD9F83A5}" dt="2026-02-14T02:46:38.148" v="502" actId="12"/>
        <pc:sldMkLst>
          <pc:docMk/>
          <pc:sldMk cId="0" sldId="258"/>
        </pc:sldMkLst>
        <pc:picChg chg="mod">
          <ac:chgData name="Ejaz Mazhar" userId="b1a85b5891cc63c6" providerId="LiveId" clId="{4D6ED4DA-196B-4361-9702-9ADEFD9F83A5}" dt="2026-02-13T22:26:46.237" v="81" actId="1076"/>
          <ac:picMkLst>
            <pc:docMk/>
            <pc:sldMk cId="0" sldId="258"/>
            <ac:picMk id="2" creationId="{00000000-0000-0000-0000-000000000000}"/>
          </ac:picMkLst>
        </pc:picChg>
        <pc:picChg chg="add del mod">
          <ac:chgData name="Ejaz Mazhar" userId="b1a85b5891cc63c6" providerId="LiveId" clId="{4D6ED4DA-196B-4361-9702-9ADEFD9F83A5}" dt="2026-02-13T22:23:08.061" v="46" actId="478"/>
          <ac:picMkLst>
            <pc:docMk/>
            <pc:sldMk cId="0" sldId="258"/>
            <ac:picMk id="4" creationId="{1D688711-3DFB-7DAA-0C5C-BFA1A5A4705F}"/>
          </ac:picMkLst>
        </pc:picChg>
        <pc:picChg chg="add del mod">
          <ac:chgData name="Ejaz Mazhar" userId="b1a85b5891cc63c6" providerId="LiveId" clId="{4D6ED4DA-196B-4361-9702-9ADEFD9F83A5}" dt="2026-02-13T22:24:12.872" v="56" actId="478"/>
          <ac:picMkLst>
            <pc:docMk/>
            <pc:sldMk cId="0" sldId="258"/>
            <ac:picMk id="6" creationId="{C745DA53-421C-5288-4BFC-B302CF290485}"/>
          </ac:picMkLst>
        </pc:picChg>
        <pc:picChg chg="add mod">
          <ac:chgData name="Ejaz Mazhar" userId="b1a85b5891cc63c6" providerId="LiveId" clId="{4D6ED4DA-196B-4361-9702-9ADEFD9F83A5}" dt="2026-02-13T22:25:12.742" v="68" actId="1037"/>
          <ac:picMkLst>
            <pc:docMk/>
            <pc:sldMk cId="0" sldId="258"/>
            <ac:picMk id="8" creationId="{A4879CCA-B0C7-D066-F784-14A677E347B1}"/>
          </ac:picMkLst>
        </pc:picChg>
        <pc:picChg chg="add mod">
          <ac:chgData name="Ejaz Mazhar" userId="b1a85b5891cc63c6" providerId="LiveId" clId="{4D6ED4DA-196B-4361-9702-9ADEFD9F83A5}" dt="2026-02-13T22:27:37.813" v="101" actId="1038"/>
          <ac:picMkLst>
            <pc:docMk/>
            <pc:sldMk cId="0" sldId="258"/>
            <ac:picMk id="13" creationId="{863BA05B-CEC7-DC26-AF58-7BA4A7124B60}"/>
          </ac:picMkLst>
        </pc:picChg>
        <pc:inkChg chg="add">
          <ac:chgData name="Ejaz Mazhar" userId="b1a85b5891cc63c6" providerId="LiveId" clId="{4D6ED4DA-196B-4361-9702-9ADEFD9F83A5}" dt="2026-02-13T22:25:40.527" v="69" actId="9405"/>
          <ac:inkMkLst>
            <pc:docMk/>
            <pc:sldMk cId="0" sldId="258"/>
            <ac:inkMk id="9" creationId="{29AB008E-D224-2537-5130-B509D3E49322}"/>
          </ac:inkMkLst>
        </pc:inkChg>
        <pc:inkChg chg="add del">
          <ac:chgData name="Ejaz Mazhar" userId="b1a85b5891cc63c6" providerId="LiveId" clId="{4D6ED4DA-196B-4361-9702-9ADEFD9F83A5}" dt="2026-02-13T22:25:57.775" v="73" actId="9405"/>
          <ac:inkMkLst>
            <pc:docMk/>
            <pc:sldMk cId="0" sldId="258"/>
            <ac:inkMk id="10" creationId="{0E67826E-658E-97A7-24B8-BE5C33EBBC89}"/>
          </ac:inkMkLst>
        </pc:inkChg>
        <pc:inkChg chg="add">
          <ac:chgData name="Ejaz Mazhar" userId="b1a85b5891cc63c6" providerId="LiveId" clId="{4D6ED4DA-196B-4361-9702-9ADEFD9F83A5}" dt="2026-02-13T22:25:44.733" v="71"/>
          <ac:inkMkLst>
            <pc:docMk/>
            <pc:sldMk cId="0" sldId="258"/>
            <ac:inkMk id="11" creationId="{A1366863-373A-BF3E-1E81-D02FEFECD3FB}"/>
          </ac:inkMkLst>
        </pc:inkChg>
      </pc:sldChg>
      <pc:sldChg chg="addSp modSp mod modNotesTx">
        <pc:chgData name="Ejaz Mazhar" userId="b1a85b5891cc63c6" providerId="LiveId" clId="{4D6ED4DA-196B-4361-9702-9ADEFD9F83A5}" dt="2026-02-14T03:54:42.938" v="643" actId="20577"/>
        <pc:sldMkLst>
          <pc:docMk/>
          <pc:sldMk cId="0" sldId="259"/>
        </pc:sldMkLst>
        <pc:spChg chg="add mod">
          <ac:chgData name="Ejaz Mazhar" userId="b1a85b5891cc63c6" providerId="LiveId" clId="{4D6ED4DA-196B-4361-9702-9ADEFD9F83A5}" dt="2026-02-13T22:28:04.172" v="104" actId="2085"/>
          <ac:spMkLst>
            <pc:docMk/>
            <pc:sldMk cId="0" sldId="259"/>
            <ac:spMk id="3" creationId="{BA8D758C-4837-9BCF-E68B-D433246B46D0}"/>
          </ac:spMkLst>
        </pc:spChg>
      </pc:sldChg>
      <pc:sldChg chg="addSp delSp modSp mod modNotesTx">
        <pc:chgData name="Ejaz Mazhar" userId="b1a85b5891cc63c6" providerId="LiveId" clId="{4D6ED4DA-196B-4361-9702-9ADEFD9F83A5}" dt="2026-02-14T02:48:54.585" v="508" actId="20577"/>
        <pc:sldMkLst>
          <pc:docMk/>
          <pc:sldMk cId="0" sldId="260"/>
        </pc:sldMkLst>
        <pc:spChg chg="add mod">
          <ac:chgData name="Ejaz Mazhar" userId="b1a85b5891cc63c6" providerId="LiveId" clId="{4D6ED4DA-196B-4361-9702-9ADEFD9F83A5}" dt="2026-02-13T22:29:24.227" v="121" actId="14100"/>
          <ac:spMkLst>
            <pc:docMk/>
            <pc:sldMk cId="0" sldId="260"/>
            <ac:spMk id="3" creationId="{B0E85128-F334-79E5-ECD5-E373864D849D}"/>
          </ac:spMkLst>
        </pc:spChg>
        <pc:grpChg chg="del mod">
          <ac:chgData name="Ejaz Mazhar" userId="b1a85b5891cc63c6" providerId="LiveId" clId="{4D6ED4DA-196B-4361-9702-9ADEFD9F83A5}" dt="2026-02-13T22:30:26.629" v="126"/>
          <ac:grpSpMkLst>
            <pc:docMk/>
            <pc:sldMk cId="0" sldId="260"/>
            <ac:grpSpMk id="11" creationId="{CC90F540-5A57-FCAF-C1E5-C92B8D90F0F7}"/>
          </ac:grpSpMkLst>
        </pc:grpChg>
        <pc:grpChg chg="del mod">
          <ac:chgData name="Ejaz Mazhar" userId="b1a85b5891cc63c6" providerId="LiveId" clId="{4D6ED4DA-196B-4361-9702-9ADEFD9F83A5}" dt="2026-02-13T22:30:35.817" v="130"/>
          <ac:grpSpMkLst>
            <pc:docMk/>
            <pc:sldMk cId="0" sldId="260"/>
            <ac:grpSpMk id="13" creationId="{F821FA47-1EC2-870F-DB34-C50FFE448A10}"/>
          </ac:grpSpMkLst>
        </pc:grpChg>
        <pc:grpChg chg="mod">
          <ac:chgData name="Ejaz Mazhar" userId="b1a85b5891cc63c6" providerId="LiveId" clId="{4D6ED4DA-196B-4361-9702-9ADEFD9F83A5}" dt="2026-02-13T22:30:35.817" v="130"/>
          <ac:grpSpMkLst>
            <pc:docMk/>
            <pc:sldMk cId="0" sldId="260"/>
            <ac:grpSpMk id="17" creationId="{5EA24FF7-6608-C48E-E15A-4038F86B4CF9}"/>
          </ac:grpSpMkLst>
        </pc:grpChg>
        <pc:inkChg chg="add">
          <ac:chgData name="Ejaz Mazhar" userId="b1a85b5891cc63c6" providerId="LiveId" clId="{4D6ED4DA-196B-4361-9702-9ADEFD9F83A5}" dt="2026-02-13T22:28:56.010" v="114" actId="9405"/>
          <ac:inkMkLst>
            <pc:docMk/>
            <pc:sldMk cId="0" sldId="260"/>
            <ac:inkMk id="4" creationId="{C953FC67-A961-CE22-895D-F07514B08156}"/>
          </ac:inkMkLst>
        </pc:inkChg>
        <pc:inkChg chg="add del">
          <ac:chgData name="Ejaz Mazhar" userId="b1a85b5891cc63c6" providerId="LiveId" clId="{4D6ED4DA-196B-4361-9702-9ADEFD9F83A5}" dt="2026-02-13T22:29:03.588" v="116"/>
          <ac:inkMkLst>
            <pc:docMk/>
            <pc:sldMk cId="0" sldId="260"/>
            <ac:inkMk id="5" creationId="{04E1104F-8657-0D74-A536-51129529486A}"/>
          </ac:inkMkLst>
        </pc:inkChg>
        <pc:inkChg chg="add">
          <ac:chgData name="Ejaz Mazhar" userId="b1a85b5891cc63c6" providerId="LiveId" clId="{4D6ED4DA-196B-4361-9702-9ADEFD9F83A5}" dt="2026-02-13T22:29:03.588" v="116"/>
          <ac:inkMkLst>
            <pc:docMk/>
            <pc:sldMk cId="0" sldId="260"/>
            <ac:inkMk id="6" creationId="{6CB2F46F-5B33-DA89-4415-C1F3BAC161EE}"/>
          </ac:inkMkLst>
        </pc:inkChg>
        <pc:inkChg chg="add">
          <ac:chgData name="Ejaz Mazhar" userId="b1a85b5891cc63c6" providerId="LiveId" clId="{4D6ED4DA-196B-4361-9702-9ADEFD9F83A5}" dt="2026-02-13T22:29:07.294" v="117" actId="9405"/>
          <ac:inkMkLst>
            <pc:docMk/>
            <pc:sldMk cId="0" sldId="260"/>
            <ac:inkMk id="7" creationId="{F9F459D7-ADAB-C60A-F3E9-0C93065A473D}"/>
          </ac:inkMkLst>
        </pc:inkChg>
        <pc:inkChg chg="add">
          <ac:chgData name="Ejaz Mazhar" userId="b1a85b5891cc63c6" providerId="LiveId" clId="{4D6ED4DA-196B-4361-9702-9ADEFD9F83A5}" dt="2026-02-13T22:29:09.682" v="118" actId="9405"/>
          <ac:inkMkLst>
            <pc:docMk/>
            <pc:sldMk cId="0" sldId="260"/>
            <ac:inkMk id="8" creationId="{DDA19C85-7430-7BD5-5344-CFAE178DE845}"/>
          </ac:inkMkLst>
        </pc:inkChg>
        <pc:inkChg chg="add mod">
          <ac:chgData name="Ejaz Mazhar" userId="b1a85b5891cc63c6" providerId="LiveId" clId="{4D6ED4DA-196B-4361-9702-9ADEFD9F83A5}" dt="2026-02-13T22:30:35.817" v="130"/>
          <ac:inkMkLst>
            <pc:docMk/>
            <pc:sldMk cId="0" sldId="260"/>
            <ac:inkMk id="9" creationId="{AC4B2A6C-0EAB-AE71-4A8C-D945C8D5F9E9}"/>
          </ac:inkMkLst>
        </pc:inkChg>
        <pc:inkChg chg="add mod">
          <ac:chgData name="Ejaz Mazhar" userId="b1a85b5891cc63c6" providerId="LiveId" clId="{4D6ED4DA-196B-4361-9702-9ADEFD9F83A5}" dt="2026-02-13T22:30:35.817" v="130"/>
          <ac:inkMkLst>
            <pc:docMk/>
            <pc:sldMk cId="0" sldId="260"/>
            <ac:inkMk id="10" creationId="{D1313F4A-C338-959D-C202-66F9FD94A491}"/>
          </ac:inkMkLst>
        </pc:inkChg>
        <pc:inkChg chg="add mod">
          <ac:chgData name="Ejaz Mazhar" userId="b1a85b5891cc63c6" providerId="LiveId" clId="{4D6ED4DA-196B-4361-9702-9ADEFD9F83A5}" dt="2026-02-13T22:30:35.817" v="130"/>
          <ac:inkMkLst>
            <pc:docMk/>
            <pc:sldMk cId="0" sldId="260"/>
            <ac:inkMk id="12" creationId="{D1283E7C-FB16-6F4D-4000-BB2041016741}"/>
          </ac:inkMkLst>
        </pc:inkChg>
        <pc:inkChg chg="add del">
          <ac:chgData name="Ejaz Mazhar" userId="b1a85b5891cc63c6" providerId="LiveId" clId="{4D6ED4DA-196B-4361-9702-9ADEFD9F83A5}" dt="2026-02-13T22:30:29.337" v="128"/>
          <ac:inkMkLst>
            <pc:docMk/>
            <pc:sldMk cId="0" sldId="260"/>
            <ac:inkMk id="14" creationId="{4A8C8052-B2B6-A08E-624A-97B6A6EAA8A1}"/>
          </ac:inkMkLst>
        </pc:inkChg>
        <pc:inkChg chg="add">
          <ac:chgData name="Ejaz Mazhar" userId="b1a85b5891cc63c6" providerId="LiveId" clId="{4D6ED4DA-196B-4361-9702-9ADEFD9F83A5}" dt="2026-02-13T22:30:29.337" v="128"/>
          <ac:inkMkLst>
            <pc:docMk/>
            <pc:sldMk cId="0" sldId="260"/>
            <ac:inkMk id="15" creationId="{D2AE7A20-2760-0A16-0462-EDCAC25DE89E}"/>
          </ac:inkMkLst>
        </pc:inkChg>
        <pc:inkChg chg="add mod">
          <ac:chgData name="Ejaz Mazhar" userId="b1a85b5891cc63c6" providerId="LiveId" clId="{4D6ED4DA-196B-4361-9702-9ADEFD9F83A5}" dt="2026-02-13T22:30:35.817" v="130"/>
          <ac:inkMkLst>
            <pc:docMk/>
            <pc:sldMk cId="0" sldId="260"/>
            <ac:inkMk id="16" creationId="{06A94EFB-8223-7D8F-ABF5-5B353B474EB9}"/>
          </ac:inkMkLst>
        </pc:inkChg>
        <pc:inkChg chg="add">
          <ac:chgData name="Ejaz Mazhar" userId="b1a85b5891cc63c6" providerId="LiveId" clId="{4D6ED4DA-196B-4361-9702-9ADEFD9F83A5}" dt="2026-02-13T22:30:36.166" v="131" actId="9405"/>
          <ac:inkMkLst>
            <pc:docMk/>
            <pc:sldMk cId="0" sldId="260"/>
            <ac:inkMk id="18" creationId="{FA1BF076-DEF5-BB23-3A4B-83263C817EDD}"/>
          </ac:inkMkLst>
        </pc:inkChg>
      </pc:sldChg>
      <pc:sldChg chg="addSp modSp modNotesTx">
        <pc:chgData name="Ejaz Mazhar" userId="b1a85b5891cc63c6" providerId="LiveId" clId="{4D6ED4DA-196B-4361-9702-9ADEFD9F83A5}" dt="2026-02-14T03:55:19.624" v="652" actId="20577"/>
        <pc:sldMkLst>
          <pc:docMk/>
          <pc:sldMk cId="0" sldId="261"/>
        </pc:sldMkLst>
        <pc:spChg chg="add mod">
          <ac:chgData name="Ejaz Mazhar" userId="b1a85b5891cc63c6" providerId="LiveId" clId="{4D6ED4DA-196B-4361-9702-9ADEFD9F83A5}" dt="2026-02-13T22:30:48.735" v="132"/>
          <ac:spMkLst>
            <pc:docMk/>
            <pc:sldMk cId="0" sldId="261"/>
            <ac:spMk id="3" creationId="{CB46DD3C-FF2B-581B-35A6-A09BC16E15BA}"/>
          </ac:spMkLst>
        </pc:spChg>
      </pc:sldChg>
      <pc:sldChg chg="addSp modSp modNotesTx">
        <pc:chgData name="Ejaz Mazhar" userId="b1a85b5891cc63c6" providerId="LiveId" clId="{4D6ED4DA-196B-4361-9702-9ADEFD9F83A5}" dt="2026-02-14T02:51:08.045" v="513" actId="20577"/>
        <pc:sldMkLst>
          <pc:docMk/>
          <pc:sldMk cId="0" sldId="262"/>
        </pc:sldMkLst>
        <pc:spChg chg="add mod">
          <ac:chgData name="Ejaz Mazhar" userId="b1a85b5891cc63c6" providerId="LiveId" clId="{4D6ED4DA-196B-4361-9702-9ADEFD9F83A5}" dt="2026-02-13T22:30:54.905" v="133"/>
          <ac:spMkLst>
            <pc:docMk/>
            <pc:sldMk cId="0" sldId="262"/>
            <ac:spMk id="3" creationId="{B7079890-E6CF-AD28-396E-5622F5A31D9A}"/>
          </ac:spMkLst>
        </pc:spChg>
      </pc:sldChg>
      <pc:sldChg chg="addSp modSp modNotesTx">
        <pc:chgData name="Ejaz Mazhar" userId="b1a85b5891cc63c6" providerId="LiveId" clId="{4D6ED4DA-196B-4361-9702-9ADEFD9F83A5}" dt="2026-02-14T02:52:14.037" v="523" actId="20577"/>
        <pc:sldMkLst>
          <pc:docMk/>
          <pc:sldMk cId="0" sldId="263"/>
        </pc:sldMkLst>
        <pc:spChg chg="add mod">
          <ac:chgData name="Ejaz Mazhar" userId="b1a85b5891cc63c6" providerId="LiveId" clId="{4D6ED4DA-196B-4361-9702-9ADEFD9F83A5}" dt="2026-02-13T22:30:58.875" v="134"/>
          <ac:spMkLst>
            <pc:docMk/>
            <pc:sldMk cId="0" sldId="263"/>
            <ac:spMk id="3" creationId="{067B5E41-D0C8-BCA0-D73E-8B0C9C69C439}"/>
          </ac:spMkLst>
        </pc:spChg>
        <pc:spChg chg="add mod">
          <ac:chgData name="Ejaz Mazhar" userId="b1a85b5891cc63c6" providerId="LiveId" clId="{4D6ED4DA-196B-4361-9702-9ADEFD9F83A5}" dt="2026-02-13T22:31:02.432" v="135"/>
          <ac:spMkLst>
            <pc:docMk/>
            <pc:sldMk cId="0" sldId="263"/>
            <ac:spMk id="4" creationId="{5029AAB7-6718-6180-B087-DDC3949E9053}"/>
          </ac:spMkLst>
        </pc:spChg>
      </pc:sldChg>
      <pc:sldChg chg="addSp delSp modSp mod modNotesTx">
        <pc:chgData name="Ejaz Mazhar" userId="b1a85b5891cc63c6" providerId="LiveId" clId="{4D6ED4DA-196B-4361-9702-9ADEFD9F83A5}" dt="2026-02-14T02:53:11.898" v="526" actId="20577"/>
        <pc:sldMkLst>
          <pc:docMk/>
          <pc:sldMk cId="0" sldId="264"/>
        </pc:sldMkLst>
        <pc:spChg chg="add mod">
          <ac:chgData name="Ejaz Mazhar" userId="b1a85b5891cc63c6" providerId="LiveId" clId="{4D6ED4DA-196B-4361-9702-9ADEFD9F83A5}" dt="2026-02-13T22:31:18.953" v="138" actId="1076"/>
          <ac:spMkLst>
            <pc:docMk/>
            <pc:sldMk cId="0" sldId="264"/>
            <ac:spMk id="3" creationId="{84089B36-5523-217D-41A8-017E93C9C978}"/>
          </ac:spMkLst>
        </pc:spChg>
        <pc:inkChg chg="add del">
          <ac:chgData name="Ejaz Mazhar" userId="b1a85b5891cc63c6" providerId="LiveId" clId="{4D6ED4DA-196B-4361-9702-9ADEFD9F83A5}" dt="2026-02-13T22:31:52.028" v="140" actId="9405"/>
          <ac:inkMkLst>
            <pc:docMk/>
            <pc:sldMk cId="0" sldId="264"/>
            <ac:inkMk id="4" creationId="{BB97EFF2-2517-F5F1-B0D3-770E62B2EEE4}"/>
          </ac:inkMkLst>
        </pc:inkChg>
        <pc:inkChg chg="add del">
          <ac:chgData name="Ejaz Mazhar" userId="b1a85b5891cc63c6" providerId="LiveId" clId="{4D6ED4DA-196B-4361-9702-9ADEFD9F83A5}" dt="2026-02-13T22:31:57.935" v="142"/>
          <ac:inkMkLst>
            <pc:docMk/>
            <pc:sldMk cId="0" sldId="264"/>
            <ac:inkMk id="5" creationId="{99FC3962-F72A-2B81-6174-DAC62BB2FE51}"/>
          </ac:inkMkLst>
        </pc:inkChg>
        <pc:inkChg chg="add">
          <ac:chgData name="Ejaz Mazhar" userId="b1a85b5891cc63c6" providerId="LiveId" clId="{4D6ED4DA-196B-4361-9702-9ADEFD9F83A5}" dt="2026-02-13T22:31:57.935" v="142"/>
          <ac:inkMkLst>
            <pc:docMk/>
            <pc:sldMk cId="0" sldId="264"/>
            <ac:inkMk id="6" creationId="{AA5BF1D4-F066-5832-62DC-2E61F9DB37B3}"/>
          </ac:inkMkLst>
        </pc:inkChg>
      </pc:sldChg>
      <pc:sldChg chg="addSp delSp modSp mod modNotesTx">
        <pc:chgData name="Ejaz Mazhar" userId="b1a85b5891cc63c6" providerId="LiveId" clId="{4D6ED4DA-196B-4361-9702-9ADEFD9F83A5}" dt="2026-02-14T02:54:28.936" v="542" actId="20577"/>
        <pc:sldMkLst>
          <pc:docMk/>
          <pc:sldMk cId="0" sldId="265"/>
        </pc:sldMkLst>
        <pc:spChg chg="add mod">
          <ac:chgData name="Ejaz Mazhar" userId="b1a85b5891cc63c6" providerId="LiveId" clId="{4D6ED4DA-196B-4361-9702-9ADEFD9F83A5}" dt="2026-02-13T22:32:11.585" v="143"/>
          <ac:spMkLst>
            <pc:docMk/>
            <pc:sldMk cId="0" sldId="265"/>
            <ac:spMk id="3" creationId="{C9C0BEAF-D124-6AD5-76AD-611538443490}"/>
          </ac:spMkLst>
        </pc:spChg>
        <pc:inkChg chg="add del">
          <ac:chgData name="Ejaz Mazhar" userId="b1a85b5891cc63c6" providerId="LiveId" clId="{4D6ED4DA-196B-4361-9702-9ADEFD9F83A5}" dt="2026-02-13T22:32:22.450" v="145"/>
          <ac:inkMkLst>
            <pc:docMk/>
            <pc:sldMk cId="0" sldId="265"/>
            <ac:inkMk id="4" creationId="{8D4D1601-8DD6-A490-1BD5-7C8CF973149F}"/>
          </ac:inkMkLst>
        </pc:inkChg>
        <pc:inkChg chg="add mod">
          <ac:chgData name="Ejaz Mazhar" userId="b1a85b5891cc63c6" providerId="LiveId" clId="{4D6ED4DA-196B-4361-9702-9ADEFD9F83A5}" dt="2026-02-13T22:32:24.386" v="146"/>
          <ac:inkMkLst>
            <pc:docMk/>
            <pc:sldMk cId="0" sldId="265"/>
            <ac:inkMk id="5" creationId="{D57E5AD3-0964-9621-43AE-A81BCC47A15D}"/>
          </ac:inkMkLst>
        </pc:inkChg>
        <pc:inkChg chg="add">
          <ac:chgData name="Ejaz Mazhar" userId="b1a85b5891cc63c6" providerId="LiveId" clId="{4D6ED4DA-196B-4361-9702-9ADEFD9F83A5}" dt="2026-02-13T22:32:26.964" v="147" actId="9405"/>
          <ac:inkMkLst>
            <pc:docMk/>
            <pc:sldMk cId="0" sldId="265"/>
            <ac:inkMk id="6" creationId="{188B2D6C-4FA2-46A3-B50F-3B41CA91D738}"/>
          </ac:inkMkLst>
        </pc:inkChg>
        <pc:inkChg chg="add del">
          <ac:chgData name="Ejaz Mazhar" userId="b1a85b5891cc63c6" providerId="LiveId" clId="{4D6ED4DA-196B-4361-9702-9ADEFD9F83A5}" dt="2026-02-13T22:32:32.450" v="149"/>
          <ac:inkMkLst>
            <pc:docMk/>
            <pc:sldMk cId="0" sldId="265"/>
            <ac:inkMk id="7" creationId="{02EBDDAB-4650-EDD0-07CB-B7BB114B8A4E}"/>
          </ac:inkMkLst>
        </pc:inkChg>
        <pc:inkChg chg="add mod">
          <ac:chgData name="Ejaz Mazhar" userId="b1a85b5891cc63c6" providerId="LiveId" clId="{4D6ED4DA-196B-4361-9702-9ADEFD9F83A5}" dt="2026-02-13T22:32:32.929" v="150"/>
          <ac:inkMkLst>
            <pc:docMk/>
            <pc:sldMk cId="0" sldId="265"/>
            <ac:inkMk id="8" creationId="{DCCF1E8D-B351-741D-6D86-8F20080D8DFC}"/>
          </ac:inkMkLst>
        </pc:inkChg>
      </pc:sldChg>
      <pc:sldChg chg="addSp delSp modSp mod modNotesTx">
        <pc:chgData name="Ejaz Mazhar" userId="b1a85b5891cc63c6" providerId="LiveId" clId="{4D6ED4DA-196B-4361-9702-9ADEFD9F83A5}" dt="2026-02-14T02:56:39.892" v="615" actId="20577"/>
        <pc:sldMkLst>
          <pc:docMk/>
          <pc:sldMk cId="0" sldId="266"/>
        </pc:sldMkLst>
        <pc:spChg chg="add mod">
          <ac:chgData name="Ejaz Mazhar" userId="b1a85b5891cc63c6" providerId="LiveId" clId="{4D6ED4DA-196B-4361-9702-9ADEFD9F83A5}" dt="2026-02-13T22:32:43.855" v="151"/>
          <ac:spMkLst>
            <pc:docMk/>
            <pc:sldMk cId="0" sldId="266"/>
            <ac:spMk id="3" creationId="{893DAC59-73EA-C583-804C-F70F0E5E30E2}"/>
          </ac:spMkLst>
        </pc:spChg>
        <pc:spChg chg="add mod ord">
          <ac:chgData name="Ejaz Mazhar" userId="b1a85b5891cc63c6" providerId="LiveId" clId="{4D6ED4DA-196B-4361-9702-9ADEFD9F83A5}" dt="2026-02-13T22:52:37.966" v="373" actId="115"/>
          <ac:spMkLst>
            <pc:docMk/>
            <pc:sldMk cId="0" sldId="266"/>
            <ac:spMk id="4" creationId="{81D5C4DE-CE5E-F1EE-53F6-FE4D27F16C01}"/>
          </ac:spMkLst>
        </pc:spChg>
        <pc:spChg chg="add mod">
          <ac:chgData name="Ejaz Mazhar" userId="b1a85b5891cc63c6" providerId="LiveId" clId="{4D6ED4DA-196B-4361-9702-9ADEFD9F83A5}" dt="2026-02-13T22:36:31.542" v="317" actId="2085"/>
          <ac:spMkLst>
            <pc:docMk/>
            <pc:sldMk cId="0" sldId="266"/>
            <ac:spMk id="5" creationId="{551F4A49-A593-8FB7-2F11-223DA83C9C49}"/>
          </ac:spMkLst>
        </pc:spChg>
        <pc:grpChg chg="mod">
          <ac:chgData name="Ejaz Mazhar" userId="b1a85b5891cc63c6" providerId="LiveId" clId="{4D6ED4DA-196B-4361-9702-9ADEFD9F83A5}" dt="2026-02-13T22:37:04.177" v="322"/>
          <ac:grpSpMkLst>
            <pc:docMk/>
            <pc:sldMk cId="0" sldId="266"/>
            <ac:grpSpMk id="10" creationId="{D2516E09-BB38-70A1-4A0F-1AC7293C4F64}"/>
          </ac:grpSpMkLst>
        </pc:grpChg>
        <pc:grpChg chg="mod">
          <ac:chgData name="Ejaz Mazhar" userId="b1a85b5891cc63c6" providerId="LiveId" clId="{4D6ED4DA-196B-4361-9702-9ADEFD9F83A5}" dt="2026-02-13T22:37:17.228" v="325"/>
          <ac:grpSpMkLst>
            <pc:docMk/>
            <pc:sldMk cId="0" sldId="266"/>
            <ac:grpSpMk id="13" creationId="{F72CB86A-8526-B241-EF3C-31D5A58BBD37}"/>
          </ac:grpSpMkLst>
        </pc:grpChg>
        <pc:grpChg chg="del mod">
          <ac:chgData name="Ejaz Mazhar" userId="b1a85b5891cc63c6" providerId="LiveId" clId="{4D6ED4DA-196B-4361-9702-9ADEFD9F83A5}" dt="2026-02-13T22:37:23.467" v="330"/>
          <ac:grpSpMkLst>
            <pc:docMk/>
            <pc:sldMk cId="0" sldId="266"/>
            <ac:grpSpMk id="16" creationId="{AD127E50-D445-1761-C233-77252255B59F}"/>
          </ac:grpSpMkLst>
        </pc:grpChg>
        <pc:grpChg chg="del mod">
          <ac:chgData name="Ejaz Mazhar" userId="b1a85b5891cc63c6" providerId="LiveId" clId="{4D6ED4DA-196B-4361-9702-9ADEFD9F83A5}" dt="2026-02-13T22:37:25.401" v="332"/>
          <ac:grpSpMkLst>
            <pc:docMk/>
            <pc:sldMk cId="0" sldId="266"/>
            <ac:grpSpMk id="18" creationId="{2F028176-7728-342D-CE9B-7DFE6B0F074A}"/>
          </ac:grpSpMkLst>
        </pc:grpChg>
        <pc:grpChg chg="mod">
          <ac:chgData name="Ejaz Mazhar" userId="b1a85b5891cc63c6" providerId="LiveId" clId="{4D6ED4DA-196B-4361-9702-9ADEFD9F83A5}" dt="2026-02-13T22:37:25.401" v="332"/>
          <ac:grpSpMkLst>
            <pc:docMk/>
            <pc:sldMk cId="0" sldId="266"/>
            <ac:grpSpMk id="20" creationId="{16075FAC-0A08-EB94-F39D-9258A6AA48A0}"/>
          </ac:grpSpMkLst>
        </pc:grpChg>
        <pc:grpChg chg="del mod">
          <ac:chgData name="Ejaz Mazhar" userId="b1a85b5891cc63c6" providerId="LiveId" clId="{4D6ED4DA-196B-4361-9702-9ADEFD9F83A5}" dt="2026-02-13T22:37:37.789" v="337"/>
          <ac:grpSpMkLst>
            <pc:docMk/>
            <pc:sldMk cId="0" sldId="266"/>
            <ac:grpSpMk id="23" creationId="{CDC3706D-4258-48E0-B269-5DB725227E32}"/>
          </ac:grpSpMkLst>
        </pc:grpChg>
        <pc:grpChg chg="del mod">
          <ac:chgData name="Ejaz Mazhar" userId="b1a85b5891cc63c6" providerId="LiveId" clId="{4D6ED4DA-196B-4361-9702-9ADEFD9F83A5}" dt="2026-02-13T22:37:40.479" v="340"/>
          <ac:grpSpMkLst>
            <pc:docMk/>
            <pc:sldMk cId="0" sldId="266"/>
            <ac:grpSpMk id="25" creationId="{E400E691-A73A-8986-94C3-0CC0F341E676}"/>
          </ac:grpSpMkLst>
        </pc:grpChg>
        <pc:grpChg chg="mod">
          <ac:chgData name="Ejaz Mazhar" userId="b1a85b5891cc63c6" providerId="LiveId" clId="{4D6ED4DA-196B-4361-9702-9ADEFD9F83A5}" dt="2026-02-13T22:37:40.479" v="340"/>
          <ac:grpSpMkLst>
            <pc:docMk/>
            <pc:sldMk cId="0" sldId="266"/>
            <ac:grpSpMk id="28" creationId="{A131E97E-D0C4-2C42-3F83-616EB60429A5}"/>
          </ac:grpSpMkLst>
        </pc:grpChg>
        <pc:inkChg chg="add">
          <ac:chgData name="Ejaz Mazhar" userId="b1a85b5891cc63c6" providerId="LiveId" clId="{4D6ED4DA-196B-4361-9702-9ADEFD9F83A5}" dt="2026-02-13T22:36:52.748" v="318" actId="9405"/>
          <ac:inkMkLst>
            <pc:docMk/>
            <pc:sldMk cId="0" sldId="266"/>
            <ac:inkMk id="6" creationId="{C58EFB3A-C448-FF54-A98D-54BADB2A3F23}"/>
          </ac:inkMkLst>
        </pc:inkChg>
        <pc:inkChg chg="add">
          <ac:chgData name="Ejaz Mazhar" userId="b1a85b5891cc63c6" providerId="LiveId" clId="{4D6ED4DA-196B-4361-9702-9ADEFD9F83A5}" dt="2026-02-13T22:36:58.378" v="319" actId="9405"/>
          <ac:inkMkLst>
            <pc:docMk/>
            <pc:sldMk cId="0" sldId="266"/>
            <ac:inkMk id="7" creationId="{5261C241-30FB-E13F-F8C0-4B8703A144D7}"/>
          </ac:inkMkLst>
        </pc:inkChg>
        <pc:inkChg chg="add mod">
          <ac:chgData name="Ejaz Mazhar" userId="b1a85b5891cc63c6" providerId="LiveId" clId="{4D6ED4DA-196B-4361-9702-9ADEFD9F83A5}" dt="2026-02-13T22:37:04.177" v="322"/>
          <ac:inkMkLst>
            <pc:docMk/>
            <pc:sldMk cId="0" sldId="266"/>
            <ac:inkMk id="8" creationId="{076DC31D-B0BD-C79F-9674-21707E309512}"/>
          </ac:inkMkLst>
        </pc:inkChg>
        <pc:inkChg chg="add mod">
          <ac:chgData name="Ejaz Mazhar" userId="b1a85b5891cc63c6" providerId="LiveId" clId="{4D6ED4DA-196B-4361-9702-9ADEFD9F83A5}" dt="2026-02-13T22:37:04.177" v="322"/>
          <ac:inkMkLst>
            <pc:docMk/>
            <pc:sldMk cId="0" sldId="266"/>
            <ac:inkMk id="9" creationId="{1319246F-0D5D-FA9B-E10D-1A52C8D4F780}"/>
          </ac:inkMkLst>
        </pc:inkChg>
        <pc:inkChg chg="add mod">
          <ac:chgData name="Ejaz Mazhar" userId="b1a85b5891cc63c6" providerId="LiveId" clId="{4D6ED4DA-196B-4361-9702-9ADEFD9F83A5}" dt="2026-02-13T22:37:17.228" v="325"/>
          <ac:inkMkLst>
            <pc:docMk/>
            <pc:sldMk cId="0" sldId="266"/>
            <ac:inkMk id="11" creationId="{04365111-8752-0207-BA94-9C7E2720F9FE}"/>
          </ac:inkMkLst>
        </pc:inkChg>
        <pc:inkChg chg="add mod">
          <ac:chgData name="Ejaz Mazhar" userId="b1a85b5891cc63c6" providerId="LiveId" clId="{4D6ED4DA-196B-4361-9702-9ADEFD9F83A5}" dt="2026-02-13T22:37:17.228" v="325"/>
          <ac:inkMkLst>
            <pc:docMk/>
            <pc:sldMk cId="0" sldId="266"/>
            <ac:inkMk id="12" creationId="{5F0A3600-BF8B-51F1-312E-AC837433B0D0}"/>
          </ac:inkMkLst>
        </pc:inkChg>
        <pc:inkChg chg="add mod">
          <ac:chgData name="Ejaz Mazhar" userId="b1a85b5891cc63c6" providerId="LiveId" clId="{4D6ED4DA-196B-4361-9702-9ADEFD9F83A5}" dt="2026-02-13T22:37:25.401" v="332"/>
          <ac:inkMkLst>
            <pc:docMk/>
            <pc:sldMk cId="0" sldId="266"/>
            <ac:inkMk id="14" creationId="{9E872992-BD71-BBC6-48BF-B1AD065D2A20}"/>
          </ac:inkMkLst>
        </pc:inkChg>
        <pc:inkChg chg="add mod">
          <ac:chgData name="Ejaz Mazhar" userId="b1a85b5891cc63c6" providerId="LiveId" clId="{4D6ED4DA-196B-4361-9702-9ADEFD9F83A5}" dt="2026-02-13T22:37:25.401" v="332"/>
          <ac:inkMkLst>
            <pc:docMk/>
            <pc:sldMk cId="0" sldId="266"/>
            <ac:inkMk id="15" creationId="{FB46771C-C0A8-F74A-4CB5-31496FF6551F}"/>
          </ac:inkMkLst>
        </pc:inkChg>
        <pc:inkChg chg="add mod">
          <ac:chgData name="Ejaz Mazhar" userId="b1a85b5891cc63c6" providerId="LiveId" clId="{4D6ED4DA-196B-4361-9702-9ADEFD9F83A5}" dt="2026-02-13T22:37:25.401" v="332"/>
          <ac:inkMkLst>
            <pc:docMk/>
            <pc:sldMk cId="0" sldId="266"/>
            <ac:inkMk id="17" creationId="{C7BCDE0F-2DBE-7CED-A5B2-93C0BE085550}"/>
          </ac:inkMkLst>
        </pc:inkChg>
        <pc:inkChg chg="add mod">
          <ac:chgData name="Ejaz Mazhar" userId="b1a85b5891cc63c6" providerId="LiveId" clId="{4D6ED4DA-196B-4361-9702-9ADEFD9F83A5}" dt="2026-02-13T22:37:25.401" v="332"/>
          <ac:inkMkLst>
            <pc:docMk/>
            <pc:sldMk cId="0" sldId="266"/>
            <ac:inkMk id="19" creationId="{1FCFD90B-D5D2-7D3A-199E-58299CFFBA1F}"/>
          </ac:inkMkLst>
        </pc:inkChg>
        <pc:inkChg chg="add mod">
          <ac:chgData name="Ejaz Mazhar" userId="b1a85b5891cc63c6" providerId="LiveId" clId="{4D6ED4DA-196B-4361-9702-9ADEFD9F83A5}" dt="2026-02-13T22:37:40.479" v="340"/>
          <ac:inkMkLst>
            <pc:docMk/>
            <pc:sldMk cId="0" sldId="266"/>
            <ac:inkMk id="21" creationId="{EA08005C-62FD-68E4-D547-FC3ECA4350DA}"/>
          </ac:inkMkLst>
        </pc:inkChg>
        <pc:inkChg chg="add mod">
          <ac:chgData name="Ejaz Mazhar" userId="b1a85b5891cc63c6" providerId="LiveId" clId="{4D6ED4DA-196B-4361-9702-9ADEFD9F83A5}" dt="2026-02-13T22:37:40.479" v="340"/>
          <ac:inkMkLst>
            <pc:docMk/>
            <pc:sldMk cId="0" sldId="266"/>
            <ac:inkMk id="22" creationId="{0C0FC3F6-B30D-C1F5-1F30-31157CD99414}"/>
          </ac:inkMkLst>
        </pc:inkChg>
        <pc:inkChg chg="add mod">
          <ac:chgData name="Ejaz Mazhar" userId="b1a85b5891cc63c6" providerId="LiveId" clId="{4D6ED4DA-196B-4361-9702-9ADEFD9F83A5}" dt="2026-02-13T22:37:40.479" v="340"/>
          <ac:inkMkLst>
            <pc:docMk/>
            <pc:sldMk cId="0" sldId="266"/>
            <ac:inkMk id="24" creationId="{4295A438-0441-9BC9-7A88-249B9D4624DB}"/>
          </ac:inkMkLst>
        </pc:inkChg>
        <pc:inkChg chg="add mod">
          <ac:chgData name="Ejaz Mazhar" userId="b1a85b5891cc63c6" providerId="LiveId" clId="{4D6ED4DA-196B-4361-9702-9ADEFD9F83A5}" dt="2026-02-13T22:37:40.479" v="340"/>
          <ac:inkMkLst>
            <pc:docMk/>
            <pc:sldMk cId="0" sldId="266"/>
            <ac:inkMk id="26" creationId="{3817B7B9-1BE1-01AC-0682-6690109962B7}"/>
          </ac:inkMkLst>
        </pc:inkChg>
        <pc:inkChg chg="add mod">
          <ac:chgData name="Ejaz Mazhar" userId="b1a85b5891cc63c6" providerId="LiveId" clId="{4D6ED4DA-196B-4361-9702-9ADEFD9F83A5}" dt="2026-02-13T22:37:40.479" v="340"/>
          <ac:inkMkLst>
            <pc:docMk/>
            <pc:sldMk cId="0" sldId="266"/>
            <ac:inkMk id="27" creationId="{C86A79CD-E35A-354B-1BF8-E7A996963870}"/>
          </ac:inkMkLst>
        </pc:inkChg>
      </pc:sldChg>
      <pc:sldChg chg="addSp delSp modSp mod modNotesTx">
        <pc:chgData name="Ejaz Mazhar" userId="b1a85b5891cc63c6" providerId="LiveId" clId="{4D6ED4DA-196B-4361-9702-9ADEFD9F83A5}" dt="2026-02-14T02:57:11.864" v="622" actId="20577"/>
        <pc:sldMkLst>
          <pc:docMk/>
          <pc:sldMk cId="0" sldId="267"/>
        </pc:sldMkLst>
        <pc:spChg chg="add mod">
          <ac:chgData name="Ejaz Mazhar" userId="b1a85b5891cc63c6" providerId="LiveId" clId="{4D6ED4DA-196B-4361-9702-9ADEFD9F83A5}" dt="2026-02-13T22:32:48.311" v="152"/>
          <ac:spMkLst>
            <pc:docMk/>
            <pc:sldMk cId="0" sldId="267"/>
            <ac:spMk id="3" creationId="{92ECFE98-AE53-F961-20AA-DF64139E4633}"/>
          </ac:spMkLst>
        </pc:spChg>
        <pc:spChg chg="add mod">
          <ac:chgData name="Ejaz Mazhar" userId="b1a85b5891cc63c6" providerId="LiveId" clId="{4D6ED4DA-196B-4361-9702-9ADEFD9F83A5}" dt="2026-02-13T23:01:24.758" v="488" actId="20577"/>
          <ac:spMkLst>
            <pc:docMk/>
            <pc:sldMk cId="0" sldId="267"/>
            <ac:spMk id="4" creationId="{04F2424A-1EF8-3406-8C1E-0A118FD5B690}"/>
          </ac:spMkLst>
        </pc:spChg>
        <pc:spChg chg="add mod">
          <ac:chgData name="Ejaz Mazhar" userId="b1a85b5891cc63c6" providerId="LiveId" clId="{4D6ED4DA-196B-4361-9702-9ADEFD9F83A5}" dt="2026-02-13T23:01:39.864" v="492" actId="14100"/>
          <ac:spMkLst>
            <pc:docMk/>
            <pc:sldMk cId="0" sldId="267"/>
            <ac:spMk id="5" creationId="{E0627220-3879-DABC-9B5D-B01E432B86F8}"/>
          </ac:spMkLst>
        </pc:spChg>
        <pc:grpChg chg="add del mod">
          <ac:chgData name="Ejaz Mazhar" userId="b1a85b5891cc63c6" providerId="LiveId" clId="{4D6ED4DA-196B-4361-9702-9ADEFD9F83A5}" dt="2026-02-13T22:57:01.294" v="464"/>
          <ac:grpSpMkLst>
            <pc:docMk/>
            <pc:sldMk cId="0" sldId="267"/>
            <ac:grpSpMk id="11" creationId="{AE972E69-4D48-4572-F372-0C5941993458}"/>
          </ac:grpSpMkLst>
        </pc:grpChg>
        <pc:grpChg chg="mod">
          <ac:chgData name="Ejaz Mazhar" userId="b1a85b5891cc63c6" providerId="LiveId" clId="{4D6ED4DA-196B-4361-9702-9ADEFD9F83A5}" dt="2026-02-13T22:57:01.089" v="462"/>
          <ac:grpSpMkLst>
            <pc:docMk/>
            <pc:sldMk cId="0" sldId="267"/>
            <ac:grpSpMk id="13" creationId="{8CBE5596-BDC6-86A6-6E33-557E2A5A467B}"/>
          </ac:grpSpMkLst>
        </pc:grpChg>
        <pc:picChg chg="mod">
          <ac:chgData name="Ejaz Mazhar" userId="b1a85b5891cc63c6" providerId="LiveId" clId="{4D6ED4DA-196B-4361-9702-9ADEFD9F83A5}" dt="2026-02-13T23:00:59.577" v="473" actId="1076"/>
          <ac:picMkLst>
            <pc:docMk/>
            <pc:sldMk cId="0" sldId="267"/>
            <ac:picMk id="2" creationId="{00000000-0000-0000-0000-000000000000}"/>
          </ac:picMkLst>
        </pc:picChg>
        <pc:inkChg chg="add del mod">
          <ac:chgData name="Ejaz Mazhar" userId="b1a85b5891cc63c6" providerId="LiveId" clId="{4D6ED4DA-196B-4361-9702-9ADEFD9F83A5}" dt="2026-02-13T22:57:03.900" v="468" actId="9405"/>
          <ac:inkMkLst>
            <pc:docMk/>
            <pc:sldMk cId="0" sldId="267"/>
            <ac:inkMk id="6" creationId="{BE81939D-FB40-570D-2738-613A114DE527}"/>
          </ac:inkMkLst>
        </pc:inkChg>
        <pc:inkChg chg="add del mod">
          <ac:chgData name="Ejaz Mazhar" userId="b1a85b5891cc63c6" providerId="LiveId" clId="{4D6ED4DA-196B-4361-9702-9ADEFD9F83A5}" dt="2026-02-13T22:57:02.172" v="467" actId="9405"/>
          <ac:inkMkLst>
            <pc:docMk/>
            <pc:sldMk cId="0" sldId="267"/>
            <ac:inkMk id="7" creationId="{5180EEDA-481B-8416-B32B-298F02A247A4}"/>
          </ac:inkMkLst>
        </pc:inkChg>
        <pc:inkChg chg="add del mod">
          <ac:chgData name="Ejaz Mazhar" userId="b1a85b5891cc63c6" providerId="LiveId" clId="{4D6ED4DA-196B-4361-9702-9ADEFD9F83A5}" dt="2026-02-13T22:57:01.853" v="466" actId="9405"/>
          <ac:inkMkLst>
            <pc:docMk/>
            <pc:sldMk cId="0" sldId="267"/>
            <ac:inkMk id="8" creationId="{B3E86F75-36D7-13CD-90C4-7B5708B291F3}"/>
          </ac:inkMkLst>
        </pc:inkChg>
        <pc:inkChg chg="add del mod">
          <ac:chgData name="Ejaz Mazhar" userId="b1a85b5891cc63c6" providerId="LiveId" clId="{4D6ED4DA-196B-4361-9702-9ADEFD9F83A5}" dt="2026-02-13T22:57:01.542" v="465" actId="9405"/>
          <ac:inkMkLst>
            <pc:docMk/>
            <pc:sldMk cId="0" sldId="267"/>
            <ac:inkMk id="9" creationId="{61154D90-2FDA-75A3-3C41-6C9EC7DB490A}"/>
          </ac:inkMkLst>
        </pc:inkChg>
        <pc:inkChg chg="add del mod">
          <ac:chgData name="Ejaz Mazhar" userId="b1a85b5891cc63c6" providerId="LiveId" clId="{4D6ED4DA-196B-4361-9702-9ADEFD9F83A5}" dt="2026-02-13T22:57:01.294" v="464"/>
          <ac:inkMkLst>
            <pc:docMk/>
            <pc:sldMk cId="0" sldId="267"/>
            <ac:inkMk id="10" creationId="{3BA91A7F-EF42-1360-38A0-B9B3E785361C}"/>
          </ac:inkMkLst>
        </pc:inkChg>
        <pc:inkChg chg="add del mod">
          <ac:chgData name="Ejaz Mazhar" userId="b1a85b5891cc63c6" providerId="LiveId" clId="{4D6ED4DA-196B-4361-9702-9ADEFD9F83A5}" dt="2026-02-13T22:57:01.089" v="462"/>
          <ac:inkMkLst>
            <pc:docMk/>
            <pc:sldMk cId="0" sldId="267"/>
            <ac:inkMk id="12" creationId="{3907721F-EA8F-665B-559F-4C872E4333FC}"/>
          </ac:inkMkLst>
        </pc:inkChg>
        <pc:inkChg chg="add del">
          <ac:chgData name="Ejaz Mazhar" userId="b1a85b5891cc63c6" providerId="LiveId" clId="{4D6ED4DA-196B-4361-9702-9ADEFD9F83A5}" dt="2026-02-13T22:57:48.377" v="472" actId="9405"/>
          <ac:inkMkLst>
            <pc:docMk/>
            <pc:sldMk cId="0" sldId="267"/>
            <ac:inkMk id="14" creationId="{58C3BAEF-4842-C0D0-44A8-387C5B809D94}"/>
          </ac:inkMkLst>
        </pc:inkChg>
        <pc:inkChg chg="add del">
          <ac:chgData name="Ejaz Mazhar" userId="b1a85b5891cc63c6" providerId="LiveId" clId="{4D6ED4DA-196B-4361-9702-9ADEFD9F83A5}" dt="2026-02-13T22:57:47.516" v="471" actId="9405"/>
          <ac:inkMkLst>
            <pc:docMk/>
            <pc:sldMk cId="0" sldId="267"/>
            <ac:inkMk id="15" creationId="{40E1D743-6A44-8708-2766-420AC44A2EE3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22:19:08.516"/>
    </inkml:context>
    <inkml:brush xml:id="br0">
      <inkml:brushProperty name="width" value="0.1" units="cm"/>
      <inkml:brushProperty name="height" value="0.6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19:16.917"/>
    </inkml:context>
    <inkml:brush xml:id="br0">
      <inkml:brushProperty name="width" value="0.1" units="cm"/>
      <inkml:brushProperty name="height" value="0.6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0 0 0,'3299'0'0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19:28.992"/>
    </inkml:context>
    <inkml:brush xml:id="br0">
      <inkml:brushProperty name="width" value="0.35" units="cm"/>
      <inkml:brushProperty name="height" value="2.1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0 37 0,'2844'-37'0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19:33.205"/>
    </inkml:context>
    <inkml:brush xml:id="br0">
      <inkml:brushProperty name="width" value="0.35" units="cm"/>
      <inkml:brushProperty name="height" value="2.1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0 0 0,'0'1025'0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22:19:42.883"/>
    </inkml:context>
    <inkml:brush xml:id="br0">
      <inkml:brushProperty name="width" value="0.35" units="cm"/>
      <inkml:brushProperty name="height" value="2.1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0 0,'13'0,"11"0,7 0,5 0,3 0,1 0,1 0,5 0,3 0,-2 0,-2 0,-2 0,-2 0,-2 0,6 0,1 0,0 0,-2 0,-1 0,-3 0,-1 0,0 0,5 0,2 0,0 0,-2 0,-2 0,-1 0,-2 0,6 0,8 0,2 0,-3 0,-3 0,2 0,0 0,-3 0,-3 0,-2 0,-3 0,-1 0,5 0,2 0,0 0,-3 0,-1 0,-1 0,-2 0,0 0,5 0,2 0,0 0,-2 0,-1 0,-3 0,-1 0,6 0,2 0,-2 0,0 0,-3 0,-1 0,-2 0,6 0,1 0,0 0,-8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22:19:45.905"/>
    </inkml:context>
    <inkml:brush xml:id="br0">
      <inkml:brushProperty name="width" value="0.35" units="cm"/>
      <inkml:brushProperty name="height" value="2.1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0 1,'0'6,"0"9,0 9,6-1,3 10,-1 4,-2 4,-1 0,-2 0,-2 0,0-1,-1 5,0 3,-1-2,8-8,1-4,0-1,-1-1,-3 2,12-6,3 0,-2 7,-4-2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40:09.83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21389,'3110'0'0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40:12.60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21389,'0'834'0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40:14.96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 24575,'6'0'0,"9"0"0,8 0 0,13 0 0,7 0 0,3 0 0,-1 0 0,-1 0 0,-1 6 0,-2 3 0,-8-1-8191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25:40.527"/>
    </inkml:context>
    <inkml:brush xml:id="br0">
      <inkml:brushProperty name="width" value="0.2" units="cm"/>
      <inkml:brushProperty name="height" value="0.2" units="cm"/>
      <inkml:brushProperty name="color" value="#333333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28:56.01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24575,'0'25'-8191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29:03.5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21389,'910'0'0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29:07.29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903 1 24575,'0'55'0,"-2"1"0,-3 0 0,-11 55 0,9-62 0,5-35 0,0 0 0,0 0 0,-6 17 0,6-26 0,0-1 0,0 0 0,0 0 0,0 0 0,-1 0 0,1 0 0,-1-1 0,0 1 0,0-1 0,-1 0 0,1 0 0,0 0 0,-1 0 0,-5 3 0,0-1 0,-1 0 0,0 0 0,0-1 0,-1 0 0,1-1 0,-1 0 0,0-1 0,1 0 0,-1-1 0,-20 1 0,-1-4 0,1-1 0,-46-11 0,50 8 0,-45-3-28,0 3 1,-141 6-1,96 2-1254,80-2-5544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29:09.6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0:25.627"/>
    </inkml:context>
    <inkml:brush xml:id="br0">
      <inkml:brushProperty name="width" value="0.2" units="cm"/>
      <inkml:brushProperty name="height" value="0.2" units="cm"/>
      <inkml:brushProperty name="color" value="#FF5050"/>
    </inkml:brush>
  </inkml:definitions>
  <inkml:trace contextRef="#ctx0" brushRef="#br0">0 1 24575,'0'6'0,"0"9"0,0 9 0,0 5 0,0 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0:29.336"/>
    </inkml:context>
    <inkml:brush xml:id="br0">
      <inkml:brushProperty name="width" value="0.2" units="cm"/>
      <inkml:brushProperty name="height" value="0.2" units="cm"/>
      <inkml:brushProperty name="color" value="#FF5050"/>
    </inkml:brush>
  </inkml:definitions>
  <inkml:trace contextRef="#ctx0" brushRef="#br0">0 0 24143,'719'0'0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0:14.070"/>
    </inkml:context>
    <inkml:brush xml:id="br0">
      <inkml:brushProperty name="width" value="0.035" units="cm"/>
      <inkml:brushProperty name="height" value="0.035" units="cm"/>
      <inkml:brushProperty name="color" value="#FF5050"/>
    </inkml:brush>
  </inkml:definitions>
  <inkml:trace contextRef="#ctx0" brushRef="#br0">1 0 24575,'0'7'0,"6"1"0,3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0:16.040"/>
    </inkml:context>
    <inkml:brush xml:id="br0">
      <inkml:brushProperty name="width" value="0.035" units="cm"/>
      <inkml:brushProperty name="height" value="0.035" units="cm"/>
      <inkml:brushProperty name="color" value="#FF5050"/>
    </inkml:brush>
  </inkml:definitions>
  <inkml:trace contextRef="#ctx0" brushRef="#br0">1 0 24575,'0'7'0,"0"8"0,0 15 0,0 8 0,0 5 0,0 1 0,0-1 0,0-7-8191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0:35.273"/>
    </inkml:context>
    <inkml:brush xml:id="br0">
      <inkml:brushProperty name="width" value="0.2" units="cm"/>
      <inkml:brushProperty name="height" value="0.2" units="cm"/>
      <inkml:brushProperty name="color" value="#FF5050"/>
    </inkml:brush>
  </inkml:definitions>
  <inkml:trace contextRef="#ctx0" brushRef="#br0">51 0 24575,'-6'0'0,"-9"0"0,-15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0:36.166"/>
    </inkml:context>
    <inkml:brush xml:id="br0">
      <inkml:brushProperty name="width" value="0.2" units="cm"/>
      <inkml:brushProperty name="height" value="0.2" units="cm"/>
      <inkml:brushProperty name="color" value="#FF5050"/>
    </inkml:brush>
  </inkml:definitions>
  <inkml:trace contextRef="#ctx0" brushRef="#br0">0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1:57.935"/>
    </inkml:context>
    <inkml:brush xml:id="br0">
      <inkml:brushProperty name="width" value="0.2" units="cm"/>
      <inkml:brushProperty name="height" value="0.2" units="cm"/>
      <inkml:brushProperty name="color" value="#00CC99"/>
    </inkml:brush>
  </inkml:definitions>
  <inkml:trace contextRef="#ctx0" brushRef="#br0">2730 0 21389,'-2730'0'0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2:22.450"/>
    </inkml:context>
    <inkml:brush xml:id="br0">
      <inkml:brushProperty name="width" value="0.2" units="cm"/>
      <inkml:brushProperty name="height" value="0.2" units="cm"/>
      <inkml:brushProperty name="color" value="#00CC99"/>
    </inkml:brush>
  </inkml:definitions>
  <inkml:trace contextRef="#ctx0" brushRef="#br0">0 0 23513,'3072'0'0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2:26.962"/>
    </inkml:context>
    <inkml:brush xml:id="br0">
      <inkml:brushProperty name="width" value="0.2" units="cm"/>
      <inkml:brushProperty name="height" value="0.2" units="cm"/>
      <inkml:brushProperty name="color" value="#00CC99"/>
    </inkml:brush>
  </inkml:definitions>
  <inkml:trace contextRef="#ctx0" brushRef="#br0">0 0 24575,'0'7'0,"0"8"0,0 8 0,0 6 0,0 6 0,0 2 0,0 8 0,0 3 0,0-6-8191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2:32.448"/>
    </inkml:context>
    <inkml:brush xml:id="br0">
      <inkml:brushProperty name="width" value="0.2" units="cm"/>
      <inkml:brushProperty name="height" value="0.2" units="cm"/>
      <inkml:brushProperty name="color" value="#00CC99"/>
    </inkml:brush>
  </inkml:definitions>
  <inkml:trace contextRef="#ctx0" brushRef="#br0">0 0 21389,'2691'0'0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6:52.74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675 749 24575,'-2'-7'0,"0"0"0,-1 0 0,0 0 0,0 1 0,0-1 0,-1 1 0,1 0 0,-2 0 0,1 0 0,-1 0 0,-6-6 0,-10-14 0,-18-32 0,-75-102 0,96 140 0,0 2 0,-1 0 0,-24-17 0,26 23 0,2-1 0,-1 0 0,2-1 0,0 0 0,1-1 0,-16-24 0,18 21-114,0 1 1,-1 0-1,-1 0 0,0 1 0,-1 1 1,-1 0-1,-1 1 0,0 1 0,0 0 1,-1 1-1,-32-16 0,15 13-6712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6:58.37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24575,'27'0'0,"0"2"0,0 0 0,0 2 0,0 1 0,-1 1 0,0 2 0,0 0 0,-1 2 0,36 18 0,-19-7 0,1-2 0,1-1 0,1-3 0,0-1 0,1-3 0,81 10 0,-15-6 0,-49-6 0,67 2 0,-116-10 0,1 0 0,-1 1 0,1 0 0,-1 1 0,0 0 0,0 2 0,0 0 0,0 0 0,-1 1 0,24 14 0,5 3 0,1-2 0,1-2 0,1-2 0,1-2 0,0-2 0,72 11 0,359 43 0,-174-29 0,45-2 0,-281-28 0,1-4 0,67-4 0,59 3 0,-69 15 0,13 1 0,-117-16-50,1 0 0,-2 2 0,1 0-1,38 15 1,-26-8-1064,6 2-5712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02.2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03.58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24575,'7'0'0,"1"6"0,13 9 0,9 2 0,6 11 0,3 0 0,2 3 0,0 1 0,-1-3 0,7-2 0,1-4 0,-1 0 0,-9-4-8191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13.68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2116 371 24575,'2'-84'0,"0"39"0,-2-1 0,-7-48 0,6 86 0,0 0 0,-1-1 0,0 2 0,-1-1 0,0 0 0,0 0 0,-6-9 0,8 15 0,0 0 0,-1 0 0,1 0 0,-1 0 0,1 0 0,-1 1 0,0-1 0,1 1 0,-1-1 0,0 1 0,0 0 0,0-1 0,0 1 0,0 0 0,0 0 0,-1 1 0,1-1 0,0 0 0,0 1 0,-1-1 0,1 1 0,0 0 0,-1 0 0,1 0 0,0 0 0,-1 0 0,1 0 0,0 0 0,0 1 0,-4 1 0,-60 22 0,48-16 0,-2-1 0,1 0 0,-37 6 0,-210 32 0,166-31 0,28-3 0,-102 2 0,135-13 0,20-1 0,0 0 0,0 2 0,0 0 0,0 1 0,0 1 0,1 1 0,-1 0 0,-27 11 0,6 3 0,1 1 0,1 3 0,-48 33 0,52-28 0,-1-2 0,-1-1 0,-2-2 0,0-1 0,-1-3 0,-1-1 0,-83 24 0,-95 24 0,200-57 11,1 1-1,0 1 1,0 1 0,1 0-1,1 2 1,-16 14 0,-30 23-1451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16.16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18.33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20.57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22.88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24.80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35.0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35.8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36.8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38.8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22:37:39.6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E187A-28EF-4EC5-83BC-D2157519CD4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C11EE-9521-4C37-BC7D-E2FD12195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24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everyone! Welcome to your 2026 Annual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hipaa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Refresher. I’m so glad you’re here. This year, we’re doing things a little differently, we’re not just talking about rules; we’re talking about how each and every one of you is a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Privacy Hero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our patients. Our mission is simple: Protecting patients, one chart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3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I know what some of you are thinking: 'Another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hipaa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training? Isn't this just more paperwork?' But it’s actually about something much bigger, it’s about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Patients hand us their most personal secrets,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hipaa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our promise that what happens in this clinic, stays in this clinic. At the end of the day, we protect people, not just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86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at our 'Big Three' buckets of compliance.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Privacy Rule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—think of this as the 'What.' Who exactly is on the guest list to see patient info?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 Rule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—that’s the 'How.' This is like locking the front door to keep the data safe.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Breach Notification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—the 'Oops.' This is our alarm system if something goes wrong.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84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what exactly are we protecting? Think of it like a lunchbox.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H 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Protected Health Information, is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info that connects a person to their health status. This includes the obvious stuff like Names and Social Security numbers, but also things like M R N, I P addresses, dates, and even fingerprints!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56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Golden Rule is simple: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Minimum Necessary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Ask yourself: 'Do I really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know this to do my job, or am I just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curious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?' A quick warning: snooping on a friend or family member isn't just a slip-up. It's a termination offense and a federal crime. Let’s keep that needle in the green zone!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90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play a quick game. Look at this scene. Two staff members are chatting at a coffee shop about 'the patient in Room 4'.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Verdict: FAIL!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Why? Because 'Room 4' plus the clinic location makes that patient identifiable. Remember: walls (and lattes) have ears. Keep ‘work-talk’ at work!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32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 two: You print something out and leave it on your desk while you grab a file.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Verdict: FAIL!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Even a second is too long. The fix?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 + 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your best friend. Lock that screen every single time you step away. Never let anyone piggyback on your login!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70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one. The team selfie! We love the team spirit, but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Verdict: FAIL!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 the background. Patient names and surgery schedules are total photobombers. Always double-check behind you before you snap and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43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patients have rights too! They have the right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 &amp; Copy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their own records,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Amend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mistakes,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Restrict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who we share with, choose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Confidential Comms,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how we call them, and get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Accounting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who has seen their info. We are the guardians of these rights.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92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our most important defense,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 Firewall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Remember: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Passwords are like underwear,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 them often, don't leave them lying around, and don't share them with friends! Also, if an email feels 'Urgent' and asks you to click a link. Pause. That's probably phishing.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99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Mistakes happen. If you lose a device, click a bad link, or find a file you shouldn't have. Report it. We follow a 'No Blame' rule because speed is more important than perfection. Immediately call or email your Privacy Officer,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 their info above this video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at the number or email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19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wraps up our introduction! Thank you for being a Privacy Hero. Remember, compliance protects our patients, our clinic,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Next up, you’ll need to take the quiz, and you’ll need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or better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move on to Module 2. Good luck!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11EE-9521-4C37-BC7D-E2FD121958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14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5.xml"/><Relationship Id="rId18" Type="http://schemas.openxmlformats.org/officeDocument/2006/relationships/image" Target="../media/image9.png"/><Relationship Id="rId3" Type="http://schemas.openxmlformats.org/officeDocument/2006/relationships/image" Target="../media/image1.png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6.png"/><Relationship Id="rId17" Type="http://schemas.openxmlformats.org/officeDocument/2006/relationships/customXml" Target="../ink/ink7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5.png"/><Relationship Id="rId19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customXml" Target="../ink/ink3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customXml" Target="../ink/ink10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23.png"/><Relationship Id="rId18" Type="http://schemas.openxmlformats.org/officeDocument/2006/relationships/customXml" Target="../ink/ink18.xml"/><Relationship Id="rId3" Type="http://schemas.openxmlformats.org/officeDocument/2006/relationships/image" Target="../media/image18.png"/><Relationship Id="rId21" Type="http://schemas.openxmlformats.org/officeDocument/2006/relationships/image" Target="../media/image27.png"/><Relationship Id="rId7" Type="http://schemas.openxmlformats.org/officeDocument/2006/relationships/image" Target="../media/image20.png"/><Relationship Id="rId12" Type="http://schemas.openxmlformats.org/officeDocument/2006/relationships/customXml" Target="../ink/ink15.xml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7.xml"/><Relationship Id="rId20" Type="http://schemas.openxmlformats.org/officeDocument/2006/relationships/customXml" Target="../ink/ink1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23" Type="http://schemas.openxmlformats.org/officeDocument/2006/relationships/image" Target="../media/image28.png"/><Relationship Id="rId10" Type="http://schemas.openxmlformats.org/officeDocument/2006/relationships/customXml" Target="../ink/ink14.xml"/><Relationship Id="rId19" Type="http://schemas.openxmlformats.org/officeDocument/2006/relationships/image" Target="../media/image26.png"/><Relationship Id="rId4" Type="http://schemas.openxmlformats.org/officeDocument/2006/relationships/customXml" Target="../ink/ink11.xml"/><Relationship Id="rId9" Type="http://schemas.openxmlformats.org/officeDocument/2006/relationships/image" Target="../media/image21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customXml" Target="../ink/ink2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.xml"/><Relationship Id="rId5" Type="http://schemas.openxmlformats.org/officeDocument/2006/relationships/image" Target="../media/image35.png"/><Relationship Id="rId4" Type="http://schemas.openxmlformats.org/officeDocument/2006/relationships/customXml" Target="../ink/ink22.xml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43.png"/><Relationship Id="rId18" Type="http://schemas.openxmlformats.org/officeDocument/2006/relationships/customXml" Target="../ink/ink34.xml"/><Relationship Id="rId3" Type="http://schemas.openxmlformats.org/officeDocument/2006/relationships/image" Target="../media/image38.png"/><Relationship Id="rId21" Type="http://schemas.openxmlformats.org/officeDocument/2006/relationships/customXml" Target="../ink/ink36.xml"/><Relationship Id="rId7" Type="http://schemas.openxmlformats.org/officeDocument/2006/relationships/image" Target="../media/image40.png"/><Relationship Id="rId12" Type="http://schemas.openxmlformats.org/officeDocument/2006/relationships/customXml" Target="../ink/ink29.xml"/><Relationship Id="rId17" Type="http://schemas.openxmlformats.org/officeDocument/2006/relationships/customXml" Target="../ink/ink33.xml"/><Relationship Id="rId2" Type="http://schemas.openxmlformats.org/officeDocument/2006/relationships/notesSlide" Target="../notesSlides/notesSlide11.xml"/><Relationship Id="rId16" Type="http://schemas.openxmlformats.org/officeDocument/2006/relationships/customXml" Target="../ink/ink32.xml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.xml"/><Relationship Id="rId11" Type="http://schemas.openxmlformats.org/officeDocument/2006/relationships/image" Target="../media/image42.png"/><Relationship Id="rId24" Type="http://schemas.openxmlformats.org/officeDocument/2006/relationships/customXml" Target="../ink/ink39.xml"/><Relationship Id="rId5" Type="http://schemas.openxmlformats.org/officeDocument/2006/relationships/image" Target="../media/image39.png"/><Relationship Id="rId15" Type="http://schemas.openxmlformats.org/officeDocument/2006/relationships/customXml" Target="../ink/ink31.xml"/><Relationship Id="rId23" Type="http://schemas.openxmlformats.org/officeDocument/2006/relationships/customXml" Target="../ink/ink38.xml"/><Relationship Id="rId10" Type="http://schemas.openxmlformats.org/officeDocument/2006/relationships/customXml" Target="../ink/ink28.xml"/><Relationship Id="rId19" Type="http://schemas.openxmlformats.org/officeDocument/2006/relationships/customXml" Target="../ink/ink35.xml"/><Relationship Id="rId4" Type="http://schemas.openxmlformats.org/officeDocument/2006/relationships/customXml" Target="../ink/ink25.xml"/><Relationship Id="rId9" Type="http://schemas.openxmlformats.org/officeDocument/2006/relationships/image" Target="../media/image41.png"/><Relationship Id="rId14" Type="http://schemas.openxmlformats.org/officeDocument/2006/relationships/customXml" Target="../ink/ink30.xml"/><Relationship Id="rId22" Type="http://schemas.openxmlformats.org/officeDocument/2006/relationships/customXml" Target="../ink/ink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948A4D-745D-38DE-4A8E-19A808FBD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09902" y="8226644"/>
            <a:ext cx="438211" cy="12384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3D58EC-1243-97F2-9AD9-3A36CD3BDE48}"/>
                  </a:ext>
                </a:extLst>
              </p14:cNvPr>
              <p14:cNvContentPartPr/>
              <p14:nvPr/>
            </p14:nvContentPartPr>
            <p14:xfrm>
              <a:off x="-873715" y="3725747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3D58EC-1243-97F2-9AD9-3A36CD3BDE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891355" y="3617747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2A1CECE-6371-BF2B-CFE2-EEEB06A553BC}"/>
                  </a:ext>
                </a:extLst>
              </p14:cNvPr>
              <p14:cNvContentPartPr/>
              <p14:nvPr/>
            </p14:nvContentPartPr>
            <p14:xfrm>
              <a:off x="14889245" y="8939267"/>
              <a:ext cx="118800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2A1CECE-6371-BF2B-CFE2-EEEB06A553B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871245" y="8831267"/>
                <a:ext cx="12236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8C5E6EE-6155-4211-AD1E-A59F54C2A4E6}"/>
                  </a:ext>
                </a:extLst>
              </p14:cNvPr>
              <p14:cNvContentPartPr/>
              <p14:nvPr/>
            </p14:nvContentPartPr>
            <p14:xfrm>
              <a:off x="14943965" y="8939267"/>
              <a:ext cx="1024200" cy="13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8C5E6EE-6155-4211-AD1E-A59F54C2A4E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880965" y="8561267"/>
                <a:ext cx="1149840" cy="76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4EEDB96-4B59-C2F2-1B8F-7D36DB028D4D}"/>
                  </a:ext>
                </a:extLst>
              </p14:cNvPr>
              <p14:cNvContentPartPr/>
              <p14:nvPr/>
            </p14:nvContentPartPr>
            <p14:xfrm>
              <a:off x="16063565" y="8597627"/>
              <a:ext cx="360" cy="369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4EEDB96-4B59-C2F2-1B8F-7D36DB028D4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000565" y="8219627"/>
                <a:ext cx="126000" cy="11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AC69832-1B21-038C-F4B6-7BA26ED42806}"/>
                  </a:ext>
                </a:extLst>
              </p14:cNvPr>
              <p14:cNvContentPartPr/>
              <p14:nvPr/>
            </p14:nvContentPartPr>
            <p14:xfrm>
              <a:off x="14958005" y="8939267"/>
              <a:ext cx="103320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AC69832-1B21-038C-F4B6-7BA26ED4280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895005" y="8561267"/>
                <a:ext cx="1158840" cy="7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17D7287-6589-DD7A-5EA6-EDAFBC5CAA9D}"/>
                  </a:ext>
                </a:extLst>
              </p14:cNvPr>
              <p14:cNvContentPartPr/>
              <p14:nvPr/>
            </p14:nvContentPartPr>
            <p14:xfrm>
              <a:off x="16036205" y="8652347"/>
              <a:ext cx="49680" cy="279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17D7287-6589-DD7A-5EA6-EDAFBC5CAA9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973205" y="8274707"/>
                <a:ext cx="175320" cy="10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C835ED7-E300-A441-EBA7-91F7C91FC682}"/>
                  </a:ext>
                </a:extLst>
              </p14:cNvPr>
              <p14:cNvContentPartPr/>
              <p14:nvPr/>
            </p14:nvContentPartPr>
            <p14:xfrm>
              <a:off x="14916605" y="8966627"/>
              <a:ext cx="11199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C835ED7-E300-A441-EBA7-91F7C91FC68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898605" y="8948627"/>
                <a:ext cx="1155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4B59768-B06E-FD33-FE38-FA2EBE40958F}"/>
                  </a:ext>
                </a:extLst>
              </p14:cNvPr>
              <p14:cNvContentPartPr/>
              <p14:nvPr/>
            </p14:nvContentPartPr>
            <p14:xfrm>
              <a:off x="16049525" y="8639027"/>
              <a:ext cx="360" cy="300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4B59768-B06E-FD33-FE38-FA2EBE40958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031525" y="8621027"/>
                <a:ext cx="360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8321B4B-57A3-4677-72A1-A1DADBA934D9}"/>
                  </a:ext>
                </a:extLst>
              </p14:cNvPr>
              <p14:cNvContentPartPr/>
              <p14:nvPr/>
            </p14:nvContentPartPr>
            <p14:xfrm>
              <a:off x="14903285" y="8952587"/>
              <a:ext cx="135360" cy="9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8321B4B-57A3-4677-72A1-A1DADBA934D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885645" y="8934947"/>
                <a:ext cx="171000" cy="4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C9649A-B259-8848-4D87-8D6C27BBD249}"/>
              </a:ext>
            </a:extLst>
          </p:cNvPr>
          <p:cNvSpPr/>
          <p:nvPr/>
        </p:nvSpPr>
        <p:spPr>
          <a:xfrm>
            <a:off x="14986000" y="8852848"/>
            <a:ext cx="1143000" cy="2667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879CCA-B0C7-D066-F784-14A677E34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 flipH="1">
            <a:off x="14429041" y="7803919"/>
            <a:ext cx="800100" cy="18038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9AB008E-D224-2537-5130-B509D3E49322}"/>
                  </a:ext>
                </a:extLst>
              </p14:cNvPr>
              <p14:cNvContentPartPr/>
              <p14:nvPr/>
            </p14:nvContentPartPr>
            <p14:xfrm>
              <a:off x="-423355" y="5923187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9AB008E-D224-2537-5130-B509D3E493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58995" y="5887187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863BA05B-CEC7-DC26-AF58-7BA4A7124B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 flipH="1">
            <a:off x="15585392" y="8750205"/>
            <a:ext cx="741120" cy="421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8D758C-4837-9BCF-E68B-D433246B46D0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E85128-F334-79E5-ECD5-E373864D849D}"/>
              </a:ext>
            </a:extLst>
          </p:cNvPr>
          <p:cNvSpPr/>
          <p:nvPr/>
        </p:nvSpPr>
        <p:spPr>
          <a:xfrm>
            <a:off x="14923448" y="8839200"/>
            <a:ext cx="1219200" cy="2667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53FC67-A961-CE22-895D-F07514B08156}"/>
                  </a:ext>
                </a:extLst>
              </p14:cNvPr>
              <p14:cNvContentPartPr/>
              <p14:nvPr/>
            </p14:nvContentPartPr>
            <p14:xfrm>
              <a:off x="-1160275" y="927827"/>
              <a:ext cx="360" cy="9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53FC67-A961-CE22-895D-F07514B081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78275" y="910187"/>
                <a:ext cx="360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B2F46F-5B33-DA89-4415-C1F3BAC161EE}"/>
                  </a:ext>
                </a:extLst>
              </p14:cNvPr>
              <p14:cNvContentPartPr/>
              <p14:nvPr/>
            </p14:nvContentPartPr>
            <p14:xfrm>
              <a:off x="14916605" y="8829827"/>
              <a:ext cx="3279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B2F46F-5B33-DA89-4415-C1F3BAC161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898605" y="8811827"/>
                <a:ext cx="363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F459D7-ADAB-C60A-F3E9-0C93065A473D}"/>
                  </a:ext>
                </a:extLst>
              </p14:cNvPr>
              <p14:cNvContentPartPr/>
              <p14:nvPr/>
            </p14:nvContentPartPr>
            <p14:xfrm>
              <a:off x="14946845" y="8679707"/>
              <a:ext cx="325440" cy="177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F459D7-ADAB-C60A-F3E9-0C93065A47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28845" y="8662067"/>
                <a:ext cx="3610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DA19C85-7430-7BD5-5344-CFAE178DE845}"/>
                  </a:ext>
                </a:extLst>
              </p14:cNvPr>
              <p14:cNvContentPartPr/>
              <p14:nvPr/>
            </p14:nvContentPartPr>
            <p14:xfrm>
              <a:off x="16022165" y="8297387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DA19C85-7430-7BD5-5344-CFAE178DE8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04165" y="827974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1283E7C-FB16-6F4D-4000-BB2041016741}"/>
                  </a:ext>
                </a:extLst>
              </p14:cNvPr>
              <p14:cNvContentPartPr/>
              <p14:nvPr/>
            </p14:nvContentPartPr>
            <p14:xfrm>
              <a:off x="15353645" y="8775107"/>
              <a:ext cx="360" cy="39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1283E7C-FB16-6F4D-4000-BB204101674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317645" y="8739467"/>
                <a:ext cx="7200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2AE7A20-2760-0A16-0462-EDCAC25DE89E}"/>
                  </a:ext>
                </a:extLst>
              </p14:cNvPr>
              <p14:cNvContentPartPr/>
              <p14:nvPr/>
            </p14:nvContentPartPr>
            <p14:xfrm>
              <a:off x="14903285" y="8747747"/>
              <a:ext cx="25920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2AE7A20-2760-0A16-0462-EDCAC25DE89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867285" y="8711747"/>
                <a:ext cx="3308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EA24FF7-6608-C48E-E15A-4038F86B4CF9}"/>
              </a:ext>
            </a:extLst>
          </p:cNvPr>
          <p:cNvGrpSpPr/>
          <p:nvPr/>
        </p:nvGrpSpPr>
        <p:grpSpPr>
          <a:xfrm>
            <a:off x="15335285" y="8707067"/>
            <a:ext cx="32040" cy="137160"/>
            <a:chOff x="15335285" y="8707067"/>
            <a:chExt cx="3204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C4B2A6C-0EAB-AE71-4A8C-D945C8D5F9E9}"/>
                    </a:ext>
                  </a:extLst>
                </p14:cNvPr>
                <p14:cNvContentPartPr/>
                <p14:nvPr/>
              </p14:nvContentPartPr>
              <p14:xfrm>
                <a:off x="15339605" y="8816507"/>
                <a:ext cx="5760" cy="8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C4B2A6C-0EAB-AE71-4A8C-D945C8D5F9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333485" y="8810387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313F4A-C338-959D-C202-66F9FD94A491}"/>
                    </a:ext>
                  </a:extLst>
                </p14:cNvPr>
                <p14:cNvContentPartPr/>
                <p14:nvPr/>
              </p14:nvContentPartPr>
              <p14:xfrm>
                <a:off x="15366965" y="8707067"/>
                <a:ext cx="360" cy="92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313F4A-C338-959D-C202-66F9FD94A49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360845" y="8700947"/>
                  <a:ext cx="12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6A94EFB-8223-7D8F-ABF5-5B353B474EB9}"/>
                    </a:ext>
                  </a:extLst>
                </p14:cNvPr>
                <p14:cNvContentPartPr/>
                <p14:nvPr/>
              </p14:nvContentPartPr>
              <p14:xfrm>
                <a:off x="15335285" y="8843867"/>
                <a:ext cx="1872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6A94EFB-8223-7D8F-ABF5-5B353B474E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299285" y="8807867"/>
                  <a:ext cx="9036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A1BF076-DEF5-BB23-3A4B-83263C817EDD}"/>
                  </a:ext>
                </a:extLst>
              </p14:cNvPr>
              <p14:cNvContentPartPr/>
              <p14:nvPr/>
            </p14:nvContentPartPr>
            <p14:xfrm>
              <a:off x="16227005" y="8747747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A1BF076-DEF5-BB23-3A4B-83263C817ED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191005" y="8712107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46DD3C-FF2B-581B-35A6-A09BC16E15BA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079890-E6CF-AD28-396E-5622F5A31D9A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7B5E41-D0C8-BCA0-D73E-8B0C9C69C439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29AAB7-6718-6180-B087-DDC3949E9053}"/>
              </a:ext>
            </a:extLst>
          </p:cNvPr>
          <p:cNvSpPr/>
          <p:nvPr/>
        </p:nvSpPr>
        <p:spPr>
          <a:xfrm>
            <a:off x="15062200" y="8915400"/>
            <a:ext cx="1346200" cy="342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089B36-5523-217D-41A8-017E93C9C978}"/>
              </a:ext>
            </a:extLst>
          </p:cNvPr>
          <p:cNvSpPr/>
          <p:nvPr/>
        </p:nvSpPr>
        <p:spPr>
          <a:xfrm>
            <a:off x="14900322" y="8872751"/>
            <a:ext cx="13462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5BF1D4-F066-5832-62DC-2E61F9DB37B3}"/>
                  </a:ext>
                </a:extLst>
              </p14:cNvPr>
              <p14:cNvContentPartPr/>
              <p14:nvPr/>
            </p14:nvContentPartPr>
            <p14:xfrm>
              <a:off x="14943965" y="8816507"/>
              <a:ext cx="9831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5BF1D4-F066-5832-62DC-2E61F9DB37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07965" y="8780507"/>
                <a:ext cx="1054800" cy="7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C0BEAF-D124-6AD5-76AD-611538443490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57E5AD3-0964-9621-43AE-A81BCC47A15D}"/>
                  </a:ext>
                </a:extLst>
              </p14:cNvPr>
              <p14:cNvContentPartPr/>
              <p14:nvPr/>
            </p14:nvContentPartPr>
            <p14:xfrm>
              <a:off x="14766485" y="8843867"/>
              <a:ext cx="110628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57E5AD3-0964-9621-43AE-A81BCC47A1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30485" y="8771867"/>
                <a:ext cx="11779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88B2D6C-4FA2-46A3-B50F-3B41CA91D738}"/>
                  </a:ext>
                </a:extLst>
              </p14:cNvPr>
              <p14:cNvContentPartPr/>
              <p14:nvPr/>
            </p14:nvContentPartPr>
            <p14:xfrm>
              <a:off x="15913445" y="8693747"/>
              <a:ext cx="360" cy="101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88B2D6C-4FA2-46A3-B50F-3B41CA91D7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77445" y="8657747"/>
                <a:ext cx="720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CCF1E8D-B351-741D-6D86-8F20080D8DFC}"/>
                  </a:ext>
                </a:extLst>
              </p14:cNvPr>
              <p14:cNvContentPartPr/>
              <p14:nvPr/>
            </p14:nvContentPartPr>
            <p14:xfrm>
              <a:off x="14903285" y="8802467"/>
              <a:ext cx="96912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CCF1E8D-B351-741D-6D86-8F20080D8D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867285" y="8730467"/>
                <a:ext cx="1040760" cy="14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3DAC59-73EA-C583-804C-F70F0E5E30E2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1F4A49-A593-8FB7-2F11-223DA83C9C49}"/>
              </a:ext>
            </a:extLst>
          </p:cNvPr>
          <p:cNvSpPr/>
          <p:nvPr/>
        </p:nvSpPr>
        <p:spPr>
          <a:xfrm>
            <a:off x="10409260" y="2971800"/>
            <a:ext cx="4965700" cy="5029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8EFB3A-C448-FF54-A98D-54BADB2A3F23}"/>
                  </a:ext>
                </a:extLst>
              </p14:cNvPr>
              <p14:cNvContentPartPr/>
              <p14:nvPr/>
            </p14:nvContentPartPr>
            <p14:xfrm>
              <a:off x="11043725" y="7072667"/>
              <a:ext cx="243000" cy="269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58EFB3A-C448-FF54-A98D-54BADB2A3F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07725" y="7037027"/>
                <a:ext cx="3146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261C241-30FB-E13F-F8C0-4B8703A144D7}"/>
                  </a:ext>
                </a:extLst>
              </p14:cNvPr>
              <p14:cNvContentPartPr/>
              <p14:nvPr/>
            </p14:nvContentPartPr>
            <p14:xfrm>
              <a:off x="11205005" y="7233227"/>
              <a:ext cx="1306080" cy="240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261C241-30FB-E13F-F8C0-4B8703A144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69005" y="7197587"/>
                <a:ext cx="1377720" cy="31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D2516E09-BB38-70A1-4A0F-1AC7293C4F64}"/>
              </a:ext>
            </a:extLst>
          </p:cNvPr>
          <p:cNvGrpSpPr/>
          <p:nvPr/>
        </p:nvGrpSpPr>
        <p:grpSpPr>
          <a:xfrm>
            <a:off x="11150285" y="7301267"/>
            <a:ext cx="159840" cy="100440"/>
            <a:chOff x="11150285" y="7301267"/>
            <a:chExt cx="159840" cy="10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6DC31D-B0BD-C79F-9674-21707E309512}"/>
                    </a:ext>
                  </a:extLst>
                </p14:cNvPr>
                <p14:cNvContentPartPr/>
                <p14:nvPr/>
              </p14:nvContentPartPr>
              <p14:xfrm>
                <a:off x="11150285" y="7301267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6DC31D-B0BD-C79F-9674-21707E3095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14285" y="726562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319246F-0D5D-FA9B-E10D-1A52C8D4F780}"/>
                    </a:ext>
                  </a:extLst>
                </p14:cNvPr>
                <p14:cNvContentPartPr/>
                <p14:nvPr/>
              </p14:nvContentPartPr>
              <p14:xfrm>
                <a:off x="11150285" y="7301267"/>
                <a:ext cx="159840" cy="100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319246F-0D5D-FA9B-E10D-1A52C8D4F78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14285" y="7265627"/>
                  <a:ext cx="23148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2CB86A-8526-B241-EF3C-31D5A58BBD37}"/>
              </a:ext>
            </a:extLst>
          </p:cNvPr>
          <p:cNvGrpSpPr/>
          <p:nvPr/>
        </p:nvGrpSpPr>
        <p:grpSpPr>
          <a:xfrm>
            <a:off x="13991765" y="7137467"/>
            <a:ext cx="802440" cy="318600"/>
            <a:chOff x="13991765" y="7137467"/>
            <a:chExt cx="80244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365111-8752-0207-BA94-9C7E2720F9FE}"/>
                    </a:ext>
                  </a:extLst>
                </p14:cNvPr>
                <p14:cNvContentPartPr/>
                <p14:nvPr/>
              </p14:nvContentPartPr>
              <p14:xfrm>
                <a:off x="13991765" y="7208747"/>
                <a:ext cx="763200" cy="247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365111-8752-0207-BA94-9C7E2720F9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956125" y="7173107"/>
                  <a:ext cx="8348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0A3600-BF8B-51F1-312E-AC837433B0D0}"/>
                    </a:ext>
                  </a:extLst>
                </p14:cNvPr>
                <p14:cNvContentPartPr/>
                <p14:nvPr/>
              </p14:nvContentPartPr>
              <p14:xfrm>
                <a:off x="14793845" y="7137467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0A3600-BF8B-51F1-312E-AC837433B0D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758205" y="710146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075FAC-0A08-EB94-F39D-9258A6AA48A0}"/>
              </a:ext>
            </a:extLst>
          </p:cNvPr>
          <p:cNvGrpSpPr/>
          <p:nvPr/>
        </p:nvGrpSpPr>
        <p:grpSpPr>
          <a:xfrm>
            <a:off x="14589005" y="7287587"/>
            <a:ext cx="137160" cy="82440"/>
            <a:chOff x="14589005" y="7287587"/>
            <a:chExt cx="137160" cy="8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872992-BD71-BBC6-48BF-B1AD065D2A20}"/>
                    </a:ext>
                  </a:extLst>
                </p14:cNvPr>
                <p14:cNvContentPartPr/>
                <p14:nvPr/>
              </p14:nvContentPartPr>
              <p14:xfrm>
                <a:off x="14630405" y="7287587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872992-BD71-BBC6-48BF-B1AD065D2A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94765" y="725158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46771C-C0A8-F74A-4CB5-31496FF6551F}"/>
                    </a:ext>
                  </a:extLst>
                </p14:cNvPr>
                <p14:cNvContentPartPr/>
                <p14:nvPr/>
              </p14:nvContentPartPr>
              <p14:xfrm>
                <a:off x="14589005" y="7369667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46771C-C0A8-F74A-4CB5-31496FF655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53365" y="733366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BCDE0F-2DBE-7CED-A5B2-93C0BE085550}"/>
                    </a:ext>
                  </a:extLst>
                </p14:cNvPr>
                <p14:cNvContentPartPr/>
                <p14:nvPr/>
              </p14:nvContentPartPr>
              <p14:xfrm>
                <a:off x="14725805" y="7301267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BCDE0F-2DBE-7CED-A5B2-93C0BE0855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90165" y="726562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CFD90B-D5D2-7D3A-199E-58299CFFBA1F}"/>
                    </a:ext>
                  </a:extLst>
                </p14:cNvPr>
                <p14:cNvContentPartPr/>
                <p14:nvPr/>
              </p14:nvContentPartPr>
              <p14:xfrm>
                <a:off x="14589005" y="7342307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CFD90B-D5D2-7D3A-199E-58299CFFBA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53365" y="730630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31E97E-D0C4-2C42-3F83-616EB60429A5}"/>
              </a:ext>
            </a:extLst>
          </p:cNvPr>
          <p:cNvGrpSpPr/>
          <p:nvPr/>
        </p:nvGrpSpPr>
        <p:grpSpPr>
          <a:xfrm>
            <a:off x="14725805" y="7260587"/>
            <a:ext cx="95760" cy="109440"/>
            <a:chOff x="14725805" y="7260587"/>
            <a:chExt cx="95760" cy="10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A08005C-62FD-68E4-D547-FC3ECA4350DA}"/>
                    </a:ext>
                  </a:extLst>
                </p14:cNvPr>
                <p14:cNvContentPartPr/>
                <p14:nvPr/>
              </p14:nvContentPartPr>
              <p14:xfrm>
                <a:off x="14821205" y="7260587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A08005C-62FD-68E4-D547-FC3ECA4350D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785565" y="722494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C0FC3F6-B30D-C1F5-1F30-31157CD99414}"/>
                    </a:ext>
                  </a:extLst>
                </p14:cNvPr>
                <p14:cNvContentPartPr/>
                <p14:nvPr/>
              </p14:nvContentPartPr>
              <p14:xfrm>
                <a:off x="14793845" y="7301267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C0FC3F6-B30D-C1F5-1F30-31157CD9941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758205" y="726562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95A438-0441-9BC9-7A88-249B9D4624DB}"/>
                    </a:ext>
                  </a:extLst>
                </p14:cNvPr>
                <p14:cNvContentPartPr/>
                <p14:nvPr/>
              </p14:nvContentPartPr>
              <p14:xfrm>
                <a:off x="14753165" y="7328627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95A438-0441-9BC9-7A88-249B9D4624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717525" y="729298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817B7B9-1BE1-01AC-0682-6690109962B7}"/>
                    </a:ext>
                  </a:extLst>
                </p14:cNvPr>
                <p14:cNvContentPartPr/>
                <p14:nvPr/>
              </p14:nvContentPartPr>
              <p14:xfrm>
                <a:off x="14780525" y="7355987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817B7B9-1BE1-01AC-0682-6690109962B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744885" y="732034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86A79CD-E35A-354B-1BF8-E7A996963870}"/>
                    </a:ext>
                  </a:extLst>
                </p14:cNvPr>
                <p14:cNvContentPartPr/>
                <p14:nvPr/>
              </p14:nvContentPartPr>
              <p14:xfrm>
                <a:off x="14725805" y="7369667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86A79CD-E35A-354B-1BF8-E7A9969638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690165" y="733366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1D5C4DE-CE5E-F1EE-53F6-FE4D27F16C01}"/>
              </a:ext>
            </a:extLst>
          </p:cNvPr>
          <p:cNvSpPr txBox="1"/>
          <p:nvPr/>
        </p:nvSpPr>
        <p:spPr>
          <a:xfrm>
            <a:off x="10989247" y="3224242"/>
            <a:ext cx="37649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Your Clinic</a:t>
            </a:r>
            <a:r>
              <a:rPr lang="en-US" sz="3200" b="1" u="sng" dirty="0">
                <a:solidFill>
                  <a:srgbClr val="1E767D"/>
                </a:solidFill>
                <a:latin typeface="Comic Sans MS" panose="030F0702030302020204" pitchFamily="66" charset="0"/>
              </a:rPr>
              <a:t> Privacy Official </a:t>
            </a:r>
            <a:r>
              <a:rPr lang="en-US" sz="3200" b="1" dirty="0">
                <a:latin typeface="Comic Sans MS" panose="030F0702030302020204" pitchFamily="66" charset="0"/>
              </a:rPr>
              <a:t>is listed at the top of this video.</a:t>
            </a:r>
          </a:p>
          <a:p>
            <a:pPr algn="ctr"/>
            <a:endParaRPr lang="en-US" sz="3200" b="1" dirty="0">
              <a:latin typeface="Comic Sans MS" panose="030F0702030302020204" pitchFamily="66" charset="0"/>
            </a:endParaRPr>
          </a:p>
          <a:p>
            <a:pPr algn="ctr"/>
            <a:r>
              <a:rPr lang="en-US" sz="3200" dirty="0">
                <a:latin typeface="Comic Sans MS" panose="030F0702030302020204" pitchFamily="66" charset="0"/>
              </a:rPr>
              <a:t>Please note down their </a:t>
            </a:r>
            <a:r>
              <a:rPr lang="en-US" sz="3200" u="sng" dirty="0">
                <a:latin typeface="Comic Sans MS" panose="030F0702030302020204" pitchFamily="66" charset="0"/>
              </a:rPr>
              <a:t>name</a:t>
            </a:r>
            <a:r>
              <a:rPr lang="en-US" sz="3200" dirty="0">
                <a:latin typeface="Comic Sans MS" panose="030F0702030302020204" pitchFamily="66" charset="0"/>
              </a:rPr>
              <a:t> and </a:t>
            </a:r>
            <a:r>
              <a:rPr lang="en-US" sz="3200" u="sng" dirty="0">
                <a:latin typeface="Comic Sans MS" panose="030F0702030302020204" pitchFamily="66" charset="0"/>
              </a:rPr>
              <a:t>contact</a:t>
            </a:r>
            <a:r>
              <a:rPr lang="en-US" sz="3200" dirty="0">
                <a:latin typeface="Comic Sans MS" panose="030F0702030302020204" pitchFamily="66" charset="0"/>
              </a:rPr>
              <a:t> information.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336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ECFE98-AE53-F961-20AA-DF64139E4633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2424A-1EF8-3406-8C1E-0A118FD5B690}"/>
              </a:ext>
            </a:extLst>
          </p:cNvPr>
          <p:cNvSpPr txBox="1"/>
          <p:nvPr/>
        </p:nvSpPr>
        <p:spPr>
          <a:xfrm>
            <a:off x="5537200" y="8006688"/>
            <a:ext cx="9023176" cy="76944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4400" dirty="0"/>
              <a:t>Score &gt;80% and Move to next module.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627220-3879-DABC-9B5D-B01E432B86F8}"/>
              </a:ext>
            </a:extLst>
          </p:cNvPr>
          <p:cNvSpPr/>
          <p:nvPr/>
        </p:nvSpPr>
        <p:spPr>
          <a:xfrm>
            <a:off x="14560376" y="8089710"/>
            <a:ext cx="65422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783</Words>
  <Application>Microsoft Office PowerPoint</Application>
  <PresentationFormat>Custom</PresentationFormat>
  <Paragraphs>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Ejaz Mazhar</dc:creator>
  <cp:lastModifiedBy>Ejaz Mazhar</cp:lastModifiedBy>
  <cp:revision>2</cp:revision>
  <dcterms:created xsi:type="dcterms:W3CDTF">2006-08-16T00:00:00Z</dcterms:created>
  <dcterms:modified xsi:type="dcterms:W3CDTF">2026-02-14T03:55:27Z</dcterms:modified>
</cp:coreProperties>
</file>