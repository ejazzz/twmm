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7475200" cy="9753600"/>
  <p:notesSz cx="17475200" cy="9753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0024E80-22A1-4C3A-A268-76875E15272E}" v="231" dt="2026-01-21T02:40:11.761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50" d="100"/>
          <a:sy n="50" d="100"/>
        </p:scale>
        <p:origin x="1962" y="73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jaz Mazhar" userId="b1a85b5891cc63c6" providerId="LiveId" clId="{4D6ED4DA-196B-4361-9702-9ADEFD9F83A5}"/>
    <pc:docChg chg="undo custSel addSld delSld modSld modMainMaster">
      <pc:chgData name="Ejaz Mazhar" userId="b1a85b5891cc63c6" providerId="LiveId" clId="{4D6ED4DA-196B-4361-9702-9ADEFD9F83A5}" dt="2026-01-21T02:40:28.767" v="2351" actId="1076"/>
      <pc:docMkLst>
        <pc:docMk/>
      </pc:docMkLst>
      <pc:sldChg chg="addSp delSp modSp mod">
        <pc:chgData name="Ejaz Mazhar" userId="b1a85b5891cc63c6" providerId="LiveId" clId="{4D6ED4DA-196B-4361-9702-9ADEFD9F83A5}" dt="2026-01-21T02:40:28.767" v="2351" actId="1076"/>
        <pc:sldMkLst>
          <pc:docMk/>
          <pc:sldMk cId="0" sldId="256"/>
        </pc:sldMkLst>
        <pc:spChg chg="del">
          <ac:chgData name="Ejaz Mazhar" userId="b1a85b5891cc63c6" providerId="LiveId" clId="{4D6ED4DA-196B-4361-9702-9ADEFD9F83A5}" dt="2026-01-20T22:22:21.206" v="12" actId="478"/>
          <ac:spMkLst>
            <pc:docMk/>
            <pc:sldMk cId="0" sldId="256"/>
            <ac:spMk id="3" creationId="{00000000-0000-0000-0000-000000000000}"/>
          </ac:spMkLst>
        </pc:spChg>
        <pc:spChg chg="del">
          <ac:chgData name="Ejaz Mazhar" userId="b1a85b5891cc63c6" providerId="LiveId" clId="{4D6ED4DA-196B-4361-9702-9ADEFD9F83A5}" dt="2026-01-20T22:22:23.192" v="13" actId="478"/>
          <ac:spMkLst>
            <pc:docMk/>
            <pc:sldMk cId="0" sldId="256"/>
            <ac:spMk id="4" creationId="{00000000-0000-0000-0000-000000000000}"/>
          </ac:spMkLst>
        </pc:spChg>
        <pc:spChg chg="del">
          <ac:chgData name="Ejaz Mazhar" userId="b1a85b5891cc63c6" providerId="LiveId" clId="{4D6ED4DA-196B-4361-9702-9ADEFD9F83A5}" dt="2026-01-20T22:22:17.593" v="11" actId="478"/>
          <ac:spMkLst>
            <pc:docMk/>
            <pc:sldMk cId="0" sldId="256"/>
            <ac:spMk id="5" creationId="{00000000-0000-0000-0000-000000000000}"/>
          </ac:spMkLst>
        </pc:spChg>
        <pc:spChg chg="del">
          <ac:chgData name="Ejaz Mazhar" userId="b1a85b5891cc63c6" providerId="LiveId" clId="{4D6ED4DA-196B-4361-9702-9ADEFD9F83A5}" dt="2026-01-20T22:22:16.259" v="10" actId="478"/>
          <ac:spMkLst>
            <pc:docMk/>
            <pc:sldMk cId="0" sldId="256"/>
            <ac:spMk id="6" creationId="{00000000-0000-0000-0000-000000000000}"/>
          </ac:spMkLst>
        </pc:spChg>
        <pc:spChg chg="del">
          <ac:chgData name="Ejaz Mazhar" userId="b1a85b5891cc63c6" providerId="LiveId" clId="{4D6ED4DA-196B-4361-9702-9ADEFD9F83A5}" dt="2026-01-20T22:22:15.279" v="9" actId="478"/>
          <ac:spMkLst>
            <pc:docMk/>
            <pc:sldMk cId="0" sldId="256"/>
            <ac:spMk id="7" creationId="{00000000-0000-0000-0000-000000000000}"/>
          </ac:spMkLst>
        </pc:spChg>
        <pc:spChg chg="del">
          <ac:chgData name="Ejaz Mazhar" userId="b1a85b5891cc63c6" providerId="LiveId" clId="{4D6ED4DA-196B-4361-9702-9ADEFD9F83A5}" dt="2026-01-20T22:22:11.441" v="8" actId="478"/>
          <ac:spMkLst>
            <pc:docMk/>
            <pc:sldMk cId="0" sldId="256"/>
            <ac:spMk id="8" creationId="{00000000-0000-0000-0000-000000000000}"/>
          </ac:spMkLst>
        </pc:spChg>
        <pc:spChg chg="del">
          <ac:chgData name="Ejaz Mazhar" userId="b1a85b5891cc63c6" providerId="LiveId" clId="{4D6ED4DA-196B-4361-9702-9ADEFD9F83A5}" dt="2026-01-20T22:22:09.738" v="7" actId="478"/>
          <ac:spMkLst>
            <pc:docMk/>
            <pc:sldMk cId="0" sldId="256"/>
            <ac:spMk id="9" creationId="{00000000-0000-0000-0000-000000000000}"/>
          </ac:spMkLst>
        </pc:spChg>
        <pc:spChg chg="mod">
          <ac:chgData name="Ejaz Mazhar" userId="b1a85b5891cc63c6" providerId="LiveId" clId="{4D6ED4DA-196B-4361-9702-9ADEFD9F83A5}" dt="2026-01-20T22:58:58.684" v="384" actId="404"/>
          <ac:spMkLst>
            <pc:docMk/>
            <pc:sldMk cId="0" sldId="256"/>
            <ac:spMk id="13" creationId="{00000000-0000-0000-0000-000000000000}"/>
          </ac:spMkLst>
        </pc:spChg>
        <pc:spChg chg="mod">
          <ac:chgData name="Ejaz Mazhar" userId="b1a85b5891cc63c6" providerId="LiveId" clId="{4D6ED4DA-196B-4361-9702-9ADEFD9F83A5}" dt="2026-01-20T22:59:10.328" v="385" actId="255"/>
          <ac:spMkLst>
            <pc:docMk/>
            <pc:sldMk cId="0" sldId="256"/>
            <ac:spMk id="14" creationId="{00000000-0000-0000-0000-000000000000}"/>
          </ac:spMkLst>
        </pc:spChg>
        <pc:spChg chg="mod">
          <ac:chgData name="Ejaz Mazhar" userId="b1a85b5891cc63c6" providerId="LiveId" clId="{4D6ED4DA-196B-4361-9702-9ADEFD9F83A5}" dt="2026-01-20T22:57:42.607" v="375" actId="404"/>
          <ac:spMkLst>
            <pc:docMk/>
            <pc:sldMk cId="0" sldId="256"/>
            <ac:spMk id="15" creationId="{00000000-0000-0000-0000-000000000000}"/>
          </ac:spMkLst>
        </pc:spChg>
        <pc:spChg chg="mod">
          <ac:chgData name="Ejaz Mazhar" userId="b1a85b5891cc63c6" providerId="LiveId" clId="{4D6ED4DA-196B-4361-9702-9ADEFD9F83A5}" dt="2026-01-20T22:57:33.785" v="374" actId="404"/>
          <ac:spMkLst>
            <pc:docMk/>
            <pc:sldMk cId="0" sldId="256"/>
            <ac:spMk id="16" creationId="{00000000-0000-0000-0000-000000000000}"/>
          </ac:spMkLst>
        </pc:spChg>
        <pc:spChg chg="mod">
          <ac:chgData name="Ejaz Mazhar" userId="b1a85b5891cc63c6" providerId="LiveId" clId="{4D6ED4DA-196B-4361-9702-9ADEFD9F83A5}" dt="2026-01-21T02:40:28.767" v="2351" actId="1076"/>
          <ac:spMkLst>
            <pc:docMk/>
            <pc:sldMk cId="0" sldId="256"/>
            <ac:spMk id="17" creationId="{00000000-0000-0000-0000-000000000000}"/>
          </ac:spMkLst>
        </pc:spChg>
        <pc:spChg chg="add mod ord">
          <ac:chgData name="Ejaz Mazhar" userId="b1a85b5891cc63c6" providerId="LiveId" clId="{4D6ED4DA-196B-4361-9702-9ADEFD9F83A5}" dt="2026-01-20T22:58:34.080" v="380" actId="14100"/>
          <ac:spMkLst>
            <pc:docMk/>
            <pc:sldMk cId="0" sldId="256"/>
            <ac:spMk id="18" creationId="{57ADCD2F-5E5F-D5E1-9764-182F763735B6}"/>
          </ac:spMkLst>
        </pc:spChg>
        <pc:spChg chg="add mod ord">
          <ac:chgData name="Ejaz Mazhar" userId="b1a85b5891cc63c6" providerId="LiveId" clId="{4D6ED4DA-196B-4361-9702-9ADEFD9F83A5}" dt="2026-01-21T02:36:04.141" v="2252" actId="14100"/>
          <ac:spMkLst>
            <pc:docMk/>
            <pc:sldMk cId="0" sldId="256"/>
            <ac:spMk id="21" creationId="{C2BEC78A-9E7A-0E2E-55A0-6BCDD0AB8FA8}"/>
          </ac:spMkLst>
        </pc:spChg>
        <pc:spChg chg="add mod ord">
          <ac:chgData name="Ejaz Mazhar" userId="b1a85b5891cc63c6" providerId="LiveId" clId="{4D6ED4DA-196B-4361-9702-9ADEFD9F83A5}" dt="2026-01-21T02:36:00.783" v="2251" actId="14100"/>
          <ac:spMkLst>
            <pc:docMk/>
            <pc:sldMk cId="0" sldId="256"/>
            <ac:spMk id="22" creationId="{71848719-58E7-732D-F80E-011FE34BE26A}"/>
          </ac:spMkLst>
        </pc:spChg>
        <pc:spChg chg="add mod">
          <ac:chgData name="Ejaz Mazhar" userId="b1a85b5891cc63c6" providerId="LiveId" clId="{4D6ED4DA-196B-4361-9702-9ADEFD9F83A5}" dt="2026-01-21T02:37:03.692" v="2326" actId="20577"/>
          <ac:spMkLst>
            <pc:docMk/>
            <pc:sldMk cId="0" sldId="256"/>
            <ac:spMk id="23" creationId="{6FF03330-EB50-7710-5C1F-BC0F087C2F67}"/>
          </ac:spMkLst>
        </pc:spChg>
        <pc:grpChg chg="del">
          <ac:chgData name="Ejaz Mazhar" userId="b1a85b5891cc63c6" providerId="LiveId" clId="{4D6ED4DA-196B-4361-9702-9ADEFD9F83A5}" dt="2026-01-20T22:22:04.771" v="6" actId="478"/>
          <ac:grpSpMkLst>
            <pc:docMk/>
            <pc:sldMk cId="0" sldId="256"/>
            <ac:grpSpMk id="10" creationId="{00000000-0000-0000-0000-000000000000}"/>
          </ac:grpSpMkLst>
        </pc:grpChg>
        <pc:picChg chg="del mod">
          <ac:chgData name="Ejaz Mazhar" userId="b1a85b5891cc63c6" providerId="LiveId" clId="{4D6ED4DA-196B-4361-9702-9ADEFD9F83A5}" dt="2026-01-20T22:26:27.140" v="75" actId="478"/>
          <ac:picMkLst>
            <pc:docMk/>
            <pc:sldMk cId="0" sldId="256"/>
            <ac:picMk id="2" creationId="{00000000-0000-0000-0000-000000000000}"/>
          </ac:picMkLst>
        </pc:picChg>
        <pc:picChg chg="add mod">
          <ac:chgData name="Ejaz Mazhar" userId="b1a85b5891cc63c6" providerId="LiveId" clId="{4D6ED4DA-196B-4361-9702-9ADEFD9F83A5}" dt="2026-01-20T22:58:27.851" v="379" actId="1076"/>
          <ac:picMkLst>
            <pc:docMk/>
            <pc:sldMk cId="0" sldId="256"/>
            <ac:picMk id="20" creationId="{B3EB4810-A31B-30A2-8241-994BED009B5D}"/>
          </ac:picMkLst>
        </pc:picChg>
      </pc:sldChg>
      <pc:sldChg chg="addSp delSp modSp mod">
        <pc:chgData name="Ejaz Mazhar" userId="b1a85b5891cc63c6" providerId="LiveId" clId="{4D6ED4DA-196B-4361-9702-9ADEFD9F83A5}" dt="2026-01-21T02:38:53.414" v="2330"/>
        <pc:sldMkLst>
          <pc:docMk/>
          <pc:sldMk cId="0" sldId="257"/>
        </pc:sldMkLst>
        <pc:spChg chg="del">
          <ac:chgData name="Ejaz Mazhar" userId="b1a85b5891cc63c6" providerId="LiveId" clId="{4D6ED4DA-196B-4361-9702-9ADEFD9F83A5}" dt="2026-01-20T22:29:26.262" v="94" actId="478"/>
          <ac:spMkLst>
            <pc:docMk/>
            <pc:sldMk cId="0" sldId="257"/>
            <ac:spMk id="14" creationId="{00000000-0000-0000-0000-000000000000}"/>
          </ac:spMkLst>
        </pc:spChg>
        <pc:spChg chg="del">
          <ac:chgData name="Ejaz Mazhar" userId="b1a85b5891cc63c6" providerId="LiveId" clId="{4D6ED4DA-196B-4361-9702-9ADEFD9F83A5}" dt="2026-01-20T22:29:27.976" v="95" actId="478"/>
          <ac:spMkLst>
            <pc:docMk/>
            <pc:sldMk cId="0" sldId="257"/>
            <ac:spMk id="15" creationId="{00000000-0000-0000-0000-000000000000}"/>
          </ac:spMkLst>
        </pc:spChg>
        <pc:spChg chg="del">
          <ac:chgData name="Ejaz Mazhar" userId="b1a85b5891cc63c6" providerId="LiveId" clId="{4D6ED4DA-196B-4361-9702-9ADEFD9F83A5}" dt="2026-01-20T22:29:57.775" v="109" actId="478"/>
          <ac:spMkLst>
            <pc:docMk/>
            <pc:sldMk cId="0" sldId="257"/>
            <ac:spMk id="16" creationId="{00000000-0000-0000-0000-000000000000}"/>
          </ac:spMkLst>
        </pc:spChg>
        <pc:spChg chg="del">
          <ac:chgData name="Ejaz Mazhar" userId="b1a85b5891cc63c6" providerId="LiveId" clId="{4D6ED4DA-196B-4361-9702-9ADEFD9F83A5}" dt="2026-01-20T22:29:31.080" v="96" actId="478"/>
          <ac:spMkLst>
            <pc:docMk/>
            <pc:sldMk cId="0" sldId="257"/>
            <ac:spMk id="17" creationId="{00000000-0000-0000-0000-000000000000}"/>
          </ac:spMkLst>
        </pc:spChg>
        <pc:spChg chg="del">
          <ac:chgData name="Ejaz Mazhar" userId="b1a85b5891cc63c6" providerId="LiveId" clId="{4D6ED4DA-196B-4361-9702-9ADEFD9F83A5}" dt="2026-01-20T22:29:33.097" v="98" actId="478"/>
          <ac:spMkLst>
            <pc:docMk/>
            <pc:sldMk cId="0" sldId="257"/>
            <ac:spMk id="18" creationId="{00000000-0000-0000-0000-000000000000}"/>
          </ac:spMkLst>
        </pc:spChg>
        <pc:spChg chg="del">
          <ac:chgData name="Ejaz Mazhar" userId="b1a85b5891cc63c6" providerId="LiveId" clId="{4D6ED4DA-196B-4361-9702-9ADEFD9F83A5}" dt="2026-01-20T22:29:31.868" v="97" actId="478"/>
          <ac:spMkLst>
            <pc:docMk/>
            <pc:sldMk cId="0" sldId="257"/>
            <ac:spMk id="19" creationId="{00000000-0000-0000-0000-000000000000}"/>
          </ac:spMkLst>
        </pc:spChg>
        <pc:spChg chg="del">
          <ac:chgData name="Ejaz Mazhar" userId="b1a85b5891cc63c6" providerId="LiveId" clId="{4D6ED4DA-196B-4361-9702-9ADEFD9F83A5}" dt="2026-01-20T22:29:39.554" v="102" actId="478"/>
          <ac:spMkLst>
            <pc:docMk/>
            <pc:sldMk cId="0" sldId="257"/>
            <ac:spMk id="20" creationId="{00000000-0000-0000-0000-000000000000}"/>
          </ac:spMkLst>
        </pc:spChg>
        <pc:spChg chg="del">
          <ac:chgData name="Ejaz Mazhar" userId="b1a85b5891cc63c6" providerId="LiveId" clId="{4D6ED4DA-196B-4361-9702-9ADEFD9F83A5}" dt="2026-01-20T22:29:36.979" v="100" actId="478"/>
          <ac:spMkLst>
            <pc:docMk/>
            <pc:sldMk cId="0" sldId="257"/>
            <ac:spMk id="21" creationId="{00000000-0000-0000-0000-000000000000}"/>
          </ac:spMkLst>
        </pc:spChg>
        <pc:spChg chg="del">
          <ac:chgData name="Ejaz Mazhar" userId="b1a85b5891cc63c6" providerId="LiveId" clId="{4D6ED4DA-196B-4361-9702-9ADEFD9F83A5}" dt="2026-01-20T22:29:40.804" v="103" actId="478"/>
          <ac:spMkLst>
            <pc:docMk/>
            <pc:sldMk cId="0" sldId="257"/>
            <ac:spMk id="22" creationId="{00000000-0000-0000-0000-000000000000}"/>
          </ac:spMkLst>
        </pc:spChg>
        <pc:spChg chg="del">
          <ac:chgData name="Ejaz Mazhar" userId="b1a85b5891cc63c6" providerId="LiveId" clId="{4D6ED4DA-196B-4361-9702-9ADEFD9F83A5}" dt="2026-01-20T22:29:42.261" v="104" actId="478"/>
          <ac:spMkLst>
            <pc:docMk/>
            <pc:sldMk cId="0" sldId="257"/>
            <ac:spMk id="23" creationId="{00000000-0000-0000-0000-000000000000}"/>
          </ac:spMkLst>
        </pc:spChg>
        <pc:spChg chg="del">
          <ac:chgData name="Ejaz Mazhar" userId="b1a85b5891cc63c6" providerId="LiveId" clId="{4D6ED4DA-196B-4361-9702-9ADEFD9F83A5}" dt="2026-01-20T22:29:46.296" v="106" actId="478"/>
          <ac:spMkLst>
            <pc:docMk/>
            <pc:sldMk cId="0" sldId="257"/>
            <ac:spMk id="25" creationId="{00000000-0000-0000-0000-000000000000}"/>
          </ac:spMkLst>
        </pc:spChg>
        <pc:spChg chg="del">
          <ac:chgData name="Ejaz Mazhar" userId="b1a85b5891cc63c6" providerId="LiveId" clId="{4D6ED4DA-196B-4361-9702-9ADEFD9F83A5}" dt="2026-01-20T22:29:44.714" v="105" actId="478"/>
          <ac:spMkLst>
            <pc:docMk/>
            <pc:sldMk cId="0" sldId="257"/>
            <ac:spMk id="26" creationId="{00000000-0000-0000-0000-000000000000}"/>
          </ac:spMkLst>
        </pc:spChg>
        <pc:spChg chg="del">
          <ac:chgData name="Ejaz Mazhar" userId="b1a85b5891cc63c6" providerId="LiveId" clId="{4D6ED4DA-196B-4361-9702-9ADEFD9F83A5}" dt="2026-01-20T22:30:46.029" v="131" actId="478"/>
          <ac:spMkLst>
            <pc:docMk/>
            <pc:sldMk cId="0" sldId="257"/>
            <ac:spMk id="27" creationId="{00000000-0000-0000-0000-000000000000}"/>
          </ac:spMkLst>
        </pc:spChg>
        <pc:spChg chg="del">
          <ac:chgData name="Ejaz Mazhar" userId="b1a85b5891cc63c6" providerId="LiveId" clId="{4D6ED4DA-196B-4361-9702-9ADEFD9F83A5}" dt="2026-01-20T22:30:46.029" v="131" actId="478"/>
          <ac:spMkLst>
            <pc:docMk/>
            <pc:sldMk cId="0" sldId="257"/>
            <ac:spMk id="28" creationId="{00000000-0000-0000-0000-000000000000}"/>
          </ac:spMkLst>
        </pc:spChg>
        <pc:spChg chg="del">
          <ac:chgData name="Ejaz Mazhar" userId="b1a85b5891cc63c6" providerId="LiveId" clId="{4D6ED4DA-196B-4361-9702-9ADEFD9F83A5}" dt="2026-01-20T22:30:20.872" v="126" actId="478"/>
          <ac:spMkLst>
            <pc:docMk/>
            <pc:sldMk cId="0" sldId="257"/>
            <ac:spMk id="29" creationId="{00000000-0000-0000-0000-000000000000}"/>
          </ac:spMkLst>
        </pc:spChg>
        <pc:spChg chg="del">
          <ac:chgData name="Ejaz Mazhar" userId="b1a85b5891cc63c6" providerId="LiveId" clId="{4D6ED4DA-196B-4361-9702-9ADEFD9F83A5}" dt="2026-01-20T22:30:04.916" v="113" actId="478"/>
          <ac:spMkLst>
            <pc:docMk/>
            <pc:sldMk cId="0" sldId="257"/>
            <ac:spMk id="30" creationId="{00000000-0000-0000-0000-000000000000}"/>
          </ac:spMkLst>
        </pc:spChg>
        <pc:spChg chg="del">
          <ac:chgData name="Ejaz Mazhar" userId="b1a85b5891cc63c6" providerId="LiveId" clId="{4D6ED4DA-196B-4361-9702-9ADEFD9F83A5}" dt="2026-01-20T22:30:47.247" v="132" actId="478"/>
          <ac:spMkLst>
            <pc:docMk/>
            <pc:sldMk cId="0" sldId="257"/>
            <ac:spMk id="31" creationId="{00000000-0000-0000-0000-000000000000}"/>
          </ac:spMkLst>
        </pc:spChg>
        <pc:spChg chg="del">
          <ac:chgData name="Ejaz Mazhar" userId="b1a85b5891cc63c6" providerId="LiveId" clId="{4D6ED4DA-196B-4361-9702-9ADEFD9F83A5}" dt="2026-01-20T22:29:56.305" v="108" actId="478"/>
          <ac:spMkLst>
            <pc:docMk/>
            <pc:sldMk cId="0" sldId="257"/>
            <ac:spMk id="32" creationId="{00000000-0000-0000-0000-000000000000}"/>
          </ac:spMkLst>
        </pc:spChg>
        <pc:spChg chg="del">
          <ac:chgData name="Ejaz Mazhar" userId="b1a85b5891cc63c6" providerId="LiveId" clId="{4D6ED4DA-196B-4361-9702-9ADEFD9F83A5}" dt="2026-01-20T22:30:46.029" v="131" actId="478"/>
          <ac:spMkLst>
            <pc:docMk/>
            <pc:sldMk cId="0" sldId="257"/>
            <ac:spMk id="33" creationId="{00000000-0000-0000-0000-000000000000}"/>
          </ac:spMkLst>
        </pc:spChg>
        <pc:spChg chg="del">
          <ac:chgData name="Ejaz Mazhar" userId="b1a85b5891cc63c6" providerId="LiveId" clId="{4D6ED4DA-196B-4361-9702-9ADEFD9F83A5}" dt="2026-01-20T22:30:46.029" v="131" actId="478"/>
          <ac:spMkLst>
            <pc:docMk/>
            <pc:sldMk cId="0" sldId="257"/>
            <ac:spMk id="34" creationId="{00000000-0000-0000-0000-000000000000}"/>
          </ac:spMkLst>
        </pc:spChg>
        <pc:spChg chg="del">
          <ac:chgData name="Ejaz Mazhar" userId="b1a85b5891cc63c6" providerId="LiveId" clId="{4D6ED4DA-196B-4361-9702-9ADEFD9F83A5}" dt="2026-01-20T22:30:16.525" v="122" actId="478"/>
          <ac:spMkLst>
            <pc:docMk/>
            <pc:sldMk cId="0" sldId="257"/>
            <ac:spMk id="35" creationId="{00000000-0000-0000-0000-000000000000}"/>
          </ac:spMkLst>
        </pc:spChg>
        <pc:spChg chg="del">
          <ac:chgData name="Ejaz Mazhar" userId="b1a85b5891cc63c6" providerId="LiveId" clId="{4D6ED4DA-196B-4361-9702-9ADEFD9F83A5}" dt="2026-01-20T22:30:10.509" v="117" actId="478"/>
          <ac:spMkLst>
            <pc:docMk/>
            <pc:sldMk cId="0" sldId="257"/>
            <ac:spMk id="36" creationId="{00000000-0000-0000-0000-000000000000}"/>
          </ac:spMkLst>
        </pc:spChg>
        <pc:spChg chg="del">
          <ac:chgData name="Ejaz Mazhar" userId="b1a85b5891cc63c6" providerId="LiveId" clId="{4D6ED4DA-196B-4361-9702-9ADEFD9F83A5}" dt="2026-01-20T22:29:34.966" v="99" actId="478"/>
          <ac:spMkLst>
            <pc:docMk/>
            <pc:sldMk cId="0" sldId="257"/>
            <ac:spMk id="37" creationId="{00000000-0000-0000-0000-000000000000}"/>
          </ac:spMkLst>
        </pc:spChg>
        <pc:spChg chg="del">
          <ac:chgData name="Ejaz Mazhar" userId="b1a85b5891cc63c6" providerId="LiveId" clId="{4D6ED4DA-196B-4361-9702-9ADEFD9F83A5}" dt="2026-01-20T22:29:51.708" v="107" actId="478"/>
          <ac:spMkLst>
            <pc:docMk/>
            <pc:sldMk cId="0" sldId="257"/>
            <ac:spMk id="38" creationId="{00000000-0000-0000-0000-000000000000}"/>
          </ac:spMkLst>
        </pc:spChg>
        <pc:spChg chg="del">
          <ac:chgData name="Ejaz Mazhar" userId="b1a85b5891cc63c6" providerId="LiveId" clId="{4D6ED4DA-196B-4361-9702-9ADEFD9F83A5}" dt="2026-01-20T22:29:51.708" v="107" actId="478"/>
          <ac:spMkLst>
            <pc:docMk/>
            <pc:sldMk cId="0" sldId="257"/>
            <ac:spMk id="39" creationId="{00000000-0000-0000-0000-000000000000}"/>
          </ac:spMkLst>
        </pc:spChg>
        <pc:spChg chg="del">
          <ac:chgData name="Ejaz Mazhar" userId="b1a85b5891cc63c6" providerId="LiveId" clId="{4D6ED4DA-196B-4361-9702-9ADEFD9F83A5}" dt="2026-01-20T22:29:51.708" v="107" actId="478"/>
          <ac:spMkLst>
            <pc:docMk/>
            <pc:sldMk cId="0" sldId="257"/>
            <ac:spMk id="40" creationId="{00000000-0000-0000-0000-000000000000}"/>
          </ac:spMkLst>
        </pc:spChg>
        <pc:spChg chg="del">
          <ac:chgData name="Ejaz Mazhar" userId="b1a85b5891cc63c6" providerId="LiveId" clId="{4D6ED4DA-196B-4361-9702-9ADEFD9F83A5}" dt="2026-01-20T22:29:51.708" v="107" actId="478"/>
          <ac:spMkLst>
            <pc:docMk/>
            <pc:sldMk cId="0" sldId="257"/>
            <ac:spMk id="41" creationId="{00000000-0000-0000-0000-000000000000}"/>
          </ac:spMkLst>
        </pc:spChg>
        <pc:spChg chg="del">
          <ac:chgData name="Ejaz Mazhar" userId="b1a85b5891cc63c6" providerId="LiveId" clId="{4D6ED4DA-196B-4361-9702-9ADEFD9F83A5}" dt="2026-01-20T22:29:51.708" v="107" actId="478"/>
          <ac:spMkLst>
            <pc:docMk/>
            <pc:sldMk cId="0" sldId="257"/>
            <ac:spMk id="42" creationId="{00000000-0000-0000-0000-000000000000}"/>
          </ac:spMkLst>
        </pc:spChg>
        <pc:spChg chg="del">
          <ac:chgData name="Ejaz Mazhar" userId="b1a85b5891cc63c6" providerId="LiveId" clId="{4D6ED4DA-196B-4361-9702-9ADEFD9F83A5}" dt="2026-01-20T22:29:51.708" v="107" actId="478"/>
          <ac:spMkLst>
            <pc:docMk/>
            <pc:sldMk cId="0" sldId="257"/>
            <ac:spMk id="43" creationId="{00000000-0000-0000-0000-000000000000}"/>
          </ac:spMkLst>
        </pc:spChg>
        <pc:spChg chg="del">
          <ac:chgData name="Ejaz Mazhar" userId="b1a85b5891cc63c6" providerId="LiveId" clId="{4D6ED4DA-196B-4361-9702-9ADEFD9F83A5}" dt="2026-01-20T22:29:51.708" v="107" actId="478"/>
          <ac:spMkLst>
            <pc:docMk/>
            <pc:sldMk cId="0" sldId="257"/>
            <ac:spMk id="44" creationId="{00000000-0000-0000-0000-000000000000}"/>
          </ac:spMkLst>
        </pc:spChg>
        <pc:spChg chg="del">
          <ac:chgData name="Ejaz Mazhar" userId="b1a85b5891cc63c6" providerId="LiveId" clId="{4D6ED4DA-196B-4361-9702-9ADEFD9F83A5}" dt="2026-01-20T22:29:51.708" v="107" actId="478"/>
          <ac:spMkLst>
            <pc:docMk/>
            <pc:sldMk cId="0" sldId="257"/>
            <ac:spMk id="45" creationId="{00000000-0000-0000-0000-000000000000}"/>
          </ac:spMkLst>
        </pc:spChg>
        <pc:spChg chg="del">
          <ac:chgData name="Ejaz Mazhar" userId="b1a85b5891cc63c6" providerId="LiveId" clId="{4D6ED4DA-196B-4361-9702-9ADEFD9F83A5}" dt="2026-01-20T22:30:19.962" v="125" actId="478"/>
          <ac:spMkLst>
            <pc:docMk/>
            <pc:sldMk cId="0" sldId="257"/>
            <ac:spMk id="46" creationId="{00000000-0000-0000-0000-000000000000}"/>
          </ac:spMkLst>
        </pc:spChg>
        <pc:spChg chg="del">
          <ac:chgData name="Ejaz Mazhar" userId="b1a85b5891cc63c6" providerId="LiveId" clId="{4D6ED4DA-196B-4361-9702-9ADEFD9F83A5}" dt="2026-01-20T22:30:13.625" v="119" actId="478"/>
          <ac:spMkLst>
            <pc:docMk/>
            <pc:sldMk cId="0" sldId="257"/>
            <ac:spMk id="47" creationId="{00000000-0000-0000-0000-000000000000}"/>
          </ac:spMkLst>
        </pc:spChg>
        <pc:spChg chg="del">
          <ac:chgData name="Ejaz Mazhar" userId="b1a85b5891cc63c6" providerId="LiveId" clId="{4D6ED4DA-196B-4361-9702-9ADEFD9F83A5}" dt="2026-01-20T22:30:41.805" v="130" actId="478"/>
          <ac:spMkLst>
            <pc:docMk/>
            <pc:sldMk cId="0" sldId="257"/>
            <ac:spMk id="48" creationId="{00000000-0000-0000-0000-000000000000}"/>
          </ac:spMkLst>
        </pc:spChg>
        <pc:spChg chg="del">
          <ac:chgData name="Ejaz Mazhar" userId="b1a85b5891cc63c6" providerId="LiveId" clId="{4D6ED4DA-196B-4361-9702-9ADEFD9F83A5}" dt="2026-01-20T22:30:12.168" v="118" actId="478"/>
          <ac:spMkLst>
            <pc:docMk/>
            <pc:sldMk cId="0" sldId="257"/>
            <ac:spMk id="51" creationId="{00000000-0000-0000-0000-000000000000}"/>
          </ac:spMkLst>
        </pc:spChg>
        <pc:spChg chg="del">
          <ac:chgData name="Ejaz Mazhar" userId="b1a85b5891cc63c6" providerId="LiveId" clId="{4D6ED4DA-196B-4361-9702-9ADEFD9F83A5}" dt="2026-01-20T22:30:07.156" v="114" actId="478"/>
          <ac:spMkLst>
            <pc:docMk/>
            <pc:sldMk cId="0" sldId="257"/>
            <ac:spMk id="57" creationId="{00000000-0000-0000-0000-000000000000}"/>
          </ac:spMkLst>
        </pc:spChg>
        <pc:spChg chg="del">
          <ac:chgData name="Ejaz Mazhar" userId="b1a85b5891cc63c6" providerId="LiveId" clId="{4D6ED4DA-196B-4361-9702-9ADEFD9F83A5}" dt="2026-01-20T22:30:18.527" v="124" actId="478"/>
          <ac:spMkLst>
            <pc:docMk/>
            <pc:sldMk cId="0" sldId="257"/>
            <ac:spMk id="58" creationId="{00000000-0000-0000-0000-000000000000}"/>
          </ac:spMkLst>
        </pc:spChg>
        <pc:spChg chg="del">
          <ac:chgData name="Ejaz Mazhar" userId="b1a85b5891cc63c6" providerId="LiveId" clId="{4D6ED4DA-196B-4361-9702-9ADEFD9F83A5}" dt="2026-01-20T22:30:14.835" v="120" actId="478"/>
          <ac:spMkLst>
            <pc:docMk/>
            <pc:sldMk cId="0" sldId="257"/>
            <ac:spMk id="60" creationId="{00000000-0000-0000-0000-000000000000}"/>
          </ac:spMkLst>
        </pc:spChg>
        <pc:spChg chg="del">
          <ac:chgData name="Ejaz Mazhar" userId="b1a85b5891cc63c6" providerId="LiveId" clId="{4D6ED4DA-196B-4361-9702-9ADEFD9F83A5}" dt="2026-01-20T22:30:46.029" v="131" actId="478"/>
          <ac:spMkLst>
            <pc:docMk/>
            <pc:sldMk cId="0" sldId="257"/>
            <ac:spMk id="61" creationId="{00000000-0000-0000-0000-000000000000}"/>
          </ac:spMkLst>
        </pc:spChg>
        <pc:spChg chg="del">
          <ac:chgData name="Ejaz Mazhar" userId="b1a85b5891cc63c6" providerId="LiveId" clId="{4D6ED4DA-196B-4361-9702-9ADEFD9F83A5}" dt="2026-01-20T22:30:46.029" v="131" actId="478"/>
          <ac:spMkLst>
            <pc:docMk/>
            <pc:sldMk cId="0" sldId="257"/>
            <ac:spMk id="62" creationId="{00000000-0000-0000-0000-000000000000}"/>
          </ac:spMkLst>
        </pc:spChg>
        <pc:spChg chg="mod">
          <ac:chgData name="Ejaz Mazhar" userId="b1a85b5891cc63c6" providerId="LiveId" clId="{4D6ED4DA-196B-4361-9702-9ADEFD9F83A5}" dt="2026-01-20T23:01:03.748" v="392" actId="1076"/>
          <ac:spMkLst>
            <pc:docMk/>
            <pc:sldMk cId="0" sldId="257"/>
            <ac:spMk id="63" creationId="{00000000-0000-0000-0000-000000000000}"/>
          </ac:spMkLst>
        </pc:spChg>
        <pc:spChg chg="add del mod">
          <ac:chgData name="Ejaz Mazhar" userId="b1a85b5891cc63c6" providerId="LiveId" clId="{4D6ED4DA-196B-4361-9702-9ADEFD9F83A5}" dt="2026-01-20T22:30:46.029" v="131" actId="478"/>
          <ac:spMkLst>
            <pc:docMk/>
            <pc:sldMk cId="0" sldId="257"/>
            <ac:spMk id="64" creationId="{00000000-0000-0000-0000-000000000000}"/>
          </ac:spMkLst>
        </pc:spChg>
        <pc:spChg chg="del">
          <ac:chgData name="Ejaz Mazhar" userId="b1a85b5891cc63c6" providerId="LiveId" clId="{4D6ED4DA-196B-4361-9702-9ADEFD9F83A5}" dt="2026-01-20T22:30:46.029" v="131" actId="478"/>
          <ac:spMkLst>
            <pc:docMk/>
            <pc:sldMk cId="0" sldId="257"/>
            <ac:spMk id="65" creationId="{00000000-0000-0000-0000-000000000000}"/>
          </ac:spMkLst>
        </pc:spChg>
        <pc:spChg chg="del">
          <ac:chgData name="Ejaz Mazhar" userId="b1a85b5891cc63c6" providerId="LiveId" clId="{4D6ED4DA-196B-4361-9702-9ADEFD9F83A5}" dt="2026-01-20T22:30:46.029" v="131" actId="478"/>
          <ac:spMkLst>
            <pc:docMk/>
            <pc:sldMk cId="0" sldId="257"/>
            <ac:spMk id="67" creationId="{00000000-0000-0000-0000-000000000000}"/>
          </ac:spMkLst>
        </pc:spChg>
        <pc:spChg chg="del">
          <ac:chgData name="Ejaz Mazhar" userId="b1a85b5891cc63c6" providerId="LiveId" clId="{4D6ED4DA-196B-4361-9702-9ADEFD9F83A5}" dt="2026-01-20T22:30:46.029" v="131" actId="478"/>
          <ac:spMkLst>
            <pc:docMk/>
            <pc:sldMk cId="0" sldId="257"/>
            <ac:spMk id="68" creationId="{00000000-0000-0000-0000-000000000000}"/>
          </ac:spMkLst>
        </pc:spChg>
        <pc:spChg chg="del">
          <ac:chgData name="Ejaz Mazhar" userId="b1a85b5891cc63c6" providerId="LiveId" clId="{4D6ED4DA-196B-4361-9702-9ADEFD9F83A5}" dt="2026-01-20T22:30:27.564" v="127" actId="478"/>
          <ac:spMkLst>
            <pc:docMk/>
            <pc:sldMk cId="0" sldId="257"/>
            <ac:spMk id="69" creationId="{00000000-0000-0000-0000-000000000000}"/>
          </ac:spMkLst>
        </pc:spChg>
        <pc:spChg chg="del mod">
          <ac:chgData name="Ejaz Mazhar" userId="b1a85b5891cc63c6" providerId="LiveId" clId="{4D6ED4DA-196B-4361-9702-9ADEFD9F83A5}" dt="2026-01-20T22:36:49.223" v="227"/>
          <ac:spMkLst>
            <pc:docMk/>
            <pc:sldMk cId="0" sldId="257"/>
            <ac:spMk id="71" creationId="{00000000-0000-0000-0000-000000000000}"/>
          </ac:spMkLst>
        </pc:spChg>
        <pc:spChg chg="del mod">
          <ac:chgData name="Ejaz Mazhar" userId="b1a85b5891cc63c6" providerId="LiveId" clId="{4D6ED4DA-196B-4361-9702-9ADEFD9F83A5}" dt="2026-01-20T22:35:59.711" v="221" actId="478"/>
          <ac:spMkLst>
            <pc:docMk/>
            <pc:sldMk cId="0" sldId="257"/>
            <ac:spMk id="72" creationId="{00000000-0000-0000-0000-000000000000}"/>
          </ac:spMkLst>
        </pc:spChg>
        <pc:spChg chg="del mod">
          <ac:chgData name="Ejaz Mazhar" userId="b1a85b5891cc63c6" providerId="LiveId" clId="{4D6ED4DA-196B-4361-9702-9ADEFD9F83A5}" dt="2026-01-20T22:18:29.838" v="3" actId="478"/>
          <ac:spMkLst>
            <pc:docMk/>
            <pc:sldMk cId="0" sldId="257"/>
            <ac:spMk id="73" creationId="{00000000-0000-0000-0000-000000000000}"/>
          </ac:spMkLst>
        </pc:spChg>
        <pc:spChg chg="del mod">
          <ac:chgData name="Ejaz Mazhar" userId="b1a85b5891cc63c6" providerId="LiveId" clId="{4D6ED4DA-196B-4361-9702-9ADEFD9F83A5}" dt="2026-01-20T22:39:47.176" v="302" actId="478"/>
          <ac:spMkLst>
            <pc:docMk/>
            <pc:sldMk cId="0" sldId="257"/>
            <ac:spMk id="74" creationId="{00000000-0000-0000-0000-000000000000}"/>
          </ac:spMkLst>
        </pc:spChg>
        <pc:spChg chg="del mod">
          <ac:chgData name="Ejaz Mazhar" userId="b1a85b5891cc63c6" providerId="LiveId" clId="{4D6ED4DA-196B-4361-9702-9ADEFD9F83A5}" dt="2026-01-20T22:43:20.481" v="332" actId="478"/>
          <ac:spMkLst>
            <pc:docMk/>
            <pc:sldMk cId="0" sldId="257"/>
            <ac:spMk id="75" creationId="{00000000-0000-0000-0000-000000000000}"/>
          </ac:spMkLst>
        </pc:spChg>
        <pc:spChg chg="del mod">
          <ac:chgData name="Ejaz Mazhar" userId="b1a85b5891cc63c6" providerId="LiveId" clId="{4D6ED4DA-196B-4361-9702-9ADEFD9F83A5}" dt="2026-01-20T22:41:03.888" v="316"/>
          <ac:spMkLst>
            <pc:docMk/>
            <pc:sldMk cId="0" sldId="257"/>
            <ac:spMk id="76" creationId="{00000000-0000-0000-0000-000000000000}"/>
          </ac:spMkLst>
        </pc:spChg>
        <pc:spChg chg="del mod">
          <ac:chgData name="Ejaz Mazhar" userId="b1a85b5891cc63c6" providerId="LiveId" clId="{4D6ED4DA-196B-4361-9702-9ADEFD9F83A5}" dt="2026-01-20T22:41:05.010" v="317" actId="478"/>
          <ac:spMkLst>
            <pc:docMk/>
            <pc:sldMk cId="0" sldId="257"/>
            <ac:spMk id="77" creationId="{00000000-0000-0000-0000-000000000000}"/>
          </ac:spMkLst>
        </pc:spChg>
        <pc:spChg chg="del mod">
          <ac:chgData name="Ejaz Mazhar" userId="b1a85b5891cc63c6" providerId="LiveId" clId="{4D6ED4DA-196B-4361-9702-9ADEFD9F83A5}" dt="2026-01-20T22:41:03.888" v="314" actId="478"/>
          <ac:spMkLst>
            <pc:docMk/>
            <pc:sldMk cId="0" sldId="257"/>
            <ac:spMk id="78" creationId="{00000000-0000-0000-0000-000000000000}"/>
          </ac:spMkLst>
        </pc:spChg>
        <pc:spChg chg="mod">
          <ac:chgData name="Ejaz Mazhar" userId="b1a85b5891cc63c6" providerId="LiveId" clId="{4D6ED4DA-196B-4361-9702-9ADEFD9F83A5}" dt="2026-01-20T22:48:52.355" v="353" actId="2711"/>
          <ac:spMkLst>
            <pc:docMk/>
            <pc:sldMk cId="0" sldId="257"/>
            <ac:spMk id="79" creationId="{00000000-0000-0000-0000-000000000000}"/>
          </ac:spMkLst>
        </pc:spChg>
        <pc:spChg chg="del">
          <ac:chgData name="Ejaz Mazhar" userId="b1a85b5891cc63c6" providerId="LiveId" clId="{4D6ED4DA-196B-4361-9702-9ADEFD9F83A5}" dt="2026-01-20T22:30:56.562" v="134" actId="478"/>
          <ac:spMkLst>
            <pc:docMk/>
            <pc:sldMk cId="0" sldId="257"/>
            <ac:spMk id="80" creationId="{00000000-0000-0000-0000-000000000000}"/>
          </ac:spMkLst>
        </pc:spChg>
        <pc:spChg chg="del">
          <ac:chgData name="Ejaz Mazhar" userId="b1a85b5891cc63c6" providerId="LiveId" clId="{4D6ED4DA-196B-4361-9702-9ADEFD9F83A5}" dt="2026-01-20T22:30:51.427" v="133" actId="478"/>
          <ac:spMkLst>
            <pc:docMk/>
            <pc:sldMk cId="0" sldId="257"/>
            <ac:spMk id="82" creationId="{FB04FB66-0984-808B-8906-B708A4B04556}"/>
          </ac:spMkLst>
        </pc:spChg>
        <pc:spChg chg="add mod ord">
          <ac:chgData name="Ejaz Mazhar" userId="b1a85b5891cc63c6" providerId="LiveId" clId="{4D6ED4DA-196B-4361-9702-9ADEFD9F83A5}" dt="2026-01-20T22:31:35.435" v="139" actId="167"/>
          <ac:spMkLst>
            <pc:docMk/>
            <pc:sldMk cId="0" sldId="257"/>
            <ac:spMk id="83" creationId="{7A2788F1-7B97-1411-D6C8-102253D40573}"/>
          </ac:spMkLst>
        </pc:spChg>
        <pc:spChg chg="add mod">
          <ac:chgData name="Ejaz Mazhar" userId="b1a85b5891cc63c6" providerId="LiveId" clId="{4D6ED4DA-196B-4361-9702-9ADEFD9F83A5}" dt="2026-01-21T02:38:53.414" v="2330"/>
          <ac:spMkLst>
            <pc:docMk/>
            <pc:sldMk cId="0" sldId="257"/>
            <ac:spMk id="85" creationId="{4986A583-610E-94A2-F375-4A0A690C52D4}"/>
          </ac:spMkLst>
        </pc:spChg>
        <pc:grpChg chg="del">
          <ac:chgData name="Ejaz Mazhar" userId="b1a85b5891cc63c6" providerId="LiveId" clId="{4D6ED4DA-196B-4361-9702-9ADEFD9F83A5}" dt="2026-01-20T22:29:38.130" v="101" actId="478"/>
          <ac:grpSpMkLst>
            <pc:docMk/>
            <pc:sldMk cId="0" sldId="257"/>
            <ac:grpSpMk id="52" creationId="{00000000-0000-0000-0000-000000000000}"/>
          </ac:grpSpMkLst>
        </pc:grpChg>
        <pc:graphicFrameChg chg="add mod modGraphic">
          <ac:chgData name="Ejaz Mazhar" userId="b1a85b5891cc63c6" providerId="LiveId" clId="{4D6ED4DA-196B-4361-9702-9ADEFD9F83A5}" dt="2026-01-20T22:50:30.365" v="361" actId="20577"/>
          <ac:graphicFrameMkLst>
            <pc:docMk/>
            <pc:sldMk cId="0" sldId="257"/>
            <ac:graphicFrameMk id="84" creationId="{4252CD19-396A-4B36-8523-5B98BE3CF0E0}"/>
          </ac:graphicFrameMkLst>
        </pc:graphicFrameChg>
        <pc:picChg chg="del">
          <ac:chgData name="Ejaz Mazhar" userId="b1a85b5891cc63c6" providerId="LiveId" clId="{4D6ED4DA-196B-4361-9702-9ADEFD9F83A5}" dt="2026-01-20T22:29:59.037" v="110" actId="478"/>
          <ac:picMkLst>
            <pc:docMk/>
            <pc:sldMk cId="0" sldId="257"/>
            <ac:picMk id="2" creationId="{00000000-0000-0000-0000-000000000000}"/>
          </ac:picMkLst>
        </pc:picChg>
        <pc:picChg chg="del">
          <ac:chgData name="Ejaz Mazhar" userId="b1a85b5891cc63c6" providerId="LiveId" clId="{4D6ED4DA-196B-4361-9702-9ADEFD9F83A5}" dt="2026-01-20T22:30:09.507" v="116" actId="478"/>
          <ac:picMkLst>
            <pc:docMk/>
            <pc:sldMk cId="0" sldId="257"/>
            <ac:picMk id="3" creationId="{00000000-0000-0000-0000-000000000000}"/>
          </ac:picMkLst>
        </pc:picChg>
        <pc:picChg chg="del">
          <ac:chgData name="Ejaz Mazhar" userId="b1a85b5891cc63c6" providerId="LiveId" clId="{4D6ED4DA-196B-4361-9702-9ADEFD9F83A5}" dt="2026-01-20T22:30:08.408" v="115" actId="478"/>
          <ac:picMkLst>
            <pc:docMk/>
            <pc:sldMk cId="0" sldId="257"/>
            <ac:picMk id="4" creationId="{00000000-0000-0000-0000-000000000000}"/>
          </ac:picMkLst>
        </pc:picChg>
        <pc:picChg chg="del">
          <ac:chgData name="Ejaz Mazhar" userId="b1a85b5891cc63c6" providerId="LiveId" clId="{4D6ED4DA-196B-4361-9702-9ADEFD9F83A5}" dt="2026-01-20T22:30:15.702" v="121" actId="478"/>
          <ac:picMkLst>
            <pc:docMk/>
            <pc:sldMk cId="0" sldId="257"/>
            <ac:picMk id="5" creationId="{00000000-0000-0000-0000-000000000000}"/>
          </ac:picMkLst>
        </pc:picChg>
        <pc:picChg chg="del">
          <ac:chgData name="Ejaz Mazhar" userId="b1a85b5891cc63c6" providerId="LiveId" clId="{4D6ED4DA-196B-4361-9702-9ADEFD9F83A5}" dt="2026-01-20T22:30:17.690" v="123" actId="478"/>
          <ac:picMkLst>
            <pc:docMk/>
            <pc:sldMk cId="0" sldId="257"/>
            <ac:picMk id="6" creationId="{00000000-0000-0000-0000-000000000000}"/>
          </ac:picMkLst>
        </pc:picChg>
        <pc:picChg chg="del">
          <ac:chgData name="Ejaz Mazhar" userId="b1a85b5891cc63c6" providerId="LiveId" clId="{4D6ED4DA-196B-4361-9702-9ADEFD9F83A5}" dt="2026-01-20T22:29:24.240" v="93" actId="478"/>
          <ac:picMkLst>
            <pc:docMk/>
            <pc:sldMk cId="0" sldId="257"/>
            <ac:picMk id="11" creationId="{00000000-0000-0000-0000-000000000000}"/>
          </ac:picMkLst>
        </pc:picChg>
        <pc:picChg chg="del">
          <ac:chgData name="Ejaz Mazhar" userId="b1a85b5891cc63c6" providerId="LiveId" clId="{4D6ED4DA-196B-4361-9702-9ADEFD9F83A5}" dt="2026-01-20T22:29:51.708" v="107" actId="478"/>
          <ac:picMkLst>
            <pc:docMk/>
            <pc:sldMk cId="0" sldId="257"/>
            <ac:picMk id="13" creationId="{00000000-0000-0000-0000-000000000000}"/>
          </ac:picMkLst>
        </pc:picChg>
      </pc:sldChg>
      <pc:sldChg chg="addSp delSp modSp mod">
        <pc:chgData name="Ejaz Mazhar" userId="b1a85b5891cc63c6" providerId="LiveId" clId="{4D6ED4DA-196B-4361-9702-9ADEFD9F83A5}" dt="2026-01-21T02:38:55.873" v="2331"/>
        <pc:sldMkLst>
          <pc:docMk/>
          <pc:sldMk cId="0" sldId="258"/>
        </pc:sldMkLst>
        <pc:spChg chg="del">
          <ac:chgData name="Ejaz Mazhar" userId="b1a85b5891cc63c6" providerId="LiveId" clId="{4D6ED4DA-196B-4361-9702-9ADEFD9F83A5}" dt="2026-01-20T23:02:39.641" v="394" actId="478"/>
          <ac:spMkLst>
            <pc:docMk/>
            <pc:sldMk cId="0" sldId="258"/>
            <ac:spMk id="8" creationId="{00000000-0000-0000-0000-000000000000}"/>
          </ac:spMkLst>
        </pc:spChg>
        <pc:spChg chg="del">
          <ac:chgData name="Ejaz Mazhar" userId="b1a85b5891cc63c6" providerId="LiveId" clId="{4D6ED4DA-196B-4361-9702-9ADEFD9F83A5}" dt="2026-01-20T23:02:43.306" v="396" actId="478"/>
          <ac:spMkLst>
            <pc:docMk/>
            <pc:sldMk cId="0" sldId="258"/>
            <ac:spMk id="9" creationId="{00000000-0000-0000-0000-000000000000}"/>
          </ac:spMkLst>
        </pc:spChg>
        <pc:spChg chg="del">
          <ac:chgData name="Ejaz Mazhar" userId="b1a85b5891cc63c6" providerId="LiveId" clId="{4D6ED4DA-196B-4361-9702-9ADEFD9F83A5}" dt="2026-01-20T23:07:01.101" v="427" actId="478"/>
          <ac:spMkLst>
            <pc:docMk/>
            <pc:sldMk cId="0" sldId="258"/>
            <ac:spMk id="10" creationId="{00000000-0000-0000-0000-000000000000}"/>
          </ac:spMkLst>
        </pc:spChg>
        <pc:spChg chg="del">
          <ac:chgData name="Ejaz Mazhar" userId="b1a85b5891cc63c6" providerId="LiveId" clId="{4D6ED4DA-196B-4361-9702-9ADEFD9F83A5}" dt="2026-01-20T23:06:54.031" v="422" actId="478"/>
          <ac:spMkLst>
            <pc:docMk/>
            <pc:sldMk cId="0" sldId="258"/>
            <ac:spMk id="11" creationId="{00000000-0000-0000-0000-000000000000}"/>
          </ac:spMkLst>
        </pc:spChg>
        <pc:spChg chg="del">
          <ac:chgData name="Ejaz Mazhar" userId="b1a85b5891cc63c6" providerId="LiveId" clId="{4D6ED4DA-196B-4361-9702-9ADEFD9F83A5}" dt="2026-01-20T23:03:27.543" v="405" actId="478"/>
          <ac:spMkLst>
            <pc:docMk/>
            <pc:sldMk cId="0" sldId="258"/>
            <ac:spMk id="12" creationId="{00000000-0000-0000-0000-000000000000}"/>
          </ac:spMkLst>
        </pc:spChg>
        <pc:spChg chg="del">
          <ac:chgData name="Ejaz Mazhar" userId="b1a85b5891cc63c6" providerId="LiveId" clId="{4D6ED4DA-196B-4361-9702-9ADEFD9F83A5}" dt="2026-01-20T23:02:53.970" v="399" actId="478"/>
          <ac:spMkLst>
            <pc:docMk/>
            <pc:sldMk cId="0" sldId="258"/>
            <ac:spMk id="13" creationId="{00000000-0000-0000-0000-000000000000}"/>
          </ac:spMkLst>
        </pc:spChg>
        <pc:spChg chg="del">
          <ac:chgData name="Ejaz Mazhar" userId="b1a85b5891cc63c6" providerId="LiveId" clId="{4D6ED4DA-196B-4361-9702-9ADEFD9F83A5}" dt="2026-01-20T23:02:52.058" v="398" actId="478"/>
          <ac:spMkLst>
            <pc:docMk/>
            <pc:sldMk cId="0" sldId="258"/>
            <ac:spMk id="14" creationId="{00000000-0000-0000-0000-000000000000}"/>
          </ac:spMkLst>
        </pc:spChg>
        <pc:spChg chg="del">
          <ac:chgData name="Ejaz Mazhar" userId="b1a85b5891cc63c6" providerId="LiveId" clId="{4D6ED4DA-196B-4361-9702-9ADEFD9F83A5}" dt="2026-01-20T23:03:27.543" v="405" actId="478"/>
          <ac:spMkLst>
            <pc:docMk/>
            <pc:sldMk cId="0" sldId="258"/>
            <ac:spMk id="15" creationId="{00000000-0000-0000-0000-000000000000}"/>
          </ac:spMkLst>
        </pc:spChg>
        <pc:spChg chg="del">
          <ac:chgData name="Ejaz Mazhar" userId="b1a85b5891cc63c6" providerId="LiveId" clId="{4D6ED4DA-196B-4361-9702-9ADEFD9F83A5}" dt="2026-01-20T23:07:02.540" v="428" actId="478"/>
          <ac:spMkLst>
            <pc:docMk/>
            <pc:sldMk cId="0" sldId="258"/>
            <ac:spMk id="16" creationId="{00000000-0000-0000-0000-000000000000}"/>
          </ac:spMkLst>
        </pc:spChg>
        <pc:spChg chg="del">
          <ac:chgData name="Ejaz Mazhar" userId="b1a85b5891cc63c6" providerId="LiveId" clId="{4D6ED4DA-196B-4361-9702-9ADEFD9F83A5}" dt="2026-01-20T23:06:57.181" v="424" actId="478"/>
          <ac:spMkLst>
            <pc:docMk/>
            <pc:sldMk cId="0" sldId="258"/>
            <ac:spMk id="17" creationId="{00000000-0000-0000-0000-000000000000}"/>
          </ac:spMkLst>
        </pc:spChg>
        <pc:spChg chg="del">
          <ac:chgData name="Ejaz Mazhar" userId="b1a85b5891cc63c6" providerId="LiveId" clId="{4D6ED4DA-196B-4361-9702-9ADEFD9F83A5}" dt="2026-01-20T23:07:56.143" v="441" actId="478"/>
          <ac:spMkLst>
            <pc:docMk/>
            <pc:sldMk cId="0" sldId="258"/>
            <ac:spMk id="18" creationId="{00000000-0000-0000-0000-000000000000}"/>
          </ac:spMkLst>
        </pc:spChg>
        <pc:spChg chg="del">
          <ac:chgData name="Ejaz Mazhar" userId="b1a85b5891cc63c6" providerId="LiveId" clId="{4D6ED4DA-196B-4361-9702-9ADEFD9F83A5}" dt="2026-01-20T23:07:58.498" v="442" actId="478"/>
          <ac:spMkLst>
            <pc:docMk/>
            <pc:sldMk cId="0" sldId="258"/>
            <ac:spMk id="19" creationId="{00000000-0000-0000-0000-000000000000}"/>
          </ac:spMkLst>
        </pc:spChg>
        <pc:spChg chg="del">
          <ac:chgData name="Ejaz Mazhar" userId="b1a85b5891cc63c6" providerId="LiveId" clId="{4D6ED4DA-196B-4361-9702-9ADEFD9F83A5}" dt="2026-01-20T23:06:55.245" v="423" actId="478"/>
          <ac:spMkLst>
            <pc:docMk/>
            <pc:sldMk cId="0" sldId="258"/>
            <ac:spMk id="20" creationId="{00000000-0000-0000-0000-000000000000}"/>
          </ac:spMkLst>
        </pc:spChg>
        <pc:spChg chg="del">
          <ac:chgData name="Ejaz Mazhar" userId="b1a85b5891cc63c6" providerId="LiveId" clId="{4D6ED4DA-196B-4361-9702-9ADEFD9F83A5}" dt="2026-01-20T23:02:37.456" v="393" actId="478"/>
          <ac:spMkLst>
            <pc:docMk/>
            <pc:sldMk cId="0" sldId="258"/>
            <ac:spMk id="21" creationId="{00000000-0000-0000-0000-000000000000}"/>
          </ac:spMkLst>
        </pc:spChg>
        <pc:spChg chg="del">
          <ac:chgData name="Ejaz Mazhar" userId="b1a85b5891cc63c6" providerId="LiveId" clId="{4D6ED4DA-196B-4361-9702-9ADEFD9F83A5}" dt="2026-01-20T23:02:41.606" v="395" actId="478"/>
          <ac:spMkLst>
            <pc:docMk/>
            <pc:sldMk cId="0" sldId="258"/>
            <ac:spMk id="22" creationId="{00000000-0000-0000-0000-000000000000}"/>
          </ac:spMkLst>
        </pc:spChg>
        <pc:spChg chg="del">
          <ac:chgData name="Ejaz Mazhar" userId="b1a85b5891cc63c6" providerId="LiveId" clId="{4D6ED4DA-196B-4361-9702-9ADEFD9F83A5}" dt="2026-01-20T23:02:50.518" v="397" actId="478"/>
          <ac:spMkLst>
            <pc:docMk/>
            <pc:sldMk cId="0" sldId="258"/>
            <ac:spMk id="23" creationId="{00000000-0000-0000-0000-000000000000}"/>
          </ac:spMkLst>
        </pc:spChg>
        <pc:spChg chg="del">
          <ac:chgData name="Ejaz Mazhar" userId="b1a85b5891cc63c6" providerId="LiveId" clId="{4D6ED4DA-196B-4361-9702-9ADEFD9F83A5}" dt="2026-01-20T23:06:58.802" v="425" actId="478"/>
          <ac:spMkLst>
            <pc:docMk/>
            <pc:sldMk cId="0" sldId="258"/>
            <ac:spMk id="24" creationId="{00000000-0000-0000-0000-000000000000}"/>
          </ac:spMkLst>
        </pc:spChg>
        <pc:spChg chg="del">
          <ac:chgData name="Ejaz Mazhar" userId="b1a85b5891cc63c6" providerId="LiveId" clId="{4D6ED4DA-196B-4361-9702-9ADEFD9F83A5}" dt="2026-01-20T23:06:59.919" v="426" actId="478"/>
          <ac:spMkLst>
            <pc:docMk/>
            <pc:sldMk cId="0" sldId="258"/>
            <ac:spMk id="25" creationId="{00000000-0000-0000-0000-000000000000}"/>
          </ac:spMkLst>
        </pc:spChg>
        <pc:spChg chg="del">
          <ac:chgData name="Ejaz Mazhar" userId="b1a85b5891cc63c6" providerId="LiveId" clId="{4D6ED4DA-196B-4361-9702-9ADEFD9F83A5}" dt="2026-01-20T23:03:27.543" v="405" actId="478"/>
          <ac:spMkLst>
            <pc:docMk/>
            <pc:sldMk cId="0" sldId="258"/>
            <ac:spMk id="26" creationId="{00000000-0000-0000-0000-000000000000}"/>
          </ac:spMkLst>
        </pc:spChg>
        <pc:spChg chg="del">
          <ac:chgData name="Ejaz Mazhar" userId="b1a85b5891cc63c6" providerId="LiveId" clId="{4D6ED4DA-196B-4361-9702-9ADEFD9F83A5}" dt="2026-01-20T23:07:59.583" v="443" actId="478"/>
          <ac:spMkLst>
            <pc:docMk/>
            <pc:sldMk cId="0" sldId="258"/>
            <ac:spMk id="27" creationId="{00000000-0000-0000-0000-000000000000}"/>
          </ac:spMkLst>
        </pc:spChg>
        <pc:spChg chg="del">
          <ac:chgData name="Ejaz Mazhar" userId="b1a85b5891cc63c6" providerId="LiveId" clId="{4D6ED4DA-196B-4361-9702-9ADEFD9F83A5}" dt="2026-01-20T23:07:04.509" v="429" actId="478"/>
          <ac:spMkLst>
            <pc:docMk/>
            <pc:sldMk cId="0" sldId="258"/>
            <ac:spMk id="28" creationId="{00000000-0000-0000-0000-000000000000}"/>
          </ac:spMkLst>
        </pc:spChg>
        <pc:spChg chg="mod">
          <ac:chgData name="Ejaz Mazhar" userId="b1a85b5891cc63c6" providerId="LiveId" clId="{4D6ED4DA-196B-4361-9702-9ADEFD9F83A5}" dt="2026-01-20T23:40:44.364" v="598" actId="255"/>
          <ac:spMkLst>
            <pc:docMk/>
            <pc:sldMk cId="0" sldId="258"/>
            <ac:spMk id="29" creationId="{00000000-0000-0000-0000-000000000000}"/>
          </ac:spMkLst>
        </pc:spChg>
        <pc:spChg chg="mod">
          <ac:chgData name="Ejaz Mazhar" userId="b1a85b5891cc63c6" providerId="LiveId" clId="{4D6ED4DA-196B-4361-9702-9ADEFD9F83A5}" dt="2026-01-20T23:35:29.154" v="535" actId="1076"/>
          <ac:spMkLst>
            <pc:docMk/>
            <pc:sldMk cId="0" sldId="258"/>
            <ac:spMk id="30" creationId="{00000000-0000-0000-0000-000000000000}"/>
          </ac:spMkLst>
        </pc:spChg>
        <pc:spChg chg="mod ord">
          <ac:chgData name="Ejaz Mazhar" userId="b1a85b5891cc63c6" providerId="LiveId" clId="{4D6ED4DA-196B-4361-9702-9ADEFD9F83A5}" dt="2026-01-20T23:32:57.107" v="516" actId="404"/>
          <ac:spMkLst>
            <pc:docMk/>
            <pc:sldMk cId="0" sldId="258"/>
            <ac:spMk id="31" creationId="{00000000-0000-0000-0000-000000000000}"/>
          </ac:spMkLst>
        </pc:spChg>
        <pc:spChg chg="del mod">
          <ac:chgData name="Ejaz Mazhar" userId="b1a85b5891cc63c6" providerId="LiveId" clId="{4D6ED4DA-196B-4361-9702-9ADEFD9F83A5}" dt="2026-01-20T23:03:01.044" v="402" actId="478"/>
          <ac:spMkLst>
            <pc:docMk/>
            <pc:sldMk cId="0" sldId="258"/>
            <ac:spMk id="33" creationId="{00000000-0000-0000-0000-000000000000}"/>
          </ac:spMkLst>
        </pc:spChg>
        <pc:spChg chg="mod">
          <ac:chgData name="Ejaz Mazhar" userId="b1a85b5891cc63c6" providerId="LiveId" clId="{4D6ED4DA-196B-4361-9702-9ADEFD9F83A5}" dt="2026-01-20T23:33:07.544" v="518" actId="404"/>
          <ac:spMkLst>
            <pc:docMk/>
            <pc:sldMk cId="0" sldId="258"/>
            <ac:spMk id="34" creationId="{00000000-0000-0000-0000-000000000000}"/>
          </ac:spMkLst>
        </pc:spChg>
        <pc:spChg chg="del">
          <ac:chgData name="Ejaz Mazhar" userId="b1a85b5891cc63c6" providerId="LiveId" clId="{4D6ED4DA-196B-4361-9702-9ADEFD9F83A5}" dt="2026-01-20T23:02:56.932" v="400" actId="478"/>
          <ac:spMkLst>
            <pc:docMk/>
            <pc:sldMk cId="0" sldId="258"/>
            <ac:spMk id="35" creationId="{00000000-0000-0000-0000-000000000000}"/>
          </ac:spMkLst>
        </pc:spChg>
        <pc:spChg chg="del">
          <ac:chgData name="Ejaz Mazhar" userId="b1a85b5891cc63c6" providerId="LiveId" clId="{4D6ED4DA-196B-4361-9702-9ADEFD9F83A5}" dt="2026-01-20T23:05:40.570" v="415" actId="478"/>
          <ac:spMkLst>
            <pc:docMk/>
            <pc:sldMk cId="0" sldId="258"/>
            <ac:spMk id="36" creationId="{00000000-0000-0000-0000-000000000000}"/>
          </ac:spMkLst>
        </pc:spChg>
        <pc:spChg chg="add del mod">
          <ac:chgData name="Ejaz Mazhar" userId="b1a85b5891cc63c6" providerId="LiveId" clId="{4D6ED4DA-196B-4361-9702-9ADEFD9F83A5}" dt="2026-01-20T23:34:43.318" v="530" actId="255"/>
          <ac:spMkLst>
            <pc:docMk/>
            <pc:sldMk cId="0" sldId="258"/>
            <ac:spMk id="37" creationId="{00000000-0000-0000-0000-000000000000}"/>
          </ac:spMkLst>
        </pc:spChg>
        <pc:spChg chg="mod">
          <ac:chgData name="Ejaz Mazhar" userId="b1a85b5891cc63c6" providerId="LiveId" clId="{4D6ED4DA-196B-4361-9702-9ADEFD9F83A5}" dt="2026-01-20T23:34:26.053" v="528" actId="255"/>
          <ac:spMkLst>
            <pc:docMk/>
            <pc:sldMk cId="0" sldId="258"/>
            <ac:spMk id="38" creationId="{00000000-0000-0000-0000-000000000000}"/>
          </ac:spMkLst>
        </pc:spChg>
        <pc:spChg chg="del">
          <ac:chgData name="Ejaz Mazhar" userId="b1a85b5891cc63c6" providerId="LiveId" clId="{4D6ED4DA-196B-4361-9702-9ADEFD9F83A5}" dt="2026-01-20T23:03:27.543" v="405" actId="478"/>
          <ac:spMkLst>
            <pc:docMk/>
            <pc:sldMk cId="0" sldId="258"/>
            <ac:spMk id="39" creationId="{00000000-0000-0000-0000-000000000000}"/>
          </ac:spMkLst>
        </pc:spChg>
        <pc:spChg chg="mod">
          <ac:chgData name="Ejaz Mazhar" userId="b1a85b5891cc63c6" providerId="LiveId" clId="{4D6ED4DA-196B-4361-9702-9ADEFD9F83A5}" dt="2026-01-20T23:33:53.719" v="525" actId="255"/>
          <ac:spMkLst>
            <pc:docMk/>
            <pc:sldMk cId="0" sldId="258"/>
            <ac:spMk id="40" creationId="{00000000-0000-0000-0000-000000000000}"/>
          </ac:spMkLst>
        </pc:spChg>
        <pc:spChg chg="del">
          <ac:chgData name="Ejaz Mazhar" userId="b1a85b5891cc63c6" providerId="LiveId" clId="{4D6ED4DA-196B-4361-9702-9ADEFD9F83A5}" dt="2026-01-20T23:08:03.164" v="444" actId="478"/>
          <ac:spMkLst>
            <pc:docMk/>
            <pc:sldMk cId="0" sldId="258"/>
            <ac:spMk id="41" creationId="{00000000-0000-0000-0000-000000000000}"/>
          </ac:spMkLst>
        </pc:spChg>
        <pc:spChg chg="mod">
          <ac:chgData name="Ejaz Mazhar" userId="b1a85b5891cc63c6" providerId="LiveId" clId="{4D6ED4DA-196B-4361-9702-9ADEFD9F83A5}" dt="2026-01-20T23:37:16.763" v="547" actId="207"/>
          <ac:spMkLst>
            <pc:docMk/>
            <pc:sldMk cId="0" sldId="258"/>
            <ac:spMk id="42" creationId="{00000000-0000-0000-0000-000000000000}"/>
          </ac:spMkLst>
        </pc:spChg>
        <pc:spChg chg="mod">
          <ac:chgData name="Ejaz Mazhar" userId="b1a85b5891cc63c6" providerId="LiveId" clId="{4D6ED4DA-196B-4361-9702-9ADEFD9F83A5}" dt="2026-01-20T23:39:12.022" v="582" actId="20577"/>
          <ac:spMkLst>
            <pc:docMk/>
            <pc:sldMk cId="0" sldId="258"/>
            <ac:spMk id="43" creationId="{00000000-0000-0000-0000-000000000000}"/>
          </ac:spMkLst>
        </pc:spChg>
        <pc:spChg chg="del">
          <ac:chgData name="Ejaz Mazhar" userId="b1a85b5891cc63c6" providerId="LiveId" clId="{4D6ED4DA-196B-4361-9702-9ADEFD9F83A5}" dt="2026-01-20T23:39:27.711" v="583" actId="478"/>
          <ac:spMkLst>
            <pc:docMk/>
            <pc:sldMk cId="0" sldId="258"/>
            <ac:spMk id="44" creationId="{00000000-0000-0000-0000-000000000000}"/>
          </ac:spMkLst>
        </pc:spChg>
        <pc:spChg chg="add mod">
          <ac:chgData name="Ejaz Mazhar" userId="b1a85b5891cc63c6" providerId="LiveId" clId="{4D6ED4DA-196B-4361-9702-9ADEFD9F83A5}" dt="2026-01-20T23:07:24.679" v="438"/>
          <ac:spMkLst>
            <pc:docMk/>
            <pc:sldMk cId="0" sldId="258"/>
            <ac:spMk id="49" creationId="{D4959762-0DED-9F23-0BD1-603A629CA31D}"/>
          </ac:spMkLst>
        </pc:spChg>
        <pc:spChg chg="add mod">
          <ac:chgData name="Ejaz Mazhar" userId="b1a85b5891cc63c6" providerId="LiveId" clId="{4D6ED4DA-196B-4361-9702-9ADEFD9F83A5}" dt="2026-01-20T23:07:24.250" v="437"/>
          <ac:spMkLst>
            <pc:docMk/>
            <pc:sldMk cId="0" sldId="258"/>
            <ac:spMk id="50" creationId="{84FD8C6A-602A-4D57-77CE-647603DB9D2C}"/>
          </ac:spMkLst>
        </pc:spChg>
        <pc:spChg chg="add mod">
          <ac:chgData name="Ejaz Mazhar" userId="b1a85b5891cc63c6" providerId="LiveId" clId="{4D6ED4DA-196B-4361-9702-9ADEFD9F83A5}" dt="2026-01-20T23:07:23.930" v="436"/>
          <ac:spMkLst>
            <pc:docMk/>
            <pc:sldMk cId="0" sldId="258"/>
            <ac:spMk id="51" creationId="{7CCDA047-F95B-5638-6051-ACCA0155A027}"/>
          </ac:spMkLst>
        </pc:spChg>
        <pc:spChg chg="add mod ord">
          <ac:chgData name="Ejaz Mazhar" userId="b1a85b5891cc63c6" providerId="LiveId" clId="{4D6ED4DA-196B-4361-9702-9ADEFD9F83A5}" dt="2026-01-20T23:28:04.360" v="470" actId="1582"/>
          <ac:spMkLst>
            <pc:docMk/>
            <pc:sldMk cId="0" sldId="258"/>
            <ac:spMk id="58" creationId="{BBBFBF95-441B-7960-C5E9-561EA696D185}"/>
          </ac:spMkLst>
        </pc:spChg>
        <pc:spChg chg="add mod ord">
          <ac:chgData name="Ejaz Mazhar" userId="b1a85b5891cc63c6" providerId="LiveId" clId="{4D6ED4DA-196B-4361-9702-9ADEFD9F83A5}" dt="2026-01-20T23:32:44.825" v="515" actId="554"/>
          <ac:spMkLst>
            <pc:docMk/>
            <pc:sldMk cId="0" sldId="258"/>
            <ac:spMk id="59" creationId="{CE793DF2-40EF-EF61-FBC7-1A647CCAAAD5}"/>
          </ac:spMkLst>
        </pc:spChg>
        <pc:spChg chg="add mod ord">
          <ac:chgData name="Ejaz Mazhar" userId="b1a85b5891cc63c6" providerId="LiveId" clId="{4D6ED4DA-196B-4361-9702-9ADEFD9F83A5}" dt="2026-01-20T23:30:29.984" v="499" actId="167"/>
          <ac:spMkLst>
            <pc:docMk/>
            <pc:sldMk cId="0" sldId="258"/>
            <ac:spMk id="60" creationId="{F0FBFCEB-8AD9-B942-152A-19AD704AE102}"/>
          </ac:spMkLst>
        </pc:spChg>
        <pc:spChg chg="add mod ord">
          <ac:chgData name="Ejaz Mazhar" userId="b1a85b5891cc63c6" providerId="LiveId" clId="{4D6ED4DA-196B-4361-9702-9ADEFD9F83A5}" dt="2026-01-20T23:32:44.825" v="515" actId="554"/>
          <ac:spMkLst>
            <pc:docMk/>
            <pc:sldMk cId="0" sldId="258"/>
            <ac:spMk id="61" creationId="{B67FBC92-9A4F-BE48-0BF5-E5F2CF9F81A1}"/>
          </ac:spMkLst>
        </pc:spChg>
        <pc:spChg chg="add mod ord">
          <ac:chgData name="Ejaz Mazhar" userId="b1a85b5891cc63c6" providerId="LiveId" clId="{4D6ED4DA-196B-4361-9702-9ADEFD9F83A5}" dt="2026-01-20T23:37:55.257" v="550" actId="167"/>
          <ac:spMkLst>
            <pc:docMk/>
            <pc:sldMk cId="0" sldId="258"/>
            <ac:spMk id="62" creationId="{34AE63A7-A6CD-701C-C82A-74574F4D18AA}"/>
          </ac:spMkLst>
        </pc:spChg>
        <pc:spChg chg="add mod ord">
          <ac:chgData name="Ejaz Mazhar" userId="b1a85b5891cc63c6" providerId="LiveId" clId="{4D6ED4DA-196B-4361-9702-9ADEFD9F83A5}" dt="2026-01-20T23:37:48.536" v="549" actId="207"/>
          <ac:spMkLst>
            <pc:docMk/>
            <pc:sldMk cId="0" sldId="258"/>
            <ac:spMk id="63" creationId="{1E20EEFB-EDD4-F129-A446-F954B906D0B9}"/>
          </ac:spMkLst>
        </pc:spChg>
        <pc:spChg chg="add mod">
          <ac:chgData name="Ejaz Mazhar" userId="b1a85b5891cc63c6" providerId="LiveId" clId="{4D6ED4DA-196B-4361-9702-9ADEFD9F83A5}" dt="2026-01-21T02:38:55.873" v="2331"/>
          <ac:spMkLst>
            <pc:docMk/>
            <pc:sldMk cId="0" sldId="258"/>
            <ac:spMk id="64" creationId="{06EB49E4-3181-7E00-2C37-3387D431AB50}"/>
          </ac:spMkLst>
        </pc:spChg>
        <pc:picChg chg="del">
          <ac:chgData name="Ejaz Mazhar" userId="b1a85b5891cc63c6" providerId="LiveId" clId="{4D6ED4DA-196B-4361-9702-9ADEFD9F83A5}" dt="2026-01-20T23:03:35.328" v="407" actId="478"/>
          <ac:picMkLst>
            <pc:docMk/>
            <pc:sldMk cId="0" sldId="258"/>
            <ac:picMk id="2" creationId="{00000000-0000-0000-0000-000000000000}"/>
          </ac:picMkLst>
        </pc:picChg>
        <pc:picChg chg="del mod">
          <ac:chgData name="Ejaz Mazhar" userId="b1a85b5891cc63c6" providerId="LiveId" clId="{4D6ED4DA-196B-4361-9702-9ADEFD9F83A5}" dt="2026-01-20T23:03:22.237" v="404" actId="478"/>
          <ac:picMkLst>
            <pc:docMk/>
            <pc:sldMk cId="0" sldId="258"/>
            <ac:picMk id="3" creationId="{00000000-0000-0000-0000-000000000000}"/>
          </ac:picMkLst>
        </pc:picChg>
        <pc:picChg chg="del">
          <ac:chgData name="Ejaz Mazhar" userId="b1a85b5891cc63c6" providerId="LiveId" clId="{4D6ED4DA-196B-4361-9702-9ADEFD9F83A5}" dt="2026-01-20T23:03:31.903" v="406" actId="478"/>
          <ac:picMkLst>
            <pc:docMk/>
            <pc:sldMk cId="0" sldId="258"/>
            <ac:picMk id="4" creationId="{00000000-0000-0000-0000-000000000000}"/>
          </ac:picMkLst>
        </pc:picChg>
        <pc:picChg chg="del">
          <ac:chgData name="Ejaz Mazhar" userId="b1a85b5891cc63c6" providerId="LiveId" clId="{4D6ED4DA-196B-4361-9702-9ADEFD9F83A5}" dt="2026-01-20T23:03:27.543" v="405" actId="478"/>
          <ac:picMkLst>
            <pc:docMk/>
            <pc:sldMk cId="0" sldId="258"/>
            <ac:picMk id="5" creationId="{00000000-0000-0000-0000-000000000000}"/>
          </ac:picMkLst>
        </pc:picChg>
        <pc:picChg chg="del">
          <ac:chgData name="Ejaz Mazhar" userId="b1a85b5891cc63c6" providerId="LiveId" clId="{4D6ED4DA-196B-4361-9702-9ADEFD9F83A5}" dt="2026-01-20T23:03:27.543" v="405" actId="478"/>
          <ac:picMkLst>
            <pc:docMk/>
            <pc:sldMk cId="0" sldId="258"/>
            <ac:picMk id="6" creationId="{00000000-0000-0000-0000-000000000000}"/>
          </ac:picMkLst>
        </pc:picChg>
        <pc:picChg chg="del">
          <ac:chgData name="Ejaz Mazhar" userId="b1a85b5891cc63c6" providerId="LiveId" clId="{4D6ED4DA-196B-4361-9702-9ADEFD9F83A5}" dt="2026-01-20T23:03:27.543" v="405" actId="478"/>
          <ac:picMkLst>
            <pc:docMk/>
            <pc:sldMk cId="0" sldId="258"/>
            <ac:picMk id="7" creationId="{00000000-0000-0000-0000-000000000000}"/>
          </ac:picMkLst>
        </pc:picChg>
        <pc:picChg chg="add mod">
          <ac:chgData name="Ejaz Mazhar" userId="b1a85b5891cc63c6" providerId="LiveId" clId="{4D6ED4DA-196B-4361-9702-9ADEFD9F83A5}" dt="2026-01-20T23:05:32.651" v="414" actId="14861"/>
          <ac:picMkLst>
            <pc:docMk/>
            <pc:sldMk cId="0" sldId="258"/>
            <ac:picMk id="46" creationId="{0DC47488-5C83-AD49-10D9-18574118048A}"/>
          </ac:picMkLst>
        </pc:picChg>
        <pc:picChg chg="add mod">
          <ac:chgData name="Ejaz Mazhar" userId="b1a85b5891cc63c6" providerId="LiveId" clId="{4D6ED4DA-196B-4361-9702-9ADEFD9F83A5}" dt="2026-01-20T23:06:25.244" v="420" actId="108"/>
          <ac:picMkLst>
            <pc:docMk/>
            <pc:sldMk cId="0" sldId="258"/>
            <ac:picMk id="48" creationId="{9CCC11ED-98F9-210A-AA7E-BFEC40CE8212}"/>
          </ac:picMkLst>
        </pc:picChg>
        <pc:picChg chg="add mod">
          <ac:chgData name="Ejaz Mazhar" userId="b1a85b5891cc63c6" providerId="LiveId" clId="{4D6ED4DA-196B-4361-9702-9ADEFD9F83A5}" dt="2026-01-20T23:37:38.098" v="548" actId="207"/>
          <ac:picMkLst>
            <pc:docMk/>
            <pc:sldMk cId="0" sldId="258"/>
            <ac:picMk id="53" creationId="{836ECAF6-CE2B-D0EB-DB24-B4D25211D91F}"/>
          </ac:picMkLst>
        </pc:picChg>
        <pc:picChg chg="add mod">
          <ac:chgData name="Ejaz Mazhar" userId="b1a85b5891cc63c6" providerId="LiveId" clId="{4D6ED4DA-196B-4361-9702-9ADEFD9F83A5}" dt="2026-01-20T23:25:24.281" v="460" actId="108"/>
          <ac:picMkLst>
            <pc:docMk/>
            <pc:sldMk cId="0" sldId="258"/>
            <ac:picMk id="55" creationId="{6F07504F-50BB-5DF0-B8F4-B2A7C894FC92}"/>
          </ac:picMkLst>
        </pc:picChg>
        <pc:picChg chg="add mod">
          <ac:chgData name="Ejaz Mazhar" userId="b1a85b5891cc63c6" providerId="LiveId" clId="{4D6ED4DA-196B-4361-9702-9ADEFD9F83A5}" dt="2026-01-20T23:27:00.449" v="464" actId="108"/>
          <ac:picMkLst>
            <pc:docMk/>
            <pc:sldMk cId="0" sldId="258"/>
            <ac:picMk id="57" creationId="{527DE4E3-A632-56E9-D30E-94BD6D0788F4}"/>
          </ac:picMkLst>
        </pc:picChg>
      </pc:sldChg>
      <pc:sldChg chg="addSp delSp modSp mod">
        <pc:chgData name="Ejaz Mazhar" userId="b1a85b5891cc63c6" providerId="LiveId" clId="{4D6ED4DA-196B-4361-9702-9ADEFD9F83A5}" dt="2026-01-21T02:38:58.613" v="2332"/>
        <pc:sldMkLst>
          <pc:docMk/>
          <pc:sldMk cId="0" sldId="259"/>
        </pc:sldMkLst>
        <pc:spChg chg="del">
          <ac:chgData name="Ejaz Mazhar" userId="b1a85b5891cc63c6" providerId="LiveId" clId="{4D6ED4DA-196B-4361-9702-9ADEFD9F83A5}" dt="2026-01-20T23:39:47.161" v="586" actId="478"/>
          <ac:spMkLst>
            <pc:docMk/>
            <pc:sldMk cId="0" sldId="259"/>
            <ac:spMk id="5" creationId="{00000000-0000-0000-0000-000000000000}"/>
          </ac:spMkLst>
        </pc:spChg>
        <pc:spChg chg="del">
          <ac:chgData name="Ejaz Mazhar" userId="b1a85b5891cc63c6" providerId="LiveId" clId="{4D6ED4DA-196B-4361-9702-9ADEFD9F83A5}" dt="2026-01-20T23:39:44.698" v="584" actId="478"/>
          <ac:spMkLst>
            <pc:docMk/>
            <pc:sldMk cId="0" sldId="259"/>
            <ac:spMk id="6" creationId="{00000000-0000-0000-0000-000000000000}"/>
          </ac:spMkLst>
        </pc:spChg>
        <pc:spChg chg="del">
          <ac:chgData name="Ejaz Mazhar" userId="b1a85b5891cc63c6" providerId="LiveId" clId="{4D6ED4DA-196B-4361-9702-9ADEFD9F83A5}" dt="2026-01-20T23:39:59.321" v="593" actId="478"/>
          <ac:spMkLst>
            <pc:docMk/>
            <pc:sldMk cId="0" sldId="259"/>
            <ac:spMk id="7" creationId="{00000000-0000-0000-0000-000000000000}"/>
          </ac:spMkLst>
        </pc:spChg>
        <pc:spChg chg="del">
          <ac:chgData name="Ejaz Mazhar" userId="b1a85b5891cc63c6" providerId="LiveId" clId="{4D6ED4DA-196B-4361-9702-9ADEFD9F83A5}" dt="2026-01-20T23:39:59.321" v="593" actId="478"/>
          <ac:spMkLst>
            <pc:docMk/>
            <pc:sldMk cId="0" sldId="259"/>
            <ac:spMk id="8" creationId="{00000000-0000-0000-0000-000000000000}"/>
          </ac:spMkLst>
        </pc:spChg>
        <pc:spChg chg="del">
          <ac:chgData name="Ejaz Mazhar" userId="b1a85b5891cc63c6" providerId="LiveId" clId="{4D6ED4DA-196B-4361-9702-9ADEFD9F83A5}" dt="2026-01-20T23:39:59.321" v="593" actId="478"/>
          <ac:spMkLst>
            <pc:docMk/>
            <pc:sldMk cId="0" sldId="259"/>
            <ac:spMk id="9" creationId="{00000000-0000-0000-0000-000000000000}"/>
          </ac:spMkLst>
        </pc:spChg>
        <pc:spChg chg="del">
          <ac:chgData name="Ejaz Mazhar" userId="b1a85b5891cc63c6" providerId="LiveId" clId="{4D6ED4DA-196B-4361-9702-9ADEFD9F83A5}" dt="2026-01-20T23:39:59.321" v="593" actId="478"/>
          <ac:spMkLst>
            <pc:docMk/>
            <pc:sldMk cId="0" sldId="259"/>
            <ac:spMk id="10" creationId="{00000000-0000-0000-0000-000000000000}"/>
          </ac:spMkLst>
        </pc:spChg>
        <pc:spChg chg="del">
          <ac:chgData name="Ejaz Mazhar" userId="b1a85b5891cc63c6" providerId="LiveId" clId="{4D6ED4DA-196B-4361-9702-9ADEFD9F83A5}" dt="2026-01-20T23:39:49.730" v="588" actId="478"/>
          <ac:spMkLst>
            <pc:docMk/>
            <pc:sldMk cId="0" sldId="259"/>
            <ac:spMk id="11" creationId="{00000000-0000-0000-0000-000000000000}"/>
          </ac:spMkLst>
        </pc:spChg>
        <pc:spChg chg="del">
          <ac:chgData name="Ejaz Mazhar" userId="b1a85b5891cc63c6" providerId="LiveId" clId="{4D6ED4DA-196B-4361-9702-9ADEFD9F83A5}" dt="2026-01-20T23:39:51.153" v="589" actId="478"/>
          <ac:spMkLst>
            <pc:docMk/>
            <pc:sldMk cId="0" sldId="259"/>
            <ac:spMk id="12" creationId="{00000000-0000-0000-0000-000000000000}"/>
          </ac:spMkLst>
        </pc:spChg>
        <pc:spChg chg="del">
          <ac:chgData name="Ejaz Mazhar" userId="b1a85b5891cc63c6" providerId="LiveId" clId="{4D6ED4DA-196B-4361-9702-9ADEFD9F83A5}" dt="2026-01-20T23:39:55.533" v="592" actId="478"/>
          <ac:spMkLst>
            <pc:docMk/>
            <pc:sldMk cId="0" sldId="259"/>
            <ac:spMk id="13" creationId="{00000000-0000-0000-0000-000000000000}"/>
          </ac:spMkLst>
        </pc:spChg>
        <pc:spChg chg="del">
          <ac:chgData name="Ejaz Mazhar" userId="b1a85b5891cc63c6" providerId="LiveId" clId="{4D6ED4DA-196B-4361-9702-9ADEFD9F83A5}" dt="2026-01-20T23:39:55.533" v="592" actId="478"/>
          <ac:spMkLst>
            <pc:docMk/>
            <pc:sldMk cId="0" sldId="259"/>
            <ac:spMk id="14" creationId="{00000000-0000-0000-0000-000000000000}"/>
          </ac:spMkLst>
        </pc:spChg>
        <pc:spChg chg="del">
          <ac:chgData name="Ejaz Mazhar" userId="b1a85b5891cc63c6" providerId="LiveId" clId="{4D6ED4DA-196B-4361-9702-9ADEFD9F83A5}" dt="2026-01-20T23:39:55.533" v="592" actId="478"/>
          <ac:spMkLst>
            <pc:docMk/>
            <pc:sldMk cId="0" sldId="259"/>
            <ac:spMk id="15" creationId="{00000000-0000-0000-0000-000000000000}"/>
          </ac:spMkLst>
        </pc:spChg>
        <pc:spChg chg="del">
          <ac:chgData name="Ejaz Mazhar" userId="b1a85b5891cc63c6" providerId="LiveId" clId="{4D6ED4DA-196B-4361-9702-9ADEFD9F83A5}" dt="2026-01-20T23:39:55.533" v="592" actId="478"/>
          <ac:spMkLst>
            <pc:docMk/>
            <pc:sldMk cId="0" sldId="259"/>
            <ac:spMk id="16" creationId="{00000000-0000-0000-0000-000000000000}"/>
          </ac:spMkLst>
        </pc:spChg>
        <pc:spChg chg="del">
          <ac:chgData name="Ejaz Mazhar" userId="b1a85b5891cc63c6" providerId="LiveId" clId="{4D6ED4DA-196B-4361-9702-9ADEFD9F83A5}" dt="2026-01-20T23:39:52.411" v="590" actId="478"/>
          <ac:spMkLst>
            <pc:docMk/>
            <pc:sldMk cId="0" sldId="259"/>
            <ac:spMk id="17" creationId="{00000000-0000-0000-0000-000000000000}"/>
          </ac:spMkLst>
        </pc:spChg>
        <pc:spChg chg="del">
          <ac:chgData name="Ejaz Mazhar" userId="b1a85b5891cc63c6" providerId="LiveId" clId="{4D6ED4DA-196B-4361-9702-9ADEFD9F83A5}" dt="2026-01-20T23:39:45.993" v="585" actId="478"/>
          <ac:spMkLst>
            <pc:docMk/>
            <pc:sldMk cId="0" sldId="259"/>
            <ac:spMk id="18" creationId="{00000000-0000-0000-0000-000000000000}"/>
          </ac:spMkLst>
        </pc:spChg>
        <pc:spChg chg="del">
          <ac:chgData name="Ejaz Mazhar" userId="b1a85b5891cc63c6" providerId="LiveId" clId="{4D6ED4DA-196B-4361-9702-9ADEFD9F83A5}" dt="2026-01-20T23:39:59.321" v="593" actId="478"/>
          <ac:spMkLst>
            <pc:docMk/>
            <pc:sldMk cId="0" sldId="259"/>
            <ac:spMk id="19" creationId="{00000000-0000-0000-0000-000000000000}"/>
          </ac:spMkLst>
        </pc:spChg>
        <pc:spChg chg="del">
          <ac:chgData name="Ejaz Mazhar" userId="b1a85b5891cc63c6" providerId="LiveId" clId="{4D6ED4DA-196B-4361-9702-9ADEFD9F83A5}" dt="2026-01-20T23:39:59.321" v="593" actId="478"/>
          <ac:spMkLst>
            <pc:docMk/>
            <pc:sldMk cId="0" sldId="259"/>
            <ac:spMk id="20" creationId="{00000000-0000-0000-0000-000000000000}"/>
          </ac:spMkLst>
        </pc:spChg>
        <pc:spChg chg="del">
          <ac:chgData name="Ejaz Mazhar" userId="b1a85b5891cc63c6" providerId="LiveId" clId="{4D6ED4DA-196B-4361-9702-9ADEFD9F83A5}" dt="2026-01-20T23:39:59.321" v="593" actId="478"/>
          <ac:spMkLst>
            <pc:docMk/>
            <pc:sldMk cId="0" sldId="259"/>
            <ac:spMk id="21" creationId="{00000000-0000-0000-0000-000000000000}"/>
          </ac:spMkLst>
        </pc:spChg>
        <pc:spChg chg="del">
          <ac:chgData name="Ejaz Mazhar" userId="b1a85b5891cc63c6" providerId="LiveId" clId="{4D6ED4DA-196B-4361-9702-9ADEFD9F83A5}" dt="2026-01-20T23:39:59.321" v="593" actId="478"/>
          <ac:spMkLst>
            <pc:docMk/>
            <pc:sldMk cId="0" sldId="259"/>
            <ac:spMk id="22" creationId="{00000000-0000-0000-0000-000000000000}"/>
          </ac:spMkLst>
        </pc:spChg>
        <pc:spChg chg="del">
          <ac:chgData name="Ejaz Mazhar" userId="b1a85b5891cc63c6" providerId="LiveId" clId="{4D6ED4DA-196B-4361-9702-9ADEFD9F83A5}" dt="2026-01-20T23:39:55.533" v="592" actId="478"/>
          <ac:spMkLst>
            <pc:docMk/>
            <pc:sldMk cId="0" sldId="259"/>
            <ac:spMk id="23" creationId="{00000000-0000-0000-0000-000000000000}"/>
          </ac:spMkLst>
        </pc:spChg>
        <pc:spChg chg="del">
          <ac:chgData name="Ejaz Mazhar" userId="b1a85b5891cc63c6" providerId="LiveId" clId="{4D6ED4DA-196B-4361-9702-9ADEFD9F83A5}" dt="2026-01-20T23:39:59.321" v="593" actId="478"/>
          <ac:spMkLst>
            <pc:docMk/>
            <pc:sldMk cId="0" sldId="259"/>
            <ac:spMk id="25" creationId="{00000000-0000-0000-0000-000000000000}"/>
          </ac:spMkLst>
        </pc:spChg>
        <pc:spChg chg="del">
          <ac:chgData name="Ejaz Mazhar" userId="b1a85b5891cc63c6" providerId="LiveId" clId="{4D6ED4DA-196B-4361-9702-9ADEFD9F83A5}" dt="2026-01-20T23:39:48.872" v="587" actId="478"/>
          <ac:spMkLst>
            <pc:docMk/>
            <pc:sldMk cId="0" sldId="259"/>
            <ac:spMk id="26" creationId="{00000000-0000-0000-0000-000000000000}"/>
          </ac:spMkLst>
        </pc:spChg>
        <pc:spChg chg="mod">
          <ac:chgData name="Ejaz Mazhar" userId="b1a85b5891cc63c6" providerId="LiveId" clId="{4D6ED4DA-196B-4361-9702-9ADEFD9F83A5}" dt="2026-01-20T23:41:08.368" v="602" actId="1076"/>
          <ac:spMkLst>
            <pc:docMk/>
            <pc:sldMk cId="0" sldId="259"/>
            <ac:spMk id="27" creationId="{00000000-0000-0000-0000-000000000000}"/>
          </ac:spMkLst>
        </pc:spChg>
        <pc:spChg chg="mod">
          <ac:chgData name="Ejaz Mazhar" userId="b1a85b5891cc63c6" providerId="LiveId" clId="{4D6ED4DA-196B-4361-9702-9ADEFD9F83A5}" dt="2026-01-20T23:41:39.428" v="603" actId="2711"/>
          <ac:spMkLst>
            <pc:docMk/>
            <pc:sldMk cId="0" sldId="259"/>
            <ac:spMk id="28" creationId="{00000000-0000-0000-0000-000000000000}"/>
          </ac:spMkLst>
        </pc:spChg>
        <pc:spChg chg="del">
          <ac:chgData name="Ejaz Mazhar" userId="b1a85b5891cc63c6" providerId="LiveId" clId="{4D6ED4DA-196B-4361-9702-9ADEFD9F83A5}" dt="2026-01-20T23:39:59.321" v="593" actId="478"/>
          <ac:spMkLst>
            <pc:docMk/>
            <pc:sldMk cId="0" sldId="259"/>
            <ac:spMk id="29" creationId="{00000000-0000-0000-0000-000000000000}"/>
          </ac:spMkLst>
        </pc:spChg>
        <pc:spChg chg="mod">
          <ac:chgData name="Ejaz Mazhar" userId="b1a85b5891cc63c6" providerId="LiveId" clId="{4D6ED4DA-196B-4361-9702-9ADEFD9F83A5}" dt="2026-01-20T23:50:45.640" v="671" actId="255"/>
          <ac:spMkLst>
            <pc:docMk/>
            <pc:sldMk cId="0" sldId="259"/>
            <ac:spMk id="30" creationId="{00000000-0000-0000-0000-000000000000}"/>
          </ac:spMkLst>
        </pc:spChg>
        <pc:spChg chg="mod">
          <ac:chgData name="Ejaz Mazhar" userId="b1a85b5891cc63c6" providerId="LiveId" clId="{4D6ED4DA-196B-4361-9702-9ADEFD9F83A5}" dt="2026-01-20T23:41:39.428" v="603" actId="2711"/>
          <ac:spMkLst>
            <pc:docMk/>
            <pc:sldMk cId="0" sldId="259"/>
            <ac:spMk id="31" creationId="{00000000-0000-0000-0000-000000000000}"/>
          </ac:spMkLst>
        </pc:spChg>
        <pc:spChg chg="mod">
          <ac:chgData name="Ejaz Mazhar" userId="b1a85b5891cc63c6" providerId="LiveId" clId="{4D6ED4DA-196B-4361-9702-9ADEFD9F83A5}" dt="2026-01-20T23:50:49.686" v="672" actId="404"/>
          <ac:spMkLst>
            <pc:docMk/>
            <pc:sldMk cId="0" sldId="259"/>
            <ac:spMk id="32" creationId="{00000000-0000-0000-0000-000000000000}"/>
          </ac:spMkLst>
        </pc:spChg>
        <pc:spChg chg="mod">
          <ac:chgData name="Ejaz Mazhar" userId="b1a85b5891cc63c6" providerId="LiveId" clId="{4D6ED4DA-196B-4361-9702-9ADEFD9F83A5}" dt="2026-01-20T23:44:14.269" v="625" actId="2085"/>
          <ac:spMkLst>
            <pc:docMk/>
            <pc:sldMk cId="0" sldId="259"/>
            <ac:spMk id="33" creationId="{00000000-0000-0000-0000-000000000000}"/>
          </ac:spMkLst>
        </pc:spChg>
        <pc:spChg chg="add mod ord">
          <ac:chgData name="Ejaz Mazhar" userId="b1a85b5891cc63c6" providerId="LiveId" clId="{4D6ED4DA-196B-4361-9702-9ADEFD9F83A5}" dt="2026-01-20T23:47:24.146" v="642" actId="108"/>
          <ac:spMkLst>
            <pc:docMk/>
            <pc:sldMk cId="0" sldId="259"/>
            <ac:spMk id="35" creationId="{2D45E850-FDC0-4F1E-810A-0B0F825FFDC3}"/>
          </ac:spMkLst>
        </pc:spChg>
        <pc:spChg chg="add mod ord">
          <ac:chgData name="Ejaz Mazhar" userId="b1a85b5891cc63c6" providerId="LiveId" clId="{4D6ED4DA-196B-4361-9702-9ADEFD9F83A5}" dt="2026-01-20T23:50:05.706" v="668" actId="1076"/>
          <ac:spMkLst>
            <pc:docMk/>
            <pc:sldMk cId="0" sldId="259"/>
            <ac:spMk id="36" creationId="{7DFB7733-F1BD-D366-0D31-C6BCAD7EC8E7}"/>
          </ac:spMkLst>
        </pc:spChg>
        <pc:spChg chg="add mod ord">
          <ac:chgData name="Ejaz Mazhar" userId="b1a85b5891cc63c6" providerId="LiveId" clId="{4D6ED4DA-196B-4361-9702-9ADEFD9F83A5}" dt="2026-01-20T23:44:57.479" v="634" actId="1582"/>
          <ac:spMkLst>
            <pc:docMk/>
            <pc:sldMk cId="0" sldId="259"/>
            <ac:spMk id="37" creationId="{D445D1D7-B458-073D-CE5C-7785A1B56B02}"/>
          </ac:spMkLst>
        </pc:spChg>
        <pc:spChg chg="add mod">
          <ac:chgData name="Ejaz Mazhar" userId="b1a85b5891cc63c6" providerId="LiveId" clId="{4D6ED4DA-196B-4361-9702-9ADEFD9F83A5}" dt="2026-01-21T02:38:58.613" v="2332"/>
          <ac:spMkLst>
            <pc:docMk/>
            <pc:sldMk cId="0" sldId="259"/>
            <ac:spMk id="44" creationId="{2ED2DEC4-A0D3-DBB6-1A60-8D1597513E15}"/>
          </ac:spMkLst>
        </pc:spChg>
        <pc:picChg chg="del">
          <ac:chgData name="Ejaz Mazhar" userId="b1a85b5891cc63c6" providerId="LiveId" clId="{4D6ED4DA-196B-4361-9702-9ADEFD9F83A5}" dt="2026-01-20T23:39:55.533" v="592" actId="478"/>
          <ac:picMkLst>
            <pc:docMk/>
            <pc:sldMk cId="0" sldId="259"/>
            <ac:picMk id="3" creationId="{00000000-0000-0000-0000-000000000000}"/>
          </ac:picMkLst>
        </pc:picChg>
        <pc:picChg chg="del">
          <ac:chgData name="Ejaz Mazhar" userId="b1a85b5891cc63c6" providerId="LiveId" clId="{4D6ED4DA-196B-4361-9702-9ADEFD9F83A5}" dt="2026-01-20T23:39:53.298" v="591" actId="478"/>
          <ac:picMkLst>
            <pc:docMk/>
            <pc:sldMk cId="0" sldId="259"/>
            <ac:picMk id="4" creationId="{00000000-0000-0000-0000-000000000000}"/>
          </ac:picMkLst>
        </pc:picChg>
        <pc:picChg chg="add mod">
          <ac:chgData name="Ejaz Mazhar" userId="b1a85b5891cc63c6" providerId="LiveId" clId="{4D6ED4DA-196B-4361-9702-9ADEFD9F83A5}" dt="2026-01-20T23:47:37.711" v="643" actId="108"/>
          <ac:picMkLst>
            <pc:docMk/>
            <pc:sldMk cId="0" sldId="259"/>
            <ac:picMk id="39" creationId="{5955C014-7E27-B0B4-4542-601FCBBB152B}"/>
          </ac:picMkLst>
        </pc:picChg>
        <pc:picChg chg="add mod ord">
          <ac:chgData name="Ejaz Mazhar" userId="b1a85b5891cc63c6" providerId="LiveId" clId="{4D6ED4DA-196B-4361-9702-9ADEFD9F83A5}" dt="2026-01-20T23:52:04.020" v="674" actId="1582"/>
          <ac:picMkLst>
            <pc:docMk/>
            <pc:sldMk cId="0" sldId="259"/>
            <ac:picMk id="41" creationId="{45AD8AA7-6554-A74E-6306-4301B0001A3B}"/>
          </ac:picMkLst>
        </pc:picChg>
        <pc:picChg chg="add mod">
          <ac:chgData name="Ejaz Mazhar" userId="b1a85b5891cc63c6" providerId="LiveId" clId="{4D6ED4DA-196B-4361-9702-9ADEFD9F83A5}" dt="2026-01-20T23:49:17.514" v="658" actId="108"/>
          <ac:picMkLst>
            <pc:docMk/>
            <pc:sldMk cId="0" sldId="259"/>
            <ac:picMk id="43" creationId="{EB338883-5F4D-5F13-F63D-FFC0870D8BCD}"/>
          </ac:picMkLst>
        </pc:picChg>
      </pc:sldChg>
      <pc:sldChg chg="addSp delSp modSp mod">
        <pc:chgData name="Ejaz Mazhar" userId="b1a85b5891cc63c6" providerId="LiveId" clId="{4D6ED4DA-196B-4361-9702-9ADEFD9F83A5}" dt="2026-01-21T02:39:00.990" v="2333"/>
        <pc:sldMkLst>
          <pc:docMk/>
          <pc:sldMk cId="0" sldId="260"/>
        </pc:sldMkLst>
        <pc:spChg chg="mod">
          <ac:chgData name="Ejaz Mazhar" userId="b1a85b5891cc63c6" providerId="LiveId" clId="{4D6ED4DA-196B-4361-9702-9ADEFD9F83A5}" dt="2026-01-20T23:54:25.695" v="680" actId="1076"/>
          <ac:spMkLst>
            <pc:docMk/>
            <pc:sldMk cId="0" sldId="260"/>
            <ac:spMk id="2" creationId="{00000000-0000-0000-0000-000000000000}"/>
          </ac:spMkLst>
        </pc:spChg>
        <pc:spChg chg="mod">
          <ac:chgData name="Ejaz Mazhar" userId="b1a85b5891cc63c6" providerId="LiveId" clId="{4D6ED4DA-196B-4361-9702-9ADEFD9F83A5}" dt="2026-01-21T00:01:24.277" v="743" actId="1076"/>
          <ac:spMkLst>
            <pc:docMk/>
            <pc:sldMk cId="0" sldId="260"/>
            <ac:spMk id="3" creationId="{00000000-0000-0000-0000-000000000000}"/>
          </ac:spMkLst>
        </pc:spChg>
        <pc:spChg chg="mod">
          <ac:chgData name="Ejaz Mazhar" userId="b1a85b5891cc63c6" providerId="LiveId" clId="{4D6ED4DA-196B-4361-9702-9ADEFD9F83A5}" dt="2026-01-21T00:01:24.277" v="743" actId="1076"/>
          <ac:spMkLst>
            <pc:docMk/>
            <pc:sldMk cId="0" sldId="260"/>
            <ac:spMk id="4" creationId="{00000000-0000-0000-0000-000000000000}"/>
          </ac:spMkLst>
        </pc:spChg>
        <pc:spChg chg="mod">
          <ac:chgData name="Ejaz Mazhar" userId="b1a85b5891cc63c6" providerId="LiveId" clId="{4D6ED4DA-196B-4361-9702-9ADEFD9F83A5}" dt="2026-01-21T00:01:24.277" v="743" actId="1076"/>
          <ac:spMkLst>
            <pc:docMk/>
            <pc:sldMk cId="0" sldId="260"/>
            <ac:spMk id="5" creationId="{00000000-0000-0000-0000-000000000000}"/>
          </ac:spMkLst>
        </pc:spChg>
        <pc:spChg chg="del">
          <ac:chgData name="Ejaz Mazhar" userId="b1a85b5891cc63c6" providerId="LiveId" clId="{4D6ED4DA-196B-4361-9702-9ADEFD9F83A5}" dt="2026-01-21T00:00:23.505" v="733" actId="478"/>
          <ac:spMkLst>
            <pc:docMk/>
            <pc:sldMk cId="0" sldId="260"/>
            <ac:spMk id="10" creationId="{00000000-0000-0000-0000-000000000000}"/>
          </ac:spMkLst>
        </pc:spChg>
        <pc:spChg chg="del">
          <ac:chgData name="Ejaz Mazhar" userId="b1a85b5891cc63c6" providerId="LiveId" clId="{4D6ED4DA-196B-4361-9702-9ADEFD9F83A5}" dt="2026-01-21T00:00:23.505" v="733" actId="478"/>
          <ac:spMkLst>
            <pc:docMk/>
            <pc:sldMk cId="0" sldId="260"/>
            <ac:spMk id="13" creationId="{00000000-0000-0000-0000-000000000000}"/>
          </ac:spMkLst>
        </pc:spChg>
        <pc:spChg chg="del">
          <ac:chgData name="Ejaz Mazhar" userId="b1a85b5891cc63c6" providerId="LiveId" clId="{4D6ED4DA-196B-4361-9702-9ADEFD9F83A5}" dt="2026-01-21T00:00:23.505" v="733" actId="478"/>
          <ac:spMkLst>
            <pc:docMk/>
            <pc:sldMk cId="0" sldId="260"/>
            <ac:spMk id="19" creationId="{00000000-0000-0000-0000-000000000000}"/>
          </ac:spMkLst>
        </pc:spChg>
        <pc:spChg chg="del">
          <ac:chgData name="Ejaz Mazhar" userId="b1a85b5891cc63c6" providerId="LiveId" clId="{4D6ED4DA-196B-4361-9702-9ADEFD9F83A5}" dt="2026-01-21T00:00:23.505" v="733" actId="478"/>
          <ac:spMkLst>
            <pc:docMk/>
            <pc:sldMk cId="0" sldId="260"/>
            <ac:spMk id="29" creationId="{00000000-0000-0000-0000-000000000000}"/>
          </ac:spMkLst>
        </pc:spChg>
        <pc:spChg chg="del">
          <ac:chgData name="Ejaz Mazhar" userId="b1a85b5891cc63c6" providerId="LiveId" clId="{4D6ED4DA-196B-4361-9702-9ADEFD9F83A5}" dt="2026-01-21T00:00:23.505" v="733" actId="478"/>
          <ac:spMkLst>
            <pc:docMk/>
            <pc:sldMk cId="0" sldId="260"/>
            <ac:spMk id="55" creationId="{00000000-0000-0000-0000-000000000000}"/>
          </ac:spMkLst>
        </pc:spChg>
        <pc:spChg chg="del">
          <ac:chgData name="Ejaz Mazhar" userId="b1a85b5891cc63c6" providerId="LiveId" clId="{4D6ED4DA-196B-4361-9702-9ADEFD9F83A5}" dt="2026-01-21T00:00:23.505" v="733" actId="478"/>
          <ac:spMkLst>
            <pc:docMk/>
            <pc:sldMk cId="0" sldId="260"/>
            <ac:spMk id="60" creationId="{00000000-0000-0000-0000-000000000000}"/>
          </ac:spMkLst>
        </pc:spChg>
        <pc:spChg chg="del">
          <ac:chgData name="Ejaz Mazhar" userId="b1a85b5891cc63c6" providerId="LiveId" clId="{4D6ED4DA-196B-4361-9702-9ADEFD9F83A5}" dt="2026-01-21T00:00:23.505" v="733" actId="478"/>
          <ac:spMkLst>
            <pc:docMk/>
            <pc:sldMk cId="0" sldId="260"/>
            <ac:spMk id="71" creationId="{00000000-0000-0000-0000-000000000000}"/>
          </ac:spMkLst>
        </pc:spChg>
        <pc:spChg chg="del">
          <ac:chgData name="Ejaz Mazhar" userId="b1a85b5891cc63c6" providerId="LiveId" clId="{4D6ED4DA-196B-4361-9702-9ADEFD9F83A5}" dt="2026-01-21T00:00:23.505" v="733" actId="478"/>
          <ac:spMkLst>
            <pc:docMk/>
            <pc:sldMk cId="0" sldId="260"/>
            <ac:spMk id="73" creationId="{00000000-0000-0000-0000-000000000000}"/>
          </ac:spMkLst>
        </pc:spChg>
        <pc:spChg chg="del">
          <ac:chgData name="Ejaz Mazhar" userId="b1a85b5891cc63c6" providerId="LiveId" clId="{4D6ED4DA-196B-4361-9702-9ADEFD9F83A5}" dt="2026-01-21T00:00:23.505" v="733" actId="478"/>
          <ac:spMkLst>
            <pc:docMk/>
            <pc:sldMk cId="0" sldId="260"/>
            <ac:spMk id="86" creationId="{00000000-0000-0000-0000-000000000000}"/>
          </ac:spMkLst>
        </pc:spChg>
        <pc:spChg chg="del">
          <ac:chgData name="Ejaz Mazhar" userId="b1a85b5891cc63c6" providerId="LiveId" clId="{4D6ED4DA-196B-4361-9702-9ADEFD9F83A5}" dt="2026-01-21T00:00:23.505" v="733" actId="478"/>
          <ac:spMkLst>
            <pc:docMk/>
            <pc:sldMk cId="0" sldId="260"/>
            <ac:spMk id="100" creationId="{00000000-0000-0000-0000-000000000000}"/>
          </ac:spMkLst>
        </pc:spChg>
        <pc:spChg chg="del">
          <ac:chgData name="Ejaz Mazhar" userId="b1a85b5891cc63c6" providerId="LiveId" clId="{4D6ED4DA-196B-4361-9702-9ADEFD9F83A5}" dt="2026-01-20T23:59:32.353" v="724" actId="478"/>
          <ac:spMkLst>
            <pc:docMk/>
            <pc:sldMk cId="0" sldId="260"/>
            <ac:spMk id="124" creationId="{00000000-0000-0000-0000-000000000000}"/>
          </ac:spMkLst>
        </pc:spChg>
        <pc:spChg chg="add mod ord">
          <ac:chgData name="Ejaz Mazhar" userId="b1a85b5891cc63c6" providerId="LiveId" clId="{4D6ED4DA-196B-4361-9702-9ADEFD9F83A5}" dt="2026-01-21T00:01:24.277" v="743" actId="1076"/>
          <ac:spMkLst>
            <pc:docMk/>
            <pc:sldMk cId="0" sldId="260"/>
            <ac:spMk id="127" creationId="{168194BD-14E0-C1B2-36F7-AAAD139596C2}"/>
          </ac:spMkLst>
        </pc:spChg>
        <pc:spChg chg="add mod ord">
          <ac:chgData name="Ejaz Mazhar" userId="b1a85b5891cc63c6" providerId="LiveId" clId="{4D6ED4DA-196B-4361-9702-9ADEFD9F83A5}" dt="2026-01-21T00:01:24.277" v="743" actId="1076"/>
          <ac:spMkLst>
            <pc:docMk/>
            <pc:sldMk cId="0" sldId="260"/>
            <ac:spMk id="128" creationId="{C24BDDDB-BE0E-5F41-6CF6-415CA3F8DB99}"/>
          </ac:spMkLst>
        </pc:spChg>
        <pc:spChg chg="add mod">
          <ac:chgData name="Ejaz Mazhar" userId="b1a85b5891cc63c6" providerId="LiveId" clId="{4D6ED4DA-196B-4361-9702-9ADEFD9F83A5}" dt="2026-01-21T02:39:00.990" v="2333"/>
          <ac:spMkLst>
            <pc:docMk/>
            <pc:sldMk cId="0" sldId="260"/>
            <ac:spMk id="129" creationId="{938E1351-199B-95E2-A360-87A068FA757F}"/>
          </ac:spMkLst>
        </pc:spChg>
        <pc:picChg chg="add mod">
          <ac:chgData name="Ejaz Mazhar" userId="b1a85b5891cc63c6" providerId="LiveId" clId="{4D6ED4DA-196B-4361-9702-9ADEFD9F83A5}" dt="2026-01-21T00:01:24.277" v="743" actId="1076"/>
          <ac:picMkLst>
            <pc:docMk/>
            <pc:sldMk cId="0" sldId="260"/>
            <ac:picMk id="126" creationId="{2731C677-F711-8030-43B8-D563921FA383}"/>
          </ac:picMkLst>
        </pc:picChg>
      </pc:sldChg>
      <pc:sldChg chg="del">
        <pc:chgData name="Ejaz Mazhar" userId="b1a85b5891cc63c6" providerId="LiveId" clId="{4D6ED4DA-196B-4361-9702-9ADEFD9F83A5}" dt="2026-01-21T00:25:52.851" v="1021" actId="2696"/>
        <pc:sldMkLst>
          <pc:docMk/>
          <pc:sldMk cId="0" sldId="261"/>
        </pc:sldMkLst>
      </pc:sldChg>
      <pc:sldChg chg="addSp delSp modSp mod">
        <pc:chgData name="Ejaz Mazhar" userId="b1a85b5891cc63c6" providerId="LiveId" clId="{4D6ED4DA-196B-4361-9702-9ADEFD9F83A5}" dt="2026-01-21T02:39:10.108" v="2335"/>
        <pc:sldMkLst>
          <pc:docMk/>
          <pc:sldMk cId="0" sldId="262"/>
        </pc:sldMkLst>
        <pc:spChg chg="del">
          <ac:chgData name="Ejaz Mazhar" userId="b1a85b5891cc63c6" providerId="LiveId" clId="{4D6ED4DA-196B-4361-9702-9ADEFD9F83A5}" dt="2026-01-21T00:26:44.344" v="1026" actId="478"/>
          <ac:spMkLst>
            <pc:docMk/>
            <pc:sldMk cId="0" sldId="262"/>
            <ac:spMk id="7" creationId="{00000000-0000-0000-0000-000000000000}"/>
          </ac:spMkLst>
        </pc:spChg>
        <pc:spChg chg="del">
          <ac:chgData name="Ejaz Mazhar" userId="b1a85b5891cc63c6" providerId="LiveId" clId="{4D6ED4DA-196B-4361-9702-9ADEFD9F83A5}" dt="2026-01-21T00:26:42.527" v="1025" actId="478"/>
          <ac:spMkLst>
            <pc:docMk/>
            <pc:sldMk cId="0" sldId="262"/>
            <ac:spMk id="8" creationId="{00000000-0000-0000-0000-000000000000}"/>
          </ac:spMkLst>
        </pc:spChg>
        <pc:spChg chg="del">
          <ac:chgData name="Ejaz Mazhar" userId="b1a85b5891cc63c6" providerId="LiveId" clId="{4D6ED4DA-196B-4361-9702-9ADEFD9F83A5}" dt="2026-01-21T00:26:45.787" v="1027" actId="478"/>
          <ac:spMkLst>
            <pc:docMk/>
            <pc:sldMk cId="0" sldId="262"/>
            <ac:spMk id="9" creationId="{00000000-0000-0000-0000-000000000000}"/>
          </ac:spMkLst>
        </pc:spChg>
        <pc:spChg chg="del">
          <ac:chgData name="Ejaz Mazhar" userId="b1a85b5891cc63c6" providerId="LiveId" clId="{4D6ED4DA-196B-4361-9702-9ADEFD9F83A5}" dt="2026-01-21T00:26:49.479" v="1029" actId="478"/>
          <ac:spMkLst>
            <pc:docMk/>
            <pc:sldMk cId="0" sldId="262"/>
            <ac:spMk id="10" creationId="{00000000-0000-0000-0000-000000000000}"/>
          </ac:spMkLst>
        </pc:spChg>
        <pc:spChg chg="del">
          <ac:chgData name="Ejaz Mazhar" userId="b1a85b5891cc63c6" providerId="LiveId" clId="{4D6ED4DA-196B-4361-9702-9ADEFD9F83A5}" dt="2026-01-21T00:26:50.740" v="1030" actId="478"/>
          <ac:spMkLst>
            <pc:docMk/>
            <pc:sldMk cId="0" sldId="262"/>
            <ac:spMk id="11" creationId="{00000000-0000-0000-0000-000000000000}"/>
          </ac:spMkLst>
        </pc:spChg>
        <pc:spChg chg="del">
          <ac:chgData name="Ejaz Mazhar" userId="b1a85b5891cc63c6" providerId="LiveId" clId="{4D6ED4DA-196B-4361-9702-9ADEFD9F83A5}" dt="2026-01-21T00:26:51.659" v="1031" actId="478"/>
          <ac:spMkLst>
            <pc:docMk/>
            <pc:sldMk cId="0" sldId="262"/>
            <ac:spMk id="12" creationId="{00000000-0000-0000-0000-000000000000}"/>
          </ac:spMkLst>
        </pc:spChg>
        <pc:spChg chg="del">
          <ac:chgData name="Ejaz Mazhar" userId="b1a85b5891cc63c6" providerId="LiveId" clId="{4D6ED4DA-196B-4361-9702-9ADEFD9F83A5}" dt="2026-01-21T00:26:58.288" v="1032" actId="478"/>
          <ac:spMkLst>
            <pc:docMk/>
            <pc:sldMk cId="0" sldId="262"/>
            <ac:spMk id="13" creationId="{00000000-0000-0000-0000-000000000000}"/>
          </ac:spMkLst>
        </pc:spChg>
        <pc:spChg chg="del">
          <ac:chgData name="Ejaz Mazhar" userId="b1a85b5891cc63c6" providerId="LiveId" clId="{4D6ED4DA-196B-4361-9702-9ADEFD9F83A5}" dt="2026-01-21T00:26:58.288" v="1032" actId="478"/>
          <ac:spMkLst>
            <pc:docMk/>
            <pc:sldMk cId="0" sldId="262"/>
            <ac:spMk id="14" creationId="{00000000-0000-0000-0000-000000000000}"/>
          </ac:spMkLst>
        </pc:spChg>
        <pc:spChg chg="del">
          <ac:chgData name="Ejaz Mazhar" userId="b1a85b5891cc63c6" providerId="LiveId" clId="{4D6ED4DA-196B-4361-9702-9ADEFD9F83A5}" dt="2026-01-21T00:26:58.288" v="1032" actId="478"/>
          <ac:spMkLst>
            <pc:docMk/>
            <pc:sldMk cId="0" sldId="262"/>
            <ac:spMk id="15" creationId="{00000000-0000-0000-0000-000000000000}"/>
          </ac:spMkLst>
        </pc:spChg>
        <pc:spChg chg="mod">
          <ac:chgData name="Ejaz Mazhar" userId="b1a85b5891cc63c6" providerId="LiveId" clId="{4D6ED4DA-196B-4361-9702-9ADEFD9F83A5}" dt="2026-01-21T00:26:28.404" v="1023" actId="255"/>
          <ac:spMkLst>
            <pc:docMk/>
            <pc:sldMk cId="0" sldId="262"/>
            <ac:spMk id="16" creationId="{00000000-0000-0000-0000-000000000000}"/>
          </ac:spMkLst>
        </pc:spChg>
        <pc:spChg chg="mod">
          <ac:chgData name="Ejaz Mazhar" userId="b1a85b5891cc63c6" providerId="LiveId" clId="{4D6ED4DA-196B-4361-9702-9ADEFD9F83A5}" dt="2026-01-21T00:34:43.344" v="1088" actId="1076"/>
          <ac:spMkLst>
            <pc:docMk/>
            <pc:sldMk cId="0" sldId="262"/>
            <ac:spMk id="17" creationId="{00000000-0000-0000-0000-000000000000}"/>
          </ac:spMkLst>
        </pc:spChg>
        <pc:spChg chg="mod">
          <ac:chgData name="Ejaz Mazhar" userId="b1a85b5891cc63c6" providerId="LiveId" clId="{4D6ED4DA-196B-4361-9702-9ADEFD9F83A5}" dt="2026-01-21T00:28:13.570" v="1039" actId="2711"/>
          <ac:spMkLst>
            <pc:docMk/>
            <pc:sldMk cId="0" sldId="262"/>
            <ac:spMk id="18" creationId="{00000000-0000-0000-0000-000000000000}"/>
          </ac:spMkLst>
        </pc:spChg>
        <pc:spChg chg="mod">
          <ac:chgData name="Ejaz Mazhar" userId="b1a85b5891cc63c6" providerId="LiveId" clId="{4D6ED4DA-196B-4361-9702-9ADEFD9F83A5}" dt="2026-01-21T00:29:33.417" v="1049" actId="404"/>
          <ac:spMkLst>
            <pc:docMk/>
            <pc:sldMk cId="0" sldId="262"/>
            <ac:spMk id="19" creationId="{00000000-0000-0000-0000-000000000000}"/>
          </ac:spMkLst>
        </pc:spChg>
        <pc:spChg chg="mod">
          <ac:chgData name="Ejaz Mazhar" userId="b1a85b5891cc63c6" providerId="LiveId" clId="{4D6ED4DA-196B-4361-9702-9ADEFD9F83A5}" dt="2026-01-21T00:29:38.875" v="1050" actId="404"/>
          <ac:spMkLst>
            <pc:docMk/>
            <pc:sldMk cId="0" sldId="262"/>
            <ac:spMk id="20" creationId="{00000000-0000-0000-0000-000000000000}"/>
          </ac:spMkLst>
        </pc:spChg>
        <pc:spChg chg="mod">
          <ac:chgData name="Ejaz Mazhar" userId="b1a85b5891cc63c6" providerId="LiveId" clId="{4D6ED4DA-196B-4361-9702-9ADEFD9F83A5}" dt="2026-01-21T00:29:42.312" v="1051" actId="404"/>
          <ac:spMkLst>
            <pc:docMk/>
            <pc:sldMk cId="0" sldId="262"/>
            <ac:spMk id="21" creationId="{00000000-0000-0000-0000-000000000000}"/>
          </ac:spMkLst>
        </pc:spChg>
        <pc:spChg chg="del">
          <ac:chgData name="Ejaz Mazhar" userId="b1a85b5891cc63c6" providerId="LiveId" clId="{4D6ED4DA-196B-4361-9702-9ADEFD9F83A5}" dt="2026-01-21T00:26:58.288" v="1032" actId="478"/>
          <ac:spMkLst>
            <pc:docMk/>
            <pc:sldMk cId="0" sldId="262"/>
            <ac:spMk id="22" creationId="{00000000-0000-0000-0000-000000000000}"/>
          </ac:spMkLst>
        </pc:spChg>
        <pc:spChg chg="del">
          <ac:chgData name="Ejaz Mazhar" userId="b1a85b5891cc63c6" providerId="LiveId" clId="{4D6ED4DA-196B-4361-9702-9ADEFD9F83A5}" dt="2026-01-21T00:26:58.288" v="1032" actId="478"/>
          <ac:spMkLst>
            <pc:docMk/>
            <pc:sldMk cId="0" sldId="262"/>
            <ac:spMk id="23" creationId="{00000000-0000-0000-0000-000000000000}"/>
          </ac:spMkLst>
        </pc:spChg>
        <pc:spChg chg="add mod ord">
          <ac:chgData name="Ejaz Mazhar" userId="b1a85b5891cc63c6" providerId="LiveId" clId="{4D6ED4DA-196B-4361-9702-9ADEFD9F83A5}" dt="2026-01-21T00:32:49.777" v="1067" actId="208"/>
          <ac:spMkLst>
            <pc:docMk/>
            <pc:sldMk cId="0" sldId="262"/>
            <ac:spMk id="30" creationId="{64EADEDF-E584-4734-F428-5886F7978A15}"/>
          </ac:spMkLst>
        </pc:spChg>
        <pc:spChg chg="add mod ord">
          <ac:chgData name="Ejaz Mazhar" userId="b1a85b5891cc63c6" providerId="LiveId" clId="{4D6ED4DA-196B-4361-9702-9ADEFD9F83A5}" dt="2026-01-21T00:33:15.737" v="1074" actId="167"/>
          <ac:spMkLst>
            <pc:docMk/>
            <pc:sldMk cId="0" sldId="262"/>
            <ac:spMk id="31" creationId="{B7BF5409-7656-537C-2F7E-DC77B0D7E6E4}"/>
          </ac:spMkLst>
        </pc:spChg>
        <pc:spChg chg="add mod ord">
          <ac:chgData name="Ejaz Mazhar" userId="b1a85b5891cc63c6" providerId="LiveId" clId="{4D6ED4DA-196B-4361-9702-9ADEFD9F83A5}" dt="2026-01-21T00:33:12.078" v="1073" actId="167"/>
          <ac:spMkLst>
            <pc:docMk/>
            <pc:sldMk cId="0" sldId="262"/>
            <ac:spMk id="32" creationId="{8E3EEC64-F5C6-B611-3581-9754A93A9B76}"/>
          </ac:spMkLst>
        </pc:spChg>
        <pc:spChg chg="add mod ord">
          <ac:chgData name="Ejaz Mazhar" userId="b1a85b5891cc63c6" providerId="LiveId" clId="{4D6ED4DA-196B-4361-9702-9ADEFD9F83A5}" dt="2026-01-21T00:33:38.387" v="1080" actId="14100"/>
          <ac:spMkLst>
            <pc:docMk/>
            <pc:sldMk cId="0" sldId="262"/>
            <ac:spMk id="33" creationId="{194F243F-D8E6-312D-2B98-1912819188F4}"/>
          </ac:spMkLst>
        </pc:spChg>
        <pc:spChg chg="add mod ord">
          <ac:chgData name="Ejaz Mazhar" userId="b1a85b5891cc63c6" providerId="LiveId" clId="{4D6ED4DA-196B-4361-9702-9ADEFD9F83A5}" dt="2026-01-21T00:34:38.210" v="1087" actId="1076"/>
          <ac:spMkLst>
            <pc:docMk/>
            <pc:sldMk cId="0" sldId="262"/>
            <ac:spMk id="34" creationId="{1C36B1D8-F4AC-58A7-0DD1-756ECF53E6F2}"/>
          </ac:spMkLst>
        </pc:spChg>
        <pc:spChg chg="add mod">
          <ac:chgData name="Ejaz Mazhar" userId="b1a85b5891cc63c6" providerId="LiveId" clId="{4D6ED4DA-196B-4361-9702-9ADEFD9F83A5}" dt="2026-01-21T02:39:10.108" v="2335"/>
          <ac:spMkLst>
            <pc:docMk/>
            <pc:sldMk cId="0" sldId="262"/>
            <ac:spMk id="35" creationId="{FC838E65-D14F-4857-C0D7-2973A9E30DA1}"/>
          </ac:spMkLst>
        </pc:spChg>
        <pc:picChg chg="del">
          <ac:chgData name="Ejaz Mazhar" userId="b1a85b5891cc63c6" providerId="LiveId" clId="{4D6ED4DA-196B-4361-9702-9ADEFD9F83A5}" dt="2026-01-21T00:27:06.717" v="1035" actId="478"/>
          <ac:picMkLst>
            <pc:docMk/>
            <pc:sldMk cId="0" sldId="262"/>
            <ac:picMk id="2" creationId="{00000000-0000-0000-0000-000000000000}"/>
          </ac:picMkLst>
        </pc:picChg>
        <pc:picChg chg="del">
          <ac:chgData name="Ejaz Mazhar" userId="b1a85b5891cc63c6" providerId="LiveId" clId="{4D6ED4DA-196B-4361-9702-9ADEFD9F83A5}" dt="2026-01-21T00:27:04.614" v="1034" actId="478"/>
          <ac:picMkLst>
            <pc:docMk/>
            <pc:sldMk cId="0" sldId="262"/>
            <ac:picMk id="3" creationId="{00000000-0000-0000-0000-000000000000}"/>
          </ac:picMkLst>
        </pc:picChg>
        <pc:picChg chg="del">
          <ac:chgData name="Ejaz Mazhar" userId="b1a85b5891cc63c6" providerId="LiveId" clId="{4D6ED4DA-196B-4361-9702-9ADEFD9F83A5}" dt="2026-01-21T00:27:02.534" v="1033" actId="478"/>
          <ac:picMkLst>
            <pc:docMk/>
            <pc:sldMk cId="0" sldId="262"/>
            <ac:picMk id="4" creationId="{00000000-0000-0000-0000-000000000000}"/>
          </ac:picMkLst>
        </pc:picChg>
        <pc:picChg chg="del">
          <ac:chgData name="Ejaz Mazhar" userId="b1a85b5891cc63c6" providerId="LiveId" clId="{4D6ED4DA-196B-4361-9702-9ADEFD9F83A5}" dt="2026-01-21T00:26:46.932" v="1028" actId="478"/>
          <ac:picMkLst>
            <pc:docMk/>
            <pc:sldMk cId="0" sldId="262"/>
            <ac:picMk id="5" creationId="{00000000-0000-0000-0000-000000000000}"/>
          </ac:picMkLst>
        </pc:picChg>
        <pc:picChg chg="del">
          <ac:chgData name="Ejaz Mazhar" userId="b1a85b5891cc63c6" providerId="LiveId" clId="{4D6ED4DA-196B-4361-9702-9ADEFD9F83A5}" dt="2026-01-21T00:26:58.288" v="1032" actId="478"/>
          <ac:picMkLst>
            <pc:docMk/>
            <pc:sldMk cId="0" sldId="262"/>
            <ac:picMk id="6" creationId="{00000000-0000-0000-0000-000000000000}"/>
          </ac:picMkLst>
        </pc:picChg>
        <pc:picChg chg="add mod">
          <ac:chgData name="Ejaz Mazhar" userId="b1a85b5891cc63c6" providerId="LiveId" clId="{4D6ED4DA-196B-4361-9702-9ADEFD9F83A5}" dt="2026-01-21T00:30:30.788" v="1055" actId="108"/>
          <ac:picMkLst>
            <pc:docMk/>
            <pc:sldMk cId="0" sldId="262"/>
            <ac:picMk id="25" creationId="{22393674-0727-9099-02FE-B611208DA1FC}"/>
          </ac:picMkLst>
        </pc:picChg>
        <pc:picChg chg="add mod">
          <ac:chgData name="Ejaz Mazhar" userId="b1a85b5891cc63c6" providerId="LiveId" clId="{4D6ED4DA-196B-4361-9702-9ADEFD9F83A5}" dt="2026-01-21T00:31:31.331" v="1059" actId="108"/>
          <ac:picMkLst>
            <pc:docMk/>
            <pc:sldMk cId="0" sldId="262"/>
            <ac:picMk id="27" creationId="{AD1806B6-593E-D2A1-E018-11A3110B199C}"/>
          </ac:picMkLst>
        </pc:picChg>
        <pc:picChg chg="add mod">
          <ac:chgData name="Ejaz Mazhar" userId="b1a85b5891cc63c6" providerId="LiveId" clId="{4D6ED4DA-196B-4361-9702-9ADEFD9F83A5}" dt="2026-01-21T00:32:20.217" v="1063" actId="108"/>
          <ac:picMkLst>
            <pc:docMk/>
            <pc:sldMk cId="0" sldId="262"/>
            <ac:picMk id="29" creationId="{C9571E7F-1F50-EE22-72FB-40F42CA85EA8}"/>
          </ac:picMkLst>
        </pc:picChg>
      </pc:sldChg>
      <pc:sldChg chg="addSp delSp modSp mod">
        <pc:chgData name="Ejaz Mazhar" userId="b1a85b5891cc63c6" providerId="LiveId" clId="{4D6ED4DA-196B-4361-9702-9ADEFD9F83A5}" dt="2026-01-21T02:39:29.289" v="2339" actId="1076"/>
        <pc:sldMkLst>
          <pc:docMk/>
          <pc:sldMk cId="0" sldId="263"/>
        </pc:sldMkLst>
        <pc:spChg chg="del">
          <ac:chgData name="Ejaz Mazhar" userId="b1a85b5891cc63c6" providerId="LiveId" clId="{4D6ED4DA-196B-4361-9702-9ADEFD9F83A5}" dt="2026-01-21T00:36:02.676" v="1097" actId="478"/>
          <ac:spMkLst>
            <pc:docMk/>
            <pc:sldMk cId="0" sldId="263"/>
            <ac:spMk id="7" creationId="{00000000-0000-0000-0000-000000000000}"/>
          </ac:spMkLst>
        </pc:spChg>
        <pc:spChg chg="mod ord">
          <ac:chgData name="Ejaz Mazhar" userId="b1a85b5891cc63c6" providerId="LiveId" clId="{4D6ED4DA-196B-4361-9702-9ADEFD9F83A5}" dt="2026-01-21T00:49:36.936" v="1305" actId="108"/>
          <ac:spMkLst>
            <pc:docMk/>
            <pc:sldMk cId="0" sldId="263"/>
            <ac:spMk id="8" creationId="{00000000-0000-0000-0000-000000000000}"/>
          </ac:spMkLst>
        </pc:spChg>
        <pc:spChg chg="mod ord">
          <ac:chgData name="Ejaz Mazhar" userId="b1a85b5891cc63c6" providerId="LiveId" clId="{4D6ED4DA-196B-4361-9702-9ADEFD9F83A5}" dt="2026-01-21T00:50:26.148" v="1312" actId="108"/>
          <ac:spMkLst>
            <pc:docMk/>
            <pc:sldMk cId="0" sldId="263"/>
            <ac:spMk id="9" creationId="{00000000-0000-0000-0000-000000000000}"/>
          </ac:spMkLst>
        </pc:spChg>
        <pc:spChg chg="mod ord">
          <ac:chgData name="Ejaz Mazhar" userId="b1a85b5891cc63c6" providerId="LiveId" clId="{4D6ED4DA-196B-4361-9702-9ADEFD9F83A5}" dt="2026-01-21T02:39:25.928" v="2338" actId="1076"/>
          <ac:spMkLst>
            <pc:docMk/>
            <pc:sldMk cId="0" sldId="263"/>
            <ac:spMk id="10" creationId="{00000000-0000-0000-0000-000000000000}"/>
          </ac:spMkLst>
        </pc:spChg>
        <pc:spChg chg="del mod">
          <ac:chgData name="Ejaz Mazhar" userId="b1a85b5891cc63c6" providerId="LiveId" clId="{4D6ED4DA-196B-4361-9702-9ADEFD9F83A5}" dt="2026-01-21T00:41:47.248" v="1286" actId="478"/>
          <ac:spMkLst>
            <pc:docMk/>
            <pc:sldMk cId="0" sldId="263"/>
            <ac:spMk id="11" creationId="{00000000-0000-0000-0000-000000000000}"/>
          </ac:spMkLst>
        </pc:spChg>
        <pc:spChg chg="add mod ord">
          <ac:chgData name="Ejaz Mazhar" userId="b1a85b5891cc63c6" providerId="LiveId" clId="{4D6ED4DA-196B-4361-9702-9ADEFD9F83A5}" dt="2026-01-21T00:37:21.689" v="1107" actId="14100"/>
          <ac:spMkLst>
            <pc:docMk/>
            <pc:sldMk cId="0" sldId="263"/>
            <ac:spMk id="12" creationId="{BEC27D7C-FE9D-A363-1747-BCA9039D08DC}"/>
          </ac:spMkLst>
        </pc:spChg>
        <pc:spChg chg="add mod ord">
          <ac:chgData name="Ejaz Mazhar" userId="b1a85b5891cc63c6" providerId="LiveId" clId="{4D6ED4DA-196B-4361-9702-9ADEFD9F83A5}" dt="2026-01-21T00:37:33.069" v="1110" actId="167"/>
          <ac:spMkLst>
            <pc:docMk/>
            <pc:sldMk cId="0" sldId="263"/>
            <ac:spMk id="13" creationId="{20FD9E90-2EA8-CDD8-D7F7-68F95C824ED0}"/>
          </ac:spMkLst>
        </pc:spChg>
        <pc:spChg chg="add mod">
          <ac:chgData name="Ejaz Mazhar" userId="b1a85b5891cc63c6" providerId="LiveId" clId="{4D6ED4DA-196B-4361-9702-9ADEFD9F83A5}" dt="2026-01-21T00:37:42.252" v="1112"/>
          <ac:spMkLst>
            <pc:docMk/>
            <pc:sldMk cId="0" sldId="263"/>
            <ac:spMk id="14" creationId="{47FDE392-12E0-057C-C5A8-1F58D855D487}"/>
          </ac:spMkLst>
        </pc:spChg>
        <pc:spChg chg="add mod ord">
          <ac:chgData name="Ejaz Mazhar" userId="b1a85b5891cc63c6" providerId="LiveId" clId="{4D6ED4DA-196B-4361-9702-9ADEFD9F83A5}" dt="2026-01-21T02:39:20.453" v="2337" actId="1076"/>
          <ac:spMkLst>
            <pc:docMk/>
            <pc:sldMk cId="0" sldId="263"/>
            <ac:spMk id="15" creationId="{FCCB6F91-3A8D-45D3-2B16-F4C4E8B76451}"/>
          </ac:spMkLst>
        </pc:spChg>
        <pc:spChg chg="add mod">
          <ac:chgData name="Ejaz Mazhar" userId="b1a85b5891cc63c6" providerId="LiveId" clId="{4D6ED4DA-196B-4361-9702-9ADEFD9F83A5}" dt="2026-01-21T02:39:29.289" v="2339" actId="1076"/>
          <ac:spMkLst>
            <pc:docMk/>
            <pc:sldMk cId="0" sldId="263"/>
            <ac:spMk id="24" creationId="{DA286140-410D-FB3E-85E3-E1914093863D}"/>
          </ac:spMkLst>
        </pc:spChg>
        <pc:picChg chg="del">
          <ac:chgData name="Ejaz Mazhar" userId="b1a85b5891cc63c6" providerId="LiveId" clId="{4D6ED4DA-196B-4361-9702-9ADEFD9F83A5}" dt="2026-01-21T00:35:53.490" v="1095" actId="478"/>
          <ac:picMkLst>
            <pc:docMk/>
            <pc:sldMk cId="0" sldId="263"/>
            <ac:picMk id="2" creationId="{00000000-0000-0000-0000-000000000000}"/>
          </ac:picMkLst>
        </pc:picChg>
        <pc:picChg chg="del">
          <ac:chgData name="Ejaz Mazhar" userId="b1a85b5891cc63c6" providerId="LiveId" clId="{4D6ED4DA-196B-4361-9702-9ADEFD9F83A5}" dt="2026-01-21T00:38:31.919" v="1122" actId="478"/>
          <ac:picMkLst>
            <pc:docMk/>
            <pc:sldMk cId="0" sldId="263"/>
            <ac:picMk id="3" creationId="{00000000-0000-0000-0000-000000000000}"/>
          </ac:picMkLst>
        </pc:picChg>
        <pc:picChg chg="del">
          <ac:chgData name="Ejaz Mazhar" userId="b1a85b5891cc63c6" providerId="LiveId" clId="{4D6ED4DA-196B-4361-9702-9ADEFD9F83A5}" dt="2026-01-21T00:38:44.125" v="1124" actId="478"/>
          <ac:picMkLst>
            <pc:docMk/>
            <pc:sldMk cId="0" sldId="263"/>
            <ac:picMk id="4" creationId="{00000000-0000-0000-0000-000000000000}"/>
          </ac:picMkLst>
        </pc:picChg>
        <pc:picChg chg="del">
          <ac:chgData name="Ejaz Mazhar" userId="b1a85b5891cc63c6" providerId="LiveId" clId="{4D6ED4DA-196B-4361-9702-9ADEFD9F83A5}" dt="2026-01-21T00:38:45.405" v="1125" actId="478"/>
          <ac:picMkLst>
            <pc:docMk/>
            <pc:sldMk cId="0" sldId="263"/>
            <ac:picMk id="5" creationId="{00000000-0000-0000-0000-000000000000}"/>
          </ac:picMkLst>
        </pc:picChg>
        <pc:picChg chg="add mod">
          <ac:chgData name="Ejaz Mazhar" userId="b1a85b5891cc63c6" providerId="LiveId" clId="{4D6ED4DA-196B-4361-9702-9ADEFD9F83A5}" dt="2026-01-21T00:50:18.405" v="1310" actId="108"/>
          <ac:picMkLst>
            <pc:docMk/>
            <pc:sldMk cId="0" sldId="263"/>
            <ac:picMk id="17" creationId="{BF65A44F-A5C1-2415-78D9-AB4E02DB077E}"/>
          </ac:picMkLst>
        </pc:picChg>
        <pc:picChg chg="add mod">
          <ac:chgData name="Ejaz Mazhar" userId="b1a85b5891cc63c6" providerId="LiveId" clId="{4D6ED4DA-196B-4361-9702-9ADEFD9F83A5}" dt="2026-01-21T00:50:31.281" v="1313" actId="108"/>
          <ac:picMkLst>
            <pc:docMk/>
            <pc:sldMk cId="0" sldId="263"/>
            <ac:picMk id="18" creationId="{2773BBE0-BFA6-234E-3D95-3CB38C07A421}"/>
          </ac:picMkLst>
        </pc:picChg>
        <pc:picChg chg="add mod">
          <ac:chgData name="Ejaz Mazhar" userId="b1a85b5891cc63c6" providerId="LiveId" clId="{4D6ED4DA-196B-4361-9702-9ADEFD9F83A5}" dt="2026-01-21T00:52:01.615" v="1324" actId="208"/>
          <ac:picMkLst>
            <pc:docMk/>
            <pc:sldMk cId="0" sldId="263"/>
            <ac:picMk id="20" creationId="{8ECF384C-6C17-AE3F-AD7A-406BA2E6853B}"/>
          </ac:picMkLst>
        </pc:picChg>
        <pc:picChg chg="add del mod">
          <ac:chgData name="Ejaz Mazhar" userId="b1a85b5891cc63c6" providerId="LiveId" clId="{4D6ED4DA-196B-4361-9702-9ADEFD9F83A5}" dt="2026-01-21T00:51:51.151" v="1323" actId="478"/>
          <ac:picMkLst>
            <pc:docMk/>
            <pc:sldMk cId="0" sldId="263"/>
            <ac:picMk id="22" creationId="{6DC0C34E-BB3B-6EFC-230A-A92921DF4E25}"/>
          </ac:picMkLst>
        </pc:picChg>
        <pc:picChg chg="add mod ord">
          <ac:chgData name="Ejaz Mazhar" userId="b1a85b5891cc63c6" providerId="LiveId" clId="{4D6ED4DA-196B-4361-9702-9ADEFD9F83A5}" dt="2026-01-21T00:57:03.677" v="1349" actId="29295"/>
          <ac:picMkLst>
            <pc:docMk/>
            <pc:sldMk cId="0" sldId="263"/>
            <ac:picMk id="23" creationId="{659A2C26-5252-68A0-35A1-5C9C3CE03397}"/>
          </ac:picMkLst>
        </pc:picChg>
      </pc:sldChg>
      <pc:sldChg chg="addSp delSp modSp mod">
        <pc:chgData name="Ejaz Mazhar" userId="b1a85b5891cc63c6" providerId="LiveId" clId="{4D6ED4DA-196B-4361-9702-9ADEFD9F83A5}" dt="2026-01-21T02:39:32.940" v="2340"/>
        <pc:sldMkLst>
          <pc:docMk/>
          <pc:sldMk cId="0" sldId="264"/>
        </pc:sldMkLst>
        <pc:spChg chg="del">
          <ac:chgData name="Ejaz Mazhar" userId="b1a85b5891cc63c6" providerId="LiveId" clId="{4D6ED4DA-196B-4361-9702-9ADEFD9F83A5}" dt="2026-01-21T00:57:40.197" v="1350" actId="478"/>
          <ac:spMkLst>
            <pc:docMk/>
            <pc:sldMk cId="0" sldId="264"/>
            <ac:spMk id="5" creationId="{00000000-0000-0000-0000-000000000000}"/>
          </ac:spMkLst>
        </pc:spChg>
        <pc:spChg chg="del">
          <ac:chgData name="Ejaz Mazhar" userId="b1a85b5891cc63c6" providerId="LiveId" clId="{4D6ED4DA-196B-4361-9702-9ADEFD9F83A5}" dt="2026-01-21T00:58:19.776" v="1360" actId="478"/>
          <ac:spMkLst>
            <pc:docMk/>
            <pc:sldMk cId="0" sldId="264"/>
            <ac:spMk id="6" creationId="{00000000-0000-0000-0000-000000000000}"/>
          </ac:spMkLst>
        </pc:spChg>
        <pc:spChg chg="del">
          <ac:chgData name="Ejaz Mazhar" userId="b1a85b5891cc63c6" providerId="LiveId" clId="{4D6ED4DA-196B-4361-9702-9ADEFD9F83A5}" dt="2026-01-21T00:58:04.549" v="1355" actId="478"/>
          <ac:spMkLst>
            <pc:docMk/>
            <pc:sldMk cId="0" sldId="264"/>
            <ac:spMk id="7" creationId="{00000000-0000-0000-0000-000000000000}"/>
          </ac:spMkLst>
        </pc:spChg>
        <pc:spChg chg="del">
          <ac:chgData name="Ejaz Mazhar" userId="b1a85b5891cc63c6" providerId="LiveId" clId="{4D6ED4DA-196B-4361-9702-9ADEFD9F83A5}" dt="2026-01-21T00:58:21.410" v="1361" actId="478"/>
          <ac:spMkLst>
            <pc:docMk/>
            <pc:sldMk cId="0" sldId="264"/>
            <ac:spMk id="11" creationId="{00000000-0000-0000-0000-000000000000}"/>
          </ac:spMkLst>
        </pc:spChg>
        <pc:spChg chg="mod">
          <ac:chgData name="Ejaz Mazhar" userId="b1a85b5891cc63c6" providerId="LiveId" clId="{4D6ED4DA-196B-4361-9702-9ADEFD9F83A5}" dt="2026-01-21T00:59:31.783" v="1371" actId="1076"/>
          <ac:spMkLst>
            <pc:docMk/>
            <pc:sldMk cId="0" sldId="264"/>
            <ac:spMk id="13" creationId="{00000000-0000-0000-0000-000000000000}"/>
          </ac:spMkLst>
        </pc:spChg>
        <pc:spChg chg="mod">
          <ac:chgData name="Ejaz Mazhar" userId="b1a85b5891cc63c6" providerId="LiveId" clId="{4D6ED4DA-196B-4361-9702-9ADEFD9F83A5}" dt="2026-01-21T00:59:28.357" v="1370" actId="1076"/>
          <ac:spMkLst>
            <pc:docMk/>
            <pc:sldMk cId="0" sldId="264"/>
            <ac:spMk id="14" creationId="{00000000-0000-0000-0000-000000000000}"/>
          </ac:spMkLst>
        </pc:spChg>
        <pc:spChg chg="del">
          <ac:chgData name="Ejaz Mazhar" userId="b1a85b5891cc63c6" providerId="LiveId" clId="{4D6ED4DA-196B-4361-9702-9ADEFD9F83A5}" dt="2026-01-21T00:57:49.454" v="1353" actId="478"/>
          <ac:spMkLst>
            <pc:docMk/>
            <pc:sldMk cId="0" sldId="264"/>
            <ac:spMk id="15" creationId="{00000000-0000-0000-0000-000000000000}"/>
          </ac:spMkLst>
        </pc:spChg>
        <pc:spChg chg="del">
          <ac:chgData name="Ejaz Mazhar" userId="b1a85b5891cc63c6" providerId="LiveId" clId="{4D6ED4DA-196B-4361-9702-9ADEFD9F83A5}" dt="2026-01-21T00:57:45.755" v="1351" actId="478"/>
          <ac:spMkLst>
            <pc:docMk/>
            <pc:sldMk cId="0" sldId="264"/>
            <ac:spMk id="16" creationId="{00000000-0000-0000-0000-000000000000}"/>
          </ac:spMkLst>
        </pc:spChg>
        <pc:spChg chg="del">
          <ac:chgData name="Ejaz Mazhar" userId="b1a85b5891cc63c6" providerId="LiveId" clId="{4D6ED4DA-196B-4361-9702-9ADEFD9F83A5}" dt="2026-01-21T00:57:48.365" v="1352" actId="478"/>
          <ac:spMkLst>
            <pc:docMk/>
            <pc:sldMk cId="0" sldId="264"/>
            <ac:spMk id="17" creationId="{00000000-0000-0000-0000-000000000000}"/>
          </ac:spMkLst>
        </pc:spChg>
        <pc:spChg chg="mod">
          <ac:chgData name="Ejaz Mazhar" userId="b1a85b5891cc63c6" providerId="LiveId" clId="{4D6ED4DA-196B-4361-9702-9ADEFD9F83A5}" dt="2026-01-21T01:14:29.366" v="1392" actId="947"/>
          <ac:spMkLst>
            <pc:docMk/>
            <pc:sldMk cId="0" sldId="264"/>
            <ac:spMk id="18" creationId="{00000000-0000-0000-0000-000000000000}"/>
          </ac:spMkLst>
        </pc:spChg>
        <pc:spChg chg="mod">
          <ac:chgData name="Ejaz Mazhar" userId="b1a85b5891cc63c6" providerId="LiveId" clId="{4D6ED4DA-196B-4361-9702-9ADEFD9F83A5}" dt="2026-01-21T01:00:01.080" v="1377" actId="1076"/>
          <ac:spMkLst>
            <pc:docMk/>
            <pc:sldMk cId="0" sldId="264"/>
            <ac:spMk id="19" creationId="{00000000-0000-0000-0000-000000000000}"/>
          </ac:spMkLst>
        </pc:spChg>
        <pc:spChg chg="mod">
          <ac:chgData name="Ejaz Mazhar" userId="b1a85b5891cc63c6" providerId="LiveId" clId="{4D6ED4DA-196B-4361-9702-9ADEFD9F83A5}" dt="2026-01-21T01:15:05.963" v="1395" actId="1076"/>
          <ac:spMkLst>
            <pc:docMk/>
            <pc:sldMk cId="0" sldId="264"/>
            <ac:spMk id="20" creationId="{00000000-0000-0000-0000-000000000000}"/>
          </ac:spMkLst>
        </pc:spChg>
        <pc:spChg chg="del">
          <ac:chgData name="Ejaz Mazhar" userId="b1a85b5891cc63c6" providerId="LiveId" clId="{4D6ED4DA-196B-4361-9702-9ADEFD9F83A5}" dt="2026-01-21T00:58:15.592" v="1358" actId="478"/>
          <ac:spMkLst>
            <pc:docMk/>
            <pc:sldMk cId="0" sldId="264"/>
            <ac:spMk id="21" creationId="{00000000-0000-0000-0000-000000000000}"/>
          </ac:spMkLst>
        </pc:spChg>
        <pc:spChg chg="del">
          <ac:chgData name="Ejaz Mazhar" userId="b1a85b5891cc63c6" providerId="LiveId" clId="{4D6ED4DA-196B-4361-9702-9ADEFD9F83A5}" dt="2026-01-21T00:58:15.592" v="1358" actId="478"/>
          <ac:spMkLst>
            <pc:docMk/>
            <pc:sldMk cId="0" sldId="264"/>
            <ac:spMk id="22" creationId="{00000000-0000-0000-0000-000000000000}"/>
          </ac:spMkLst>
        </pc:spChg>
        <pc:spChg chg="add mod ord">
          <ac:chgData name="Ejaz Mazhar" userId="b1a85b5891cc63c6" providerId="LiveId" clId="{4D6ED4DA-196B-4361-9702-9ADEFD9F83A5}" dt="2026-01-21T00:59:34.589" v="1372" actId="1076"/>
          <ac:spMkLst>
            <pc:docMk/>
            <pc:sldMk cId="0" sldId="264"/>
            <ac:spMk id="23" creationId="{FC41AAAA-B0C6-6A85-DA1F-65F55A260F3D}"/>
          </ac:spMkLst>
        </pc:spChg>
        <pc:spChg chg="add mod ord">
          <ac:chgData name="Ejaz Mazhar" userId="b1a85b5891cc63c6" providerId="LiveId" clId="{4D6ED4DA-196B-4361-9702-9ADEFD9F83A5}" dt="2026-01-21T01:15:02.371" v="1394" actId="1076"/>
          <ac:spMkLst>
            <pc:docMk/>
            <pc:sldMk cId="0" sldId="264"/>
            <ac:spMk id="24" creationId="{C8574AE5-7D8A-1E4C-E3DA-415792D7E01B}"/>
          </ac:spMkLst>
        </pc:spChg>
        <pc:spChg chg="add mod ord">
          <ac:chgData name="Ejaz Mazhar" userId="b1a85b5891cc63c6" providerId="LiveId" clId="{4D6ED4DA-196B-4361-9702-9ADEFD9F83A5}" dt="2026-01-21T01:11:35.836" v="1383" actId="208"/>
          <ac:spMkLst>
            <pc:docMk/>
            <pc:sldMk cId="0" sldId="264"/>
            <ac:spMk id="25" creationId="{A41C13F9-3B68-FDF2-AD11-A6C75BD275AD}"/>
          </ac:spMkLst>
        </pc:spChg>
        <pc:spChg chg="add mod">
          <ac:chgData name="Ejaz Mazhar" userId="b1a85b5891cc63c6" providerId="LiveId" clId="{4D6ED4DA-196B-4361-9702-9ADEFD9F83A5}" dt="2026-01-21T02:39:32.940" v="2340"/>
          <ac:spMkLst>
            <pc:docMk/>
            <pc:sldMk cId="0" sldId="264"/>
            <ac:spMk id="27" creationId="{3DD77712-5B63-AB57-CD20-34DB8E318D3E}"/>
          </ac:spMkLst>
        </pc:spChg>
        <pc:grpChg chg="del">
          <ac:chgData name="Ejaz Mazhar" userId="b1a85b5891cc63c6" providerId="LiveId" clId="{4D6ED4DA-196B-4361-9702-9ADEFD9F83A5}" dt="2026-01-21T00:58:01.064" v="1354" actId="478"/>
          <ac:grpSpMkLst>
            <pc:docMk/>
            <pc:sldMk cId="0" sldId="264"/>
            <ac:grpSpMk id="8" creationId="{00000000-0000-0000-0000-000000000000}"/>
          </ac:grpSpMkLst>
        </pc:grpChg>
        <pc:graphicFrameChg chg="add mod modGraphic">
          <ac:chgData name="Ejaz Mazhar" userId="b1a85b5891cc63c6" providerId="LiveId" clId="{4D6ED4DA-196B-4361-9702-9ADEFD9F83A5}" dt="2026-01-21T01:13:56.248" v="1391"/>
          <ac:graphicFrameMkLst>
            <pc:docMk/>
            <pc:sldMk cId="0" sldId="264"/>
            <ac:graphicFrameMk id="26" creationId="{8DE1E654-A1C6-DC74-2489-050266CB9B69}"/>
          </ac:graphicFrameMkLst>
        </pc:graphicFrameChg>
        <pc:picChg chg="del">
          <ac:chgData name="Ejaz Mazhar" userId="b1a85b5891cc63c6" providerId="LiveId" clId="{4D6ED4DA-196B-4361-9702-9ADEFD9F83A5}" dt="2026-01-21T00:58:17.819" v="1359" actId="478"/>
          <ac:picMkLst>
            <pc:docMk/>
            <pc:sldMk cId="0" sldId="264"/>
            <ac:picMk id="2" creationId="{00000000-0000-0000-0000-000000000000}"/>
          </ac:picMkLst>
        </pc:picChg>
        <pc:picChg chg="del">
          <ac:chgData name="Ejaz Mazhar" userId="b1a85b5891cc63c6" providerId="LiveId" clId="{4D6ED4DA-196B-4361-9702-9ADEFD9F83A5}" dt="2026-01-21T00:58:05.645" v="1356" actId="478"/>
          <ac:picMkLst>
            <pc:docMk/>
            <pc:sldMk cId="0" sldId="264"/>
            <ac:picMk id="3" creationId="{00000000-0000-0000-0000-000000000000}"/>
          </ac:picMkLst>
        </pc:picChg>
        <pc:picChg chg="del">
          <ac:chgData name="Ejaz Mazhar" userId="b1a85b5891cc63c6" providerId="LiveId" clId="{4D6ED4DA-196B-4361-9702-9ADEFD9F83A5}" dt="2026-01-21T00:58:15.592" v="1358" actId="478"/>
          <ac:picMkLst>
            <pc:docMk/>
            <pc:sldMk cId="0" sldId="264"/>
            <ac:picMk id="4" creationId="{00000000-0000-0000-0000-000000000000}"/>
          </ac:picMkLst>
        </pc:picChg>
      </pc:sldChg>
      <pc:sldChg chg="addSp delSp modSp mod">
        <pc:chgData name="Ejaz Mazhar" userId="b1a85b5891cc63c6" providerId="LiveId" clId="{4D6ED4DA-196B-4361-9702-9ADEFD9F83A5}" dt="2026-01-21T02:39:35.915" v="2341"/>
        <pc:sldMkLst>
          <pc:docMk/>
          <pc:sldMk cId="0" sldId="265"/>
        </pc:sldMkLst>
        <pc:spChg chg="del">
          <ac:chgData name="Ejaz Mazhar" userId="b1a85b5891cc63c6" providerId="LiveId" clId="{4D6ED4DA-196B-4361-9702-9ADEFD9F83A5}" dt="2026-01-21T01:21:35.720" v="1452" actId="478"/>
          <ac:spMkLst>
            <pc:docMk/>
            <pc:sldMk cId="0" sldId="265"/>
            <ac:spMk id="5" creationId="{00000000-0000-0000-0000-000000000000}"/>
          </ac:spMkLst>
        </pc:spChg>
        <pc:spChg chg="del">
          <ac:chgData name="Ejaz Mazhar" userId="b1a85b5891cc63c6" providerId="LiveId" clId="{4D6ED4DA-196B-4361-9702-9ADEFD9F83A5}" dt="2026-01-21T01:20:55.926" v="1436" actId="478"/>
          <ac:spMkLst>
            <pc:docMk/>
            <pc:sldMk cId="0" sldId="265"/>
            <ac:spMk id="6" creationId="{00000000-0000-0000-0000-000000000000}"/>
          </ac:spMkLst>
        </pc:spChg>
        <pc:spChg chg="del">
          <ac:chgData name="Ejaz Mazhar" userId="b1a85b5891cc63c6" providerId="LiveId" clId="{4D6ED4DA-196B-4361-9702-9ADEFD9F83A5}" dt="2026-01-21T01:15:38.595" v="1397" actId="478"/>
          <ac:spMkLst>
            <pc:docMk/>
            <pc:sldMk cId="0" sldId="265"/>
            <ac:spMk id="7" creationId="{00000000-0000-0000-0000-000000000000}"/>
          </ac:spMkLst>
        </pc:spChg>
        <pc:spChg chg="del">
          <ac:chgData name="Ejaz Mazhar" userId="b1a85b5891cc63c6" providerId="LiveId" clId="{4D6ED4DA-196B-4361-9702-9ADEFD9F83A5}" dt="2026-01-21T01:15:38.595" v="1397" actId="478"/>
          <ac:spMkLst>
            <pc:docMk/>
            <pc:sldMk cId="0" sldId="265"/>
            <ac:spMk id="8" creationId="{00000000-0000-0000-0000-000000000000}"/>
          </ac:spMkLst>
        </pc:spChg>
        <pc:spChg chg="del">
          <ac:chgData name="Ejaz Mazhar" userId="b1a85b5891cc63c6" providerId="LiveId" clId="{4D6ED4DA-196B-4361-9702-9ADEFD9F83A5}" dt="2026-01-21T01:20:52.594" v="1434" actId="478"/>
          <ac:spMkLst>
            <pc:docMk/>
            <pc:sldMk cId="0" sldId="265"/>
            <ac:spMk id="9" creationId="{00000000-0000-0000-0000-000000000000}"/>
          </ac:spMkLst>
        </pc:spChg>
        <pc:spChg chg="del">
          <ac:chgData name="Ejaz Mazhar" userId="b1a85b5891cc63c6" providerId="LiveId" clId="{4D6ED4DA-196B-4361-9702-9ADEFD9F83A5}" dt="2026-01-21T01:21:04.147" v="1441" actId="478"/>
          <ac:spMkLst>
            <pc:docMk/>
            <pc:sldMk cId="0" sldId="265"/>
            <ac:spMk id="10" creationId="{00000000-0000-0000-0000-000000000000}"/>
          </ac:spMkLst>
        </pc:spChg>
        <pc:spChg chg="del">
          <ac:chgData name="Ejaz Mazhar" userId="b1a85b5891cc63c6" providerId="LiveId" clId="{4D6ED4DA-196B-4361-9702-9ADEFD9F83A5}" dt="2026-01-21T01:21:06.542" v="1442" actId="478"/>
          <ac:spMkLst>
            <pc:docMk/>
            <pc:sldMk cId="0" sldId="265"/>
            <ac:spMk id="11" creationId="{00000000-0000-0000-0000-000000000000}"/>
          </ac:spMkLst>
        </pc:spChg>
        <pc:spChg chg="del">
          <ac:chgData name="Ejaz Mazhar" userId="b1a85b5891cc63c6" providerId="LiveId" clId="{4D6ED4DA-196B-4361-9702-9ADEFD9F83A5}" dt="2026-01-21T01:21:25.047" v="1448" actId="478"/>
          <ac:spMkLst>
            <pc:docMk/>
            <pc:sldMk cId="0" sldId="265"/>
            <ac:spMk id="12" creationId="{00000000-0000-0000-0000-000000000000}"/>
          </ac:spMkLst>
        </pc:spChg>
        <pc:spChg chg="del">
          <ac:chgData name="Ejaz Mazhar" userId="b1a85b5891cc63c6" providerId="LiveId" clId="{4D6ED4DA-196B-4361-9702-9ADEFD9F83A5}" dt="2026-01-21T01:21:37.703" v="1453" actId="478"/>
          <ac:spMkLst>
            <pc:docMk/>
            <pc:sldMk cId="0" sldId="265"/>
            <ac:spMk id="13" creationId="{00000000-0000-0000-0000-000000000000}"/>
          </ac:spMkLst>
        </pc:spChg>
        <pc:spChg chg="del">
          <ac:chgData name="Ejaz Mazhar" userId="b1a85b5891cc63c6" providerId="LiveId" clId="{4D6ED4DA-196B-4361-9702-9ADEFD9F83A5}" dt="2026-01-21T01:21:29.644" v="1450" actId="478"/>
          <ac:spMkLst>
            <pc:docMk/>
            <pc:sldMk cId="0" sldId="265"/>
            <ac:spMk id="14" creationId="{00000000-0000-0000-0000-000000000000}"/>
          </ac:spMkLst>
        </pc:spChg>
        <pc:spChg chg="del">
          <ac:chgData name="Ejaz Mazhar" userId="b1a85b5891cc63c6" providerId="LiveId" clId="{4D6ED4DA-196B-4361-9702-9ADEFD9F83A5}" dt="2026-01-21T01:15:38.595" v="1397" actId="478"/>
          <ac:spMkLst>
            <pc:docMk/>
            <pc:sldMk cId="0" sldId="265"/>
            <ac:spMk id="15" creationId="{00000000-0000-0000-0000-000000000000}"/>
          </ac:spMkLst>
        </pc:spChg>
        <pc:spChg chg="del">
          <ac:chgData name="Ejaz Mazhar" userId="b1a85b5891cc63c6" providerId="LiveId" clId="{4D6ED4DA-196B-4361-9702-9ADEFD9F83A5}" dt="2026-01-21T01:15:38.595" v="1397" actId="478"/>
          <ac:spMkLst>
            <pc:docMk/>
            <pc:sldMk cId="0" sldId="265"/>
            <ac:spMk id="16" creationId="{00000000-0000-0000-0000-000000000000}"/>
          </ac:spMkLst>
        </pc:spChg>
        <pc:spChg chg="del">
          <ac:chgData name="Ejaz Mazhar" userId="b1a85b5891cc63c6" providerId="LiveId" clId="{4D6ED4DA-196B-4361-9702-9ADEFD9F83A5}" dt="2026-01-21T01:21:22.769" v="1447" actId="478"/>
          <ac:spMkLst>
            <pc:docMk/>
            <pc:sldMk cId="0" sldId="265"/>
            <ac:spMk id="17" creationId="{00000000-0000-0000-0000-000000000000}"/>
          </ac:spMkLst>
        </pc:spChg>
        <pc:spChg chg="del">
          <ac:chgData name="Ejaz Mazhar" userId="b1a85b5891cc63c6" providerId="LiveId" clId="{4D6ED4DA-196B-4361-9702-9ADEFD9F83A5}" dt="2026-01-21T01:21:19.331" v="1446" actId="478"/>
          <ac:spMkLst>
            <pc:docMk/>
            <pc:sldMk cId="0" sldId="265"/>
            <ac:spMk id="18" creationId="{00000000-0000-0000-0000-000000000000}"/>
          </ac:spMkLst>
        </pc:spChg>
        <pc:spChg chg="del">
          <ac:chgData name="Ejaz Mazhar" userId="b1a85b5891cc63c6" providerId="LiveId" clId="{4D6ED4DA-196B-4361-9702-9ADEFD9F83A5}" dt="2026-01-21T01:20:54.053" v="1435" actId="478"/>
          <ac:spMkLst>
            <pc:docMk/>
            <pc:sldMk cId="0" sldId="265"/>
            <ac:spMk id="19" creationId="{00000000-0000-0000-0000-000000000000}"/>
          </ac:spMkLst>
        </pc:spChg>
        <pc:spChg chg="del">
          <ac:chgData name="Ejaz Mazhar" userId="b1a85b5891cc63c6" providerId="LiveId" clId="{4D6ED4DA-196B-4361-9702-9ADEFD9F83A5}" dt="2026-01-21T01:21:26.486" v="1449" actId="478"/>
          <ac:spMkLst>
            <pc:docMk/>
            <pc:sldMk cId="0" sldId="265"/>
            <ac:spMk id="20" creationId="{00000000-0000-0000-0000-000000000000}"/>
          </ac:spMkLst>
        </pc:spChg>
        <pc:spChg chg="del">
          <ac:chgData name="Ejaz Mazhar" userId="b1a85b5891cc63c6" providerId="LiveId" clId="{4D6ED4DA-196B-4361-9702-9ADEFD9F83A5}" dt="2026-01-21T01:20:58.524" v="1438" actId="478"/>
          <ac:spMkLst>
            <pc:docMk/>
            <pc:sldMk cId="0" sldId="265"/>
            <ac:spMk id="21" creationId="{00000000-0000-0000-0000-000000000000}"/>
          </ac:spMkLst>
        </pc:spChg>
        <pc:spChg chg="del">
          <ac:chgData name="Ejaz Mazhar" userId="b1a85b5891cc63c6" providerId="LiveId" clId="{4D6ED4DA-196B-4361-9702-9ADEFD9F83A5}" dt="2026-01-21T01:20:57.280" v="1437" actId="478"/>
          <ac:spMkLst>
            <pc:docMk/>
            <pc:sldMk cId="0" sldId="265"/>
            <ac:spMk id="22" creationId="{00000000-0000-0000-0000-000000000000}"/>
          </ac:spMkLst>
        </pc:spChg>
        <pc:spChg chg="del">
          <ac:chgData name="Ejaz Mazhar" userId="b1a85b5891cc63c6" providerId="LiveId" clId="{4D6ED4DA-196B-4361-9702-9ADEFD9F83A5}" dt="2026-01-21T01:21:43.478" v="1455" actId="478"/>
          <ac:spMkLst>
            <pc:docMk/>
            <pc:sldMk cId="0" sldId="265"/>
            <ac:spMk id="23" creationId="{00000000-0000-0000-0000-000000000000}"/>
          </ac:spMkLst>
        </pc:spChg>
        <pc:spChg chg="del">
          <ac:chgData name="Ejaz Mazhar" userId="b1a85b5891cc63c6" providerId="LiveId" clId="{4D6ED4DA-196B-4361-9702-9ADEFD9F83A5}" dt="2026-01-21T01:21:34.239" v="1451" actId="478"/>
          <ac:spMkLst>
            <pc:docMk/>
            <pc:sldMk cId="0" sldId="265"/>
            <ac:spMk id="24" creationId="{00000000-0000-0000-0000-000000000000}"/>
          </ac:spMkLst>
        </pc:spChg>
        <pc:spChg chg="mod">
          <ac:chgData name="Ejaz Mazhar" userId="b1a85b5891cc63c6" providerId="LiveId" clId="{4D6ED4DA-196B-4361-9702-9ADEFD9F83A5}" dt="2026-01-21T01:20:11.894" v="1428" actId="113"/>
          <ac:spMkLst>
            <pc:docMk/>
            <pc:sldMk cId="0" sldId="265"/>
            <ac:spMk id="27" creationId="{00000000-0000-0000-0000-000000000000}"/>
          </ac:spMkLst>
        </pc:spChg>
        <pc:spChg chg="add del mod ord">
          <ac:chgData name="Ejaz Mazhar" userId="b1a85b5891cc63c6" providerId="LiveId" clId="{4D6ED4DA-196B-4361-9702-9ADEFD9F83A5}" dt="2026-01-21T01:21:15.446" v="1445" actId="167"/>
          <ac:spMkLst>
            <pc:docMk/>
            <pc:sldMk cId="0" sldId="265"/>
            <ac:spMk id="28" creationId="{00000000-0000-0000-0000-000000000000}"/>
          </ac:spMkLst>
        </pc:spChg>
        <pc:spChg chg="mod">
          <ac:chgData name="Ejaz Mazhar" userId="b1a85b5891cc63c6" providerId="LiveId" clId="{4D6ED4DA-196B-4361-9702-9ADEFD9F83A5}" dt="2026-01-21T01:20:34.263" v="1430" actId="113"/>
          <ac:spMkLst>
            <pc:docMk/>
            <pc:sldMk cId="0" sldId="265"/>
            <ac:spMk id="29" creationId="{00000000-0000-0000-0000-000000000000}"/>
          </ac:spMkLst>
        </pc:spChg>
        <pc:spChg chg="mod">
          <ac:chgData name="Ejaz Mazhar" userId="b1a85b5891cc63c6" providerId="LiveId" clId="{4D6ED4DA-196B-4361-9702-9ADEFD9F83A5}" dt="2026-01-21T01:20:47.562" v="1433" actId="113"/>
          <ac:spMkLst>
            <pc:docMk/>
            <pc:sldMk cId="0" sldId="265"/>
            <ac:spMk id="30" creationId="{00000000-0000-0000-0000-000000000000}"/>
          </ac:spMkLst>
        </pc:spChg>
        <pc:spChg chg="del">
          <ac:chgData name="Ejaz Mazhar" userId="b1a85b5891cc63c6" providerId="LiveId" clId="{4D6ED4DA-196B-4361-9702-9ADEFD9F83A5}" dt="2026-01-21T01:21:39.671" v="1454" actId="478"/>
          <ac:spMkLst>
            <pc:docMk/>
            <pc:sldMk cId="0" sldId="265"/>
            <ac:spMk id="31" creationId="{00000000-0000-0000-0000-000000000000}"/>
          </ac:spMkLst>
        </pc:spChg>
        <pc:spChg chg="add mod ord">
          <ac:chgData name="Ejaz Mazhar" userId="b1a85b5891cc63c6" providerId="LiveId" clId="{4D6ED4DA-196B-4361-9702-9ADEFD9F83A5}" dt="2026-01-21T01:22:44.365" v="1467" actId="1076"/>
          <ac:spMkLst>
            <pc:docMk/>
            <pc:sldMk cId="0" sldId="265"/>
            <ac:spMk id="38" creationId="{405C2CCE-D213-2A52-4873-79C75B1C2B02}"/>
          </ac:spMkLst>
        </pc:spChg>
        <pc:spChg chg="add mod ord">
          <ac:chgData name="Ejaz Mazhar" userId="b1a85b5891cc63c6" providerId="LiveId" clId="{4D6ED4DA-196B-4361-9702-9ADEFD9F83A5}" dt="2026-01-21T01:22:52.956" v="1469" actId="167"/>
          <ac:spMkLst>
            <pc:docMk/>
            <pc:sldMk cId="0" sldId="265"/>
            <ac:spMk id="39" creationId="{9E24297D-FEA5-072E-4FF8-00C3378A5B24}"/>
          </ac:spMkLst>
        </pc:spChg>
        <pc:spChg chg="add mod ord">
          <ac:chgData name="Ejaz Mazhar" userId="b1a85b5891cc63c6" providerId="LiveId" clId="{4D6ED4DA-196B-4361-9702-9ADEFD9F83A5}" dt="2026-01-21T01:22:56.577" v="1470" actId="167"/>
          <ac:spMkLst>
            <pc:docMk/>
            <pc:sldMk cId="0" sldId="265"/>
            <ac:spMk id="40" creationId="{42FF29E4-FF57-49C4-660B-99E2D7185C12}"/>
          </ac:spMkLst>
        </pc:spChg>
        <pc:spChg chg="add mod ord">
          <ac:chgData name="Ejaz Mazhar" userId="b1a85b5891cc63c6" providerId="LiveId" clId="{4D6ED4DA-196B-4361-9702-9ADEFD9F83A5}" dt="2026-01-21T01:23:21.196" v="1475" actId="14100"/>
          <ac:spMkLst>
            <pc:docMk/>
            <pc:sldMk cId="0" sldId="265"/>
            <ac:spMk id="41" creationId="{5364817C-8B85-E172-B440-745D40D678A5}"/>
          </ac:spMkLst>
        </pc:spChg>
        <pc:spChg chg="add mod">
          <ac:chgData name="Ejaz Mazhar" userId="b1a85b5891cc63c6" providerId="LiveId" clId="{4D6ED4DA-196B-4361-9702-9ADEFD9F83A5}" dt="2026-01-21T02:39:35.915" v="2341"/>
          <ac:spMkLst>
            <pc:docMk/>
            <pc:sldMk cId="0" sldId="265"/>
            <ac:spMk id="42" creationId="{4B012714-4E2D-A6D7-9050-AA6B9F7C0348}"/>
          </ac:spMkLst>
        </pc:spChg>
        <pc:picChg chg="del">
          <ac:chgData name="Ejaz Mazhar" userId="b1a85b5891cc63c6" providerId="LiveId" clId="{4D6ED4DA-196B-4361-9702-9ADEFD9F83A5}" dt="2026-01-21T01:15:34.489" v="1396" actId="478"/>
          <ac:picMkLst>
            <pc:docMk/>
            <pc:sldMk cId="0" sldId="265"/>
            <ac:picMk id="2" creationId="{00000000-0000-0000-0000-000000000000}"/>
          </ac:picMkLst>
        </pc:picChg>
        <pc:picChg chg="mod">
          <ac:chgData name="Ejaz Mazhar" userId="b1a85b5891cc63c6" providerId="LiveId" clId="{4D6ED4DA-196B-4361-9702-9ADEFD9F83A5}" dt="2026-01-21T01:15:47.508" v="1398" actId="1076"/>
          <ac:picMkLst>
            <pc:docMk/>
            <pc:sldMk cId="0" sldId="265"/>
            <ac:picMk id="3" creationId="{00000000-0000-0000-0000-000000000000}"/>
          </ac:picMkLst>
        </pc:picChg>
        <pc:picChg chg="mod">
          <ac:chgData name="Ejaz Mazhar" userId="b1a85b5891cc63c6" providerId="LiveId" clId="{4D6ED4DA-196B-4361-9702-9ADEFD9F83A5}" dt="2026-01-21T01:15:50.874" v="1399" actId="1076"/>
          <ac:picMkLst>
            <pc:docMk/>
            <pc:sldMk cId="0" sldId="265"/>
            <ac:picMk id="4" creationId="{00000000-0000-0000-0000-000000000000}"/>
          </ac:picMkLst>
        </pc:picChg>
        <pc:picChg chg="add mod">
          <ac:chgData name="Ejaz Mazhar" userId="b1a85b5891cc63c6" providerId="LiveId" clId="{4D6ED4DA-196B-4361-9702-9ADEFD9F83A5}" dt="2026-01-21T01:16:51.565" v="1407" actId="207"/>
          <ac:picMkLst>
            <pc:docMk/>
            <pc:sldMk cId="0" sldId="265"/>
            <ac:picMk id="33" creationId="{6253FCA8-6D54-2E9C-11DC-15602BAD40C9}"/>
          </ac:picMkLst>
        </pc:picChg>
        <pc:picChg chg="add mod">
          <ac:chgData name="Ejaz Mazhar" userId="b1a85b5891cc63c6" providerId="LiveId" clId="{4D6ED4DA-196B-4361-9702-9ADEFD9F83A5}" dt="2026-01-21T01:17:11.458" v="1411" actId="1076"/>
          <ac:picMkLst>
            <pc:docMk/>
            <pc:sldMk cId="0" sldId="265"/>
            <ac:picMk id="34" creationId="{ACF87D7F-4D90-E003-62DE-594BB38B6521}"/>
          </ac:picMkLst>
        </pc:picChg>
        <pc:picChg chg="add mod">
          <ac:chgData name="Ejaz Mazhar" userId="b1a85b5891cc63c6" providerId="LiveId" clId="{4D6ED4DA-196B-4361-9702-9ADEFD9F83A5}" dt="2026-01-21T01:17:02.600" v="1410" actId="1076"/>
          <ac:picMkLst>
            <pc:docMk/>
            <pc:sldMk cId="0" sldId="265"/>
            <ac:picMk id="35" creationId="{A8B0FBB0-3AC6-8D09-0A57-1227B33CABCE}"/>
          </ac:picMkLst>
        </pc:picChg>
        <pc:picChg chg="add mod">
          <ac:chgData name="Ejaz Mazhar" userId="b1a85b5891cc63c6" providerId="LiveId" clId="{4D6ED4DA-196B-4361-9702-9ADEFD9F83A5}" dt="2026-01-21T01:20:00.917" v="1427" actId="1076"/>
          <ac:picMkLst>
            <pc:docMk/>
            <pc:sldMk cId="0" sldId="265"/>
            <ac:picMk id="37" creationId="{424389BF-BCC9-B510-E429-8E3DF2BB4B27}"/>
          </ac:picMkLst>
        </pc:picChg>
      </pc:sldChg>
      <pc:sldChg chg="addSp delSp modSp mod">
        <pc:chgData name="Ejaz Mazhar" userId="b1a85b5891cc63c6" providerId="LiveId" clId="{4D6ED4DA-196B-4361-9702-9ADEFD9F83A5}" dt="2026-01-21T02:39:52.248" v="2345" actId="1076"/>
        <pc:sldMkLst>
          <pc:docMk/>
          <pc:sldMk cId="0" sldId="266"/>
        </pc:sldMkLst>
        <pc:spChg chg="del">
          <ac:chgData name="Ejaz Mazhar" userId="b1a85b5891cc63c6" providerId="LiveId" clId="{4D6ED4DA-196B-4361-9702-9ADEFD9F83A5}" dt="2026-01-21T01:25:15.401" v="1494" actId="478"/>
          <ac:spMkLst>
            <pc:docMk/>
            <pc:sldMk cId="0" sldId="266"/>
            <ac:spMk id="4" creationId="{00000000-0000-0000-0000-000000000000}"/>
          </ac:spMkLst>
        </pc:spChg>
        <pc:spChg chg="del">
          <ac:chgData name="Ejaz Mazhar" userId="b1a85b5891cc63c6" providerId="LiveId" clId="{4D6ED4DA-196B-4361-9702-9ADEFD9F83A5}" dt="2026-01-21T01:25:11.676" v="1491" actId="478"/>
          <ac:spMkLst>
            <pc:docMk/>
            <pc:sldMk cId="0" sldId="266"/>
            <ac:spMk id="5" creationId="{00000000-0000-0000-0000-000000000000}"/>
          </ac:spMkLst>
        </pc:spChg>
        <pc:spChg chg="del">
          <ac:chgData name="Ejaz Mazhar" userId="b1a85b5891cc63c6" providerId="LiveId" clId="{4D6ED4DA-196B-4361-9702-9ADEFD9F83A5}" dt="2026-01-21T01:25:10.507" v="1490" actId="478"/>
          <ac:spMkLst>
            <pc:docMk/>
            <pc:sldMk cId="0" sldId="266"/>
            <ac:spMk id="6" creationId="{00000000-0000-0000-0000-000000000000}"/>
          </ac:spMkLst>
        </pc:spChg>
        <pc:spChg chg="del">
          <ac:chgData name="Ejaz Mazhar" userId="b1a85b5891cc63c6" providerId="LiveId" clId="{4D6ED4DA-196B-4361-9702-9ADEFD9F83A5}" dt="2026-01-21T01:25:09.250" v="1489" actId="478"/>
          <ac:spMkLst>
            <pc:docMk/>
            <pc:sldMk cId="0" sldId="266"/>
            <ac:spMk id="7" creationId="{00000000-0000-0000-0000-000000000000}"/>
          </ac:spMkLst>
        </pc:spChg>
        <pc:spChg chg="del">
          <ac:chgData name="Ejaz Mazhar" userId="b1a85b5891cc63c6" providerId="LiveId" clId="{4D6ED4DA-196B-4361-9702-9ADEFD9F83A5}" dt="2026-01-21T01:25:31.315" v="1498" actId="478"/>
          <ac:spMkLst>
            <pc:docMk/>
            <pc:sldMk cId="0" sldId="266"/>
            <ac:spMk id="8" creationId="{00000000-0000-0000-0000-000000000000}"/>
          </ac:spMkLst>
        </pc:spChg>
        <pc:spChg chg="del">
          <ac:chgData name="Ejaz Mazhar" userId="b1a85b5891cc63c6" providerId="LiveId" clId="{4D6ED4DA-196B-4361-9702-9ADEFD9F83A5}" dt="2026-01-21T01:25:18.295" v="1495" actId="478"/>
          <ac:spMkLst>
            <pc:docMk/>
            <pc:sldMk cId="0" sldId="266"/>
            <ac:spMk id="9" creationId="{00000000-0000-0000-0000-000000000000}"/>
          </ac:spMkLst>
        </pc:spChg>
        <pc:spChg chg="del">
          <ac:chgData name="Ejaz Mazhar" userId="b1a85b5891cc63c6" providerId="LiveId" clId="{4D6ED4DA-196B-4361-9702-9ADEFD9F83A5}" dt="2026-01-21T01:25:14.071" v="1493" actId="478"/>
          <ac:spMkLst>
            <pc:docMk/>
            <pc:sldMk cId="0" sldId="266"/>
            <ac:spMk id="10" creationId="{00000000-0000-0000-0000-000000000000}"/>
          </ac:spMkLst>
        </pc:spChg>
        <pc:spChg chg="del">
          <ac:chgData name="Ejaz Mazhar" userId="b1a85b5891cc63c6" providerId="LiveId" clId="{4D6ED4DA-196B-4361-9702-9ADEFD9F83A5}" dt="2026-01-21T01:25:13.146" v="1492" actId="478"/>
          <ac:spMkLst>
            <pc:docMk/>
            <pc:sldMk cId="0" sldId="266"/>
            <ac:spMk id="11" creationId="{00000000-0000-0000-0000-000000000000}"/>
          </ac:spMkLst>
        </pc:spChg>
        <pc:spChg chg="mod">
          <ac:chgData name="Ejaz Mazhar" userId="b1a85b5891cc63c6" providerId="LiveId" clId="{4D6ED4DA-196B-4361-9702-9ADEFD9F83A5}" dt="2026-01-21T01:28:37.835" v="1528" actId="1076"/>
          <ac:spMkLst>
            <pc:docMk/>
            <pc:sldMk cId="0" sldId="266"/>
            <ac:spMk id="13" creationId="{00000000-0000-0000-0000-000000000000}"/>
          </ac:spMkLst>
        </pc:spChg>
        <pc:spChg chg="mod">
          <ac:chgData name="Ejaz Mazhar" userId="b1a85b5891cc63c6" providerId="LiveId" clId="{4D6ED4DA-196B-4361-9702-9ADEFD9F83A5}" dt="2026-01-21T01:30:05.309" v="1618" actId="20577"/>
          <ac:spMkLst>
            <pc:docMk/>
            <pc:sldMk cId="0" sldId="266"/>
            <ac:spMk id="14" creationId="{00000000-0000-0000-0000-000000000000}"/>
          </ac:spMkLst>
        </pc:spChg>
        <pc:spChg chg="mod ord">
          <ac:chgData name="Ejaz Mazhar" userId="b1a85b5891cc63c6" providerId="LiveId" clId="{4D6ED4DA-196B-4361-9702-9ADEFD9F83A5}" dt="2026-01-21T01:29:46.274" v="1594" actId="20577"/>
          <ac:spMkLst>
            <pc:docMk/>
            <pc:sldMk cId="0" sldId="266"/>
            <ac:spMk id="20" creationId="{00000000-0000-0000-0000-000000000000}"/>
          </ac:spMkLst>
        </pc:spChg>
        <pc:spChg chg="mod">
          <ac:chgData name="Ejaz Mazhar" userId="b1a85b5891cc63c6" providerId="LiveId" clId="{4D6ED4DA-196B-4361-9702-9ADEFD9F83A5}" dt="2026-01-21T01:26:40.943" v="1508" actId="2711"/>
          <ac:spMkLst>
            <pc:docMk/>
            <pc:sldMk cId="0" sldId="266"/>
            <ac:spMk id="21" creationId="{00000000-0000-0000-0000-000000000000}"/>
          </ac:spMkLst>
        </pc:spChg>
        <pc:spChg chg="mod">
          <ac:chgData name="Ejaz Mazhar" userId="b1a85b5891cc63c6" providerId="LiveId" clId="{4D6ED4DA-196B-4361-9702-9ADEFD9F83A5}" dt="2026-01-21T01:26:47.539" v="1509" actId="2711"/>
          <ac:spMkLst>
            <pc:docMk/>
            <pc:sldMk cId="0" sldId="266"/>
            <ac:spMk id="22" creationId="{00000000-0000-0000-0000-000000000000}"/>
          </ac:spMkLst>
        </pc:spChg>
        <pc:spChg chg="mod">
          <ac:chgData name="Ejaz Mazhar" userId="b1a85b5891cc63c6" providerId="LiveId" clId="{4D6ED4DA-196B-4361-9702-9ADEFD9F83A5}" dt="2026-01-21T02:39:52.248" v="2345" actId="1076"/>
          <ac:spMkLst>
            <pc:docMk/>
            <pc:sldMk cId="0" sldId="266"/>
            <ac:spMk id="23" creationId="{00000000-0000-0000-0000-000000000000}"/>
          </ac:spMkLst>
        </pc:spChg>
        <pc:spChg chg="del">
          <ac:chgData name="Ejaz Mazhar" userId="b1a85b5891cc63c6" providerId="LiveId" clId="{4D6ED4DA-196B-4361-9702-9ADEFD9F83A5}" dt="2026-01-21T01:24:56.989" v="1486" actId="478"/>
          <ac:spMkLst>
            <pc:docMk/>
            <pc:sldMk cId="0" sldId="266"/>
            <ac:spMk id="24" creationId="{00000000-0000-0000-0000-000000000000}"/>
          </ac:spMkLst>
        </pc:spChg>
        <pc:spChg chg="del">
          <ac:chgData name="Ejaz Mazhar" userId="b1a85b5891cc63c6" providerId="LiveId" clId="{4D6ED4DA-196B-4361-9702-9ADEFD9F83A5}" dt="2026-01-21T01:24:56.989" v="1486" actId="478"/>
          <ac:spMkLst>
            <pc:docMk/>
            <pc:sldMk cId="0" sldId="266"/>
            <ac:spMk id="25" creationId="{00000000-0000-0000-0000-000000000000}"/>
          </ac:spMkLst>
        </pc:spChg>
        <pc:spChg chg="del">
          <ac:chgData name="Ejaz Mazhar" userId="b1a85b5891cc63c6" providerId="LiveId" clId="{4D6ED4DA-196B-4361-9702-9ADEFD9F83A5}" dt="2026-01-21T01:24:56.989" v="1486" actId="478"/>
          <ac:spMkLst>
            <pc:docMk/>
            <pc:sldMk cId="0" sldId="266"/>
            <ac:spMk id="26" creationId="{00000000-0000-0000-0000-000000000000}"/>
          </ac:spMkLst>
        </pc:spChg>
        <pc:spChg chg="add mod ord">
          <ac:chgData name="Ejaz Mazhar" userId="b1a85b5891cc63c6" providerId="LiveId" clId="{4D6ED4DA-196B-4361-9702-9ADEFD9F83A5}" dt="2026-01-21T02:39:48.364" v="2344" actId="1076"/>
          <ac:spMkLst>
            <pc:docMk/>
            <pc:sldMk cId="0" sldId="266"/>
            <ac:spMk id="27" creationId="{D4D05423-48D3-8172-A384-9DF1539C89F7}"/>
          </ac:spMkLst>
        </pc:spChg>
        <pc:spChg chg="add mod ord">
          <ac:chgData name="Ejaz Mazhar" userId="b1a85b5891cc63c6" providerId="LiveId" clId="{4D6ED4DA-196B-4361-9702-9ADEFD9F83A5}" dt="2026-01-21T01:28:17.924" v="1526" actId="1076"/>
          <ac:spMkLst>
            <pc:docMk/>
            <pc:sldMk cId="0" sldId="266"/>
            <ac:spMk id="28" creationId="{CA5EDE4B-5E30-2AF3-EA10-0C09E3DBDB0E}"/>
          </ac:spMkLst>
        </pc:spChg>
        <pc:spChg chg="add mod ord">
          <ac:chgData name="Ejaz Mazhar" userId="b1a85b5891cc63c6" providerId="LiveId" clId="{4D6ED4DA-196B-4361-9702-9ADEFD9F83A5}" dt="2026-01-21T01:26:56.038" v="1510" actId="14100"/>
          <ac:spMkLst>
            <pc:docMk/>
            <pc:sldMk cId="0" sldId="266"/>
            <ac:spMk id="29" creationId="{234D926A-0CA5-A6C9-0FF9-F6A3D9808622}"/>
          </ac:spMkLst>
        </pc:spChg>
        <pc:spChg chg="add mod ord">
          <ac:chgData name="Ejaz Mazhar" userId="b1a85b5891cc63c6" providerId="LiveId" clId="{4D6ED4DA-196B-4361-9702-9ADEFD9F83A5}" dt="2026-01-21T01:31:50.212" v="1634" actId="1076"/>
          <ac:spMkLst>
            <pc:docMk/>
            <pc:sldMk cId="0" sldId="266"/>
            <ac:spMk id="30" creationId="{2EA6BF5D-70E6-DE0E-B2C0-A1D5D6E6B401}"/>
          </ac:spMkLst>
        </pc:spChg>
        <pc:spChg chg="add mod">
          <ac:chgData name="Ejaz Mazhar" userId="b1a85b5891cc63c6" providerId="LiveId" clId="{4D6ED4DA-196B-4361-9702-9ADEFD9F83A5}" dt="2026-01-21T02:39:44.668" v="2343" actId="1076"/>
          <ac:spMkLst>
            <pc:docMk/>
            <pc:sldMk cId="0" sldId="266"/>
            <ac:spMk id="38" creationId="{34D6EDC2-08F0-200F-2F66-2BE87123E071}"/>
          </ac:spMkLst>
        </pc:spChg>
        <pc:picChg chg="add del">
          <ac:chgData name="Ejaz Mazhar" userId="b1a85b5891cc63c6" providerId="LiveId" clId="{4D6ED4DA-196B-4361-9702-9ADEFD9F83A5}" dt="2026-01-21T01:30:58.774" v="1628" actId="478"/>
          <ac:picMkLst>
            <pc:docMk/>
            <pc:sldMk cId="0" sldId="266"/>
            <ac:picMk id="3" creationId="{00000000-0000-0000-0000-000000000000}"/>
          </ac:picMkLst>
        </pc:picChg>
        <pc:cxnChg chg="add mod">
          <ac:chgData name="Ejaz Mazhar" userId="b1a85b5891cc63c6" providerId="LiveId" clId="{4D6ED4DA-196B-4361-9702-9ADEFD9F83A5}" dt="2026-01-21T01:30:54.274" v="1627" actId="1038"/>
          <ac:cxnSpMkLst>
            <pc:docMk/>
            <pc:sldMk cId="0" sldId="266"/>
            <ac:cxnSpMk id="32" creationId="{8335CAE6-715F-AC1A-7495-CF52EB7B5F27}"/>
          </ac:cxnSpMkLst>
        </pc:cxnChg>
        <pc:cxnChg chg="add mod">
          <ac:chgData name="Ejaz Mazhar" userId="b1a85b5891cc63c6" providerId="LiveId" clId="{4D6ED4DA-196B-4361-9702-9ADEFD9F83A5}" dt="2026-01-21T01:31:39.529" v="1632" actId="1076"/>
          <ac:cxnSpMkLst>
            <pc:docMk/>
            <pc:sldMk cId="0" sldId="266"/>
            <ac:cxnSpMk id="35" creationId="{8CAAB10D-10A0-BD42-1CD8-2DB42DE0F391}"/>
          </ac:cxnSpMkLst>
        </pc:cxnChg>
        <pc:cxnChg chg="add mod">
          <ac:chgData name="Ejaz Mazhar" userId="b1a85b5891cc63c6" providerId="LiveId" clId="{4D6ED4DA-196B-4361-9702-9ADEFD9F83A5}" dt="2026-01-21T01:32:07.677" v="1636" actId="14100"/>
          <ac:cxnSpMkLst>
            <pc:docMk/>
            <pc:sldMk cId="0" sldId="266"/>
            <ac:cxnSpMk id="36" creationId="{B3688BCB-8C6B-9ACF-2EB2-EEF73169CC32}"/>
          </ac:cxnSpMkLst>
        </pc:cxnChg>
      </pc:sldChg>
      <pc:sldChg chg="addSp delSp modSp mod">
        <pc:chgData name="Ejaz Mazhar" userId="b1a85b5891cc63c6" providerId="LiveId" clId="{4D6ED4DA-196B-4361-9702-9ADEFD9F83A5}" dt="2026-01-21T02:15:47.522" v="1990" actId="208"/>
        <pc:sldMkLst>
          <pc:docMk/>
          <pc:sldMk cId="0" sldId="267"/>
        </pc:sldMkLst>
        <pc:spChg chg="del">
          <ac:chgData name="Ejaz Mazhar" userId="b1a85b5891cc63c6" providerId="LiveId" clId="{4D6ED4DA-196B-4361-9702-9ADEFD9F83A5}" dt="2026-01-21T01:33:10.625" v="1642" actId="478"/>
          <ac:spMkLst>
            <pc:docMk/>
            <pc:sldMk cId="0" sldId="267"/>
            <ac:spMk id="4" creationId="{00000000-0000-0000-0000-000000000000}"/>
          </ac:spMkLst>
        </pc:spChg>
        <pc:spChg chg="del">
          <ac:chgData name="Ejaz Mazhar" userId="b1a85b5891cc63c6" providerId="LiveId" clId="{4D6ED4DA-196B-4361-9702-9ADEFD9F83A5}" dt="2026-01-21T01:33:09.316" v="1641" actId="478"/>
          <ac:spMkLst>
            <pc:docMk/>
            <pc:sldMk cId="0" sldId="267"/>
            <ac:spMk id="5" creationId="{00000000-0000-0000-0000-000000000000}"/>
          </ac:spMkLst>
        </pc:spChg>
        <pc:spChg chg="del">
          <ac:chgData name="Ejaz Mazhar" userId="b1a85b5891cc63c6" providerId="LiveId" clId="{4D6ED4DA-196B-4361-9702-9ADEFD9F83A5}" dt="2026-01-21T01:33:12.703" v="1643" actId="478"/>
          <ac:spMkLst>
            <pc:docMk/>
            <pc:sldMk cId="0" sldId="267"/>
            <ac:spMk id="6" creationId="{00000000-0000-0000-0000-000000000000}"/>
          </ac:spMkLst>
        </pc:spChg>
        <pc:spChg chg="del">
          <ac:chgData name="Ejaz Mazhar" userId="b1a85b5891cc63c6" providerId="LiveId" clId="{4D6ED4DA-196B-4361-9702-9ADEFD9F83A5}" dt="2026-01-21T01:32:55.731" v="1637" actId="478"/>
          <ac:spMkLst>
            <pc:docMk/>
            <pc:sldMk cId="0" sldId="267"/>
            <ac:spMk id="7" creationId="{00000000-0000-0000-0000-000000000000}"/>
          </ac:spMkLst>
        </pc:spChg>
        <pc:spChg chg="del">
          <ac:chgData name="Ejaz Mazhar" userId="b1a85b5891cc63c6" providerId="LiveId" clId="{4D6ED4DA-196B-4361-9702-9ADEFD9F83A5}" dt="2026-01-21T01:32:59.408" v="1639" actId="478"/>
          <ac:spMkLst>
            <pc:docMk/>
            <pc:sldMk cId="0" sldId="267"/>
            <ac:spMk id="8" creationId="{00000000-0000-0000-0000-000000000000}"/>
          </ac:spMkLst>
        </pc:spChg>
        <pc:spChg chg="del">
          <ac:chgData name="Ejaz Mazhar" userId="b1a85b5891cc63c6" providerId="LiveId" clId="{4D6ED4DA-196B-4361-9702-9ADEFD9F83A5}" dt="2026-01-21T01:33:14.209" v="1644" actId="478"/>
          <ac:spMkLst>
            <pc:docMk/>
            <pc:sldMk cId="0" sldId="267"/>
            <ac:spMk id="9" creationId="{00000000-0000-0000-0000-000000000000}"/>
          </ac:spMkLst>
        </pc:spChg>
        <pc:spChg chg="del">
          <ac:chgData name="Ejaz Mazhar" userId="b1a85b5891cc63c6" providerId="LiveId" clId="{4D6ED4DA-196B-4361-9702-9ADEFD9F83A5}" dt="2026-01-21T01:33:26.738" v="1649" actId="478"/>
          <ac:spMkLst>
            <pc:docMk/>
            <pc:sldMk cId="0" sldId="267"/>
            <ac:spMk id="10" creationId="{00000000-0000-0000-0000-000000000000}"/>
          </ac:spMkLst>
        </pc:spChg>
        <pc:spChg chg="del">
          <ac:chgData name="Ejaz Mazhar" userId="b1a85b5891cc63c6" providerId="LiveId" clId="{4D6ED4DA-196B-4361-9702-9ADEFD9F83A5}" dt="2026-01-21T01:33:05.973" v="1640" actId="478"/>
          <ac:spMkLst>
            <pc:docMk/>
            <pc:sldMk cId="0" sldId="267"/>
            <ac:spMk id="13" creationId="{00000000-0000-0000-0000-000000000000}"/>
          </ac:spMkLst>
        </pc:spChg>
        <pc:spChg chg="del">
          <ac:chgData name="Ejaz Mazhar" userId="b1a85b5891cc63c6" providerId="LiveId" clId="{4D6ED4DA-196B-4361-9702-9ADEFD9F83A5}" dt="2026-01-21T01:33:05.973" v="1640" actId="478"/>
          <ac:spMkLst>
            <pc:docMk/>
            <pc:sldMk cId="0" sldId="267"/>
            <ac:spMk id="22" creationId="{00000000-0000-0000-0000-000000000000}"/>
          </ac:spMkLst>
        </pc:spChg>
        <pc:spChg chg="del">
          <ac:chgData name="Ejaz Mazhar" userId="b1a85b5891cc63c6" providerId="LiveId" clId="{4D6ED4DA-196B-4361-9702-9ADEFD9F83A5}" dt="2026-01-21T01:33:05.973" v="1640" actId="478"/>
          <ac:spMkLst>
            <pc:docMk/>
            <pc:sldMk cId="0" sldId="267"/>
            <ac:spMk id="23" creationId="{00000000-0000-0000-0000-000000000000}"/>
          </ac:spMkLst>
        </pc:spChg>
        <pc:spChg chg="del">
          <ac:chgData name="Ejaz Mazhar" userId="b1a85b5891cc63c6" providerId="LiveId" clId="{4D6ED4DA-196B-4361-9702-9ADEFD9F83A5}" dt="2026-01-21T01:33:05.973" v="1640" actId="478"/>
          <ac:spMkLst>
            <pc:docMk/>
            <pc:sldMk cId="0" sldId="267"/>
            <ac:spMk id="24" creationId="{00000000-0000-0000-0000-000000000000}"/>
          </ac:spMkLst>
        </pc:spChg>
        <pc:spChg chg="del">
          <ac:chgData name="Ejaz Mazhar" userId="b1a85b5891cc63c6" providerId="LiveId" clId="{4D6ED4DA-196B-4361-9702-9ADEFD9F83A5}" dt="2026-01-21T01:33:05.973" v="1640" actId="478"/>
          <ac:spMkLst>
            <pc:docMk/>
            <pc:sldMk cId="0" sldId="267"/>
            <ac:spMk id="25" creationId="{00000000-0000-0000-0000-000000000000}"/>
          </ac:spMkLst>
        </pc:spChg>
        <pc:spChg chg="del">
          <ac:chgData name="Ejaz Mazhar" userId="b1a85b5891cc63c6" providerId="LiveId" clId="{4D6ED4DA-196B-4361-9702-9ADEFD9F83A5}" dt="2026-01-21T01:33:05.973" v="1640" actId="478"/>
          <ac:spMkLst>
            <pc:docMk/>
            <pc:sldMk cId="0" sldId="267"/>
            <ac:spMk id="26" creationId="{00000000-0000-0000-0000-000000000000}"/>
          </ac:spMkLst>
        </pc:spChg>
        <pc:spChg chg="del">
          <ac:chgData name="Ejaz Mazhar" userId="b1a85b5891cc63c6" providerId="LiveId" clId="{4D6ED4DA-196B-4361-9702-9ADEFD9F83A5}" dt="2026-01-21T01:33:05.973" v="1640" actId="478"/>
          <ac:spMkLst>
            <pc:docMk/>
            <pc:sldMk cId="0" sldId="267"/>
            <ac:spMk id="27" creationId="{00000000-0000-0000-0000-000000000000}"/>
          </ac:spMkLst>
        </pc:spChg>
        <pc:spChg chg="del">
          <ac:chgData name="Ejaz Mazhar" userId="b1a85b5891cc63c6" providerId="LiveId" clId="{4D6ED4DA-196B-4361-9702-9ADEFD9F83A5}" dt="2026-01-21T01:33:05.973" v="1640" actId="478"/>
          <ac:spMkLst>
            <pc:docMk/>
            <pc:sldMk cId="0" sldId="267"/>
            <ac:spMk id="28" creationId="{00000000-0000-0000-0000-000000000000}"/>
          </ac:spMkLst>
        </pc:spChg>
        <pc:spChg chg="del">
          <ac:chgData name="Ejaz Mazhar" userId="b1a85b5891cc63c6" providerId="LiveId" clId="{4D6ED4DA-196B-4361-9702-9ADEFD9F83A5}" dt="2026-01-21T01:33:05.973" v="1640" actId="478"/>
          <ac:spMkLst>
            <pc:docMk/>
            <pc:sldMk cId="0" sldId="267"/>
            <ac:spMk id="29" creationId="{00000000-0000-0000-0000-000000000000}"/>
          </ac:spMkLst>
        </pc:spChg>
        <pc:spChg chg="del">
          <ac:chgData name="Ejaz Mazhar" userId="b1a85b5891cc63c6" providerId="LiveId" clId="{4D6ED4DA-196B-4361-9702-9ADEFD9F83A5}" dt="2026-01-21T01:33:05.973" v="1640" actId="478"/>
          <ac:spMkLst>
            <pc:docMk/>
            <pc:sldMk cId="0" sldId="267"/>
            <ac:spMk id="30" creationId="{00000000-0000-0000-0000-000000000000}"/>
          </ac:spMkLst>
        </pc:spChg>
        <pc:spChg chg="mod">
          <ac:chgData name="Ejaz Mazhar" userId="b1a85b5891cc63c6" providerId="LiveId" clId="{4D6ED4DA-196B-4361-9702-9ADEFD9F83A5}" dt="2026-01-21T01:37:43.600" v="1689" actId="1076"/>
          <ac:spMkLst>
            <pc:docMk/>
            <pc:sldMk cId="0" sldId="267"/>
            <ac:spMk id="31" creationId="{00000000-0000-0000-0000-000000000000}"/>
          </ac:spMkLst>
        </pc:spChg>
        <pc:spChg chg="del">
          <ac:chgData name="Ejaz Mazhar" userId="b1a85b5891cc63c6" providerId="LiveId" clId="{4D6ED4DA-196B-4361-9702-9ADEFD9F83A5}" dt="2026-01-21T01:34:42.615" v="1657" actId="478"/>
          <ac:spMkLst>
            <pc:docMk/>
            <pc:sldMk cId="0" sldId="267"/>
            <ac:spMk id="32" creationId="{00000000-0000-0000-0000-000000000000}"/>
          </ac:spMkLst>
        </pc:spChg>
        <pc:spChg chg="del mod">
          <ac:chgData name="Ejaz Mazhar" userId="b1a85b5891cc63c6" providerId="LiveId" clId="{4D6ED4DA-196B-4361-9702-9ADEFD9F83A5}" dt="2026-01-21T01:33:24.319" v="1648" actId="478"/>
          <ac:spMkLst>
            <pc:docMk/>
            <pc:sldMk cId="0" sldId="267"/>
            <ac:spMk id="33" creationId="{00000000-0000-0000-0000-000000000000}"/>
          </ac:spMkLst>
        </pc:spChg>
        <pc:spChg chg="mod">
          <ac:chgData name="Ejaz Mazhar" userId="b1a85b5891cc63c6" providerId="LiveId" clId="{4D6ED4DA-196B-4361-9702-9ADEFD9F83A5}" dt="2026-01-21T01:52:12.704" v="1819" actId="207"/>
          <ac:spMkLst>
            <pc:docMk/>
            <pc:sldMk cId="0" sldId="267"/>
            <ac:spMk id="35" creationId="{00000000-0000-0000-0000-000000000000}"/>
          </ac:spMkLst>
        </pc:spChg>
        <pc:spChg chg="mod">
          <ac:chgData name="Ejaz Mazhar" userId="b1a85b5891cc63c6" providerId="LiveId" clId="{4D6ED4DA-196B-4361-9702-9ADEFD9F83A5}" dt="2026-01-21T01:34:09.180" v="1653" actId="6549"/>
          <ac:spMkLst>
            <pc:docMk/>
            <pc:sldMk cId="0" sldId="267"/>
            <ac:spMk id="36" creationId="{00000000-0000-0000-0000-000000000000}"/>
          </ac:spMkLst>
        </pc:spChg>
        <pc:spChg chg="del">
          <ac:chgData name="Ejaz Mazhar" userId="b1a85b5891cc63c6" providerId="LiveId" clId="{4D6ED4DA-196B-4361-9702-9ADEFD9F83A5}" dt="2026-01-21T01:51:00.283" v="1814" actId="478"/>
          <ac:spMkLst>
            <pc:docMk/>
            <pc:sldMk cId="0" sldId="267"/>
            <ac:spMk id="37" creationId="{00000000-0000-0000-0000-000000000000}"/>
          </ac:spMkLst>
        </pc:spChg>
        <pc:spChg chg="add mod ord">
          <ac:chgData name="Ejaz Mazhar" userId="b1a85b5891cc63c6" providerId="LiveId" clId="{4D6ED4DA-196B-4361-9702-9ADEFD9F83A5}" dt="2026-01-21T01:51:52.906" v="1817" actId="207"/>
          <ac:spMkLst>
            <pc:docMk/>
            <pc:sldMk cId="0" sldId="267"/>
            <ac:spMk id="38" creationId="{8F316735-A35D-846D-164A-429AFC5F81B4}"/>
          </ac:spMkLst>
        </pc:spChg>
        <pc:spChg chg="add mod ord">
          <ac:chgData name="Ejaz Mazhar" userId="b1a85b5891cc63c6" providerId="LiveId" clId="{4D6ED4DA-196B-4361-9702-9ADEFD9F83A5}" dt="2026-01-21T01:36:16.996" v="1673" actId="207"/>
          <ac:spMkLst>
            <pc:docMk/>
            <pc:sldMk cId="0" sldId="267"/>
            <ac:spMk id="39" creationId="{3DAEAAB1-77B2-89C2-58C8-D7C68669306A}"/>
          </ac:spMkLst>
        </pc:spChg>
        <pc:spChg chg="add mod ord">
          <ac:chgData name="Ejaz Mazhar" userId="b1a85b5891cc63c6" providerId="LiveId" clId="{4D6ED4DA-196B-4361-9702-9ADEFD9F83A5}" dt="2026-01-21T01:41:12.218" v="1706" actId="108"/>
          <ac:spMkLst>
            <pc:docMk/>
            <pc:sldMk cId="0" sldId="267"/>
            <ac:spMk id="40" creationId="{A886FD6F-4FBC-D88A-797E-DFF418FE6606}"/>
          </ac:spMkLst>
        </pc:spChg>
        <pc:spChg chg="add mod">
          <ac:chgData name="Ejaz Mazhar" userId="b1a85b5891cc63c6" providerId="LiveId" clId="{4D6ED4DA-196B-4361-9702-9ADEFD9F83A5}" dt="2026-01-21T02:15:04.161" v="1985" actId="207"/>
          <ac:spMkLst>
            <pc:docMk/>
            <pc:sldMk cId="0" sldId="267"/>
            <ac:spMk id="51" creationId="{CB83AB7D-2B99-D995-AC0D-0B8BAC3A7FBE}"/>
          </ac:spMkLst>
        </pc:spChg>
        <pc:spChg chg="add mod ord">
          <ac:chgData name="Ejaz Mazhar" userId="b1a85b5891cc63c6" providerId="LiveId" clId="{4D6ED4DA-196B-4361-9702-9ADEFD9F83A5}" dt="2026-01-21T01:51:59.429" v="1818" actId="207"/>
          <ac:spMkLst>
            <pc:docMk/>
            <pc:sldMk cId="0" sldId="267"/>
            <ac:spMk id="62" creationId="{D093E38E-C570-9F2A-C22A-B7D36AB0E860}"/>
          </ac:spMkLst>
        </pc:spChg>
        <pc:spChg chg="add mod ord">
          <ac:chgData name="Ejaz Mazhar" userId="b1a85b5891cc63c6" providerId="LiveId" clId="{4D6ED4DA-196B-4361-9702-9ADEFD9F83A5}" dt="2026-01-21T01:50:55.069" v="1813" actId="1582"/>
          <ac:spMkLst>
            <pc:docMk/>
            <pc:sldMk cId="0" sldId="267"/>
            <ac:spMk id="63" creationId="{C63B0574-32B3-D075-3FFD-40F2458CED1C}"/>
          </ac:spMkLst>
        </pc:spChg>
        <pc:grpChg chg="del">
          <ac:chgData name="Ejaz Mazhar" userId="b1a85b5891cc63c6" providerId="LiveId" clId="{4D6ED4DA-196B-4361-9702-9ADEFD9F83A5}" dt="2026-01-21T01:32:58.009" v="1638" actId="478"/>
          <ac:grpSpMkLst>
            <pc:docMk/>
            <pc:sldMk cId="0" sldId="267"/>
            <ac:grpSpMk id="14" creationId="{00000000-0000-0000-0000-000000000000}"/>
          </ac:grpSpMkLst>
        </pc:grpChg>
        <pc:picChg chg="del">
          <ac:chgData name="Ejaz Mazhar" userId="b1a85b5891cc63c6" providerId="LiveId" clId="{4D6ED4DA-196B-4361-9702-9ADEFD9F83A5}" dt="2026-01-21T01:34:38.704" v="1656" actId="478"/>
          <ac:picMkLst>
            <pc:docMk/>
            <pc:sldMk cId="0" sldId="267"/>
            <ac:picMk id="2" creationId="{00000000-0000-0000-0000-000000000000}"/>
          </ac:picMkLst>
        </pc:picChg>
        <pc:picChg chg="add mod">
          <ac:chgData name="Ejaz Mazhar" userId="b1a85b5891cc63c6" providerId="LiveId" clId="{4D6ED4DA-196B-4361-9702-9ADEFD9F83A5}" dt="2026-01-21T01:38:19.022" v="1692" actId="1076"/>
          <ac:picMkLst>
            <pc:docMk/>
            <pc:sldMk cId="0" sldId="267"/>
            <ac:picMk id="42" creationId="{9B69EB9F-70B5-B474-8CEA-0EA911239B32}"/>
          </ac:picMkLst>
        </pc:picChg>
        <pc:picChg chg="add mod">
          <ac:chgData name="Ejaz Mazhar" userId="b1a85b5891cc63c6" providerId="LiveId" clId="{4D6ED4DA-196B-4361-9702-9ADEFD9F83A5}" dt="2026-01-21T01:41:52.482" v="1710" actId="14861"/>
          <ac:picMkLst>
            <pc:docMk/>
            <pc:sldMk cId="0" sldId="267"/>
            <ac:picMk id="44" creationId="{A69D144A-9DEA-F48E-111C-3961E8B37B9C}"/>
          </ac:picMkLst>
        </pc:picChg>
        <pc:picChg chg="add mod">
          <ac:chgData name="Ejaz Mazhar" userId="b1a85b5891cc63c6" providerId="LiveId" clId="{4D6ED4DA-196B-4361-9702-9ADEFD9F83A5}" dt="2026-01-21T01:41:41.576" v="1708" actId="208"/>
          <ac:picMkLst>
            <pc:docMk/>
            <pc:sldMk cId="0" sldId="267"/>
            <ac:picMk id="46" creationId="{984FB5D4-C566-E344-ECC0-9D4458CA87DD}"/>
          </ac:picMkLst>
        </pc:picChg>
        <pc:picChg chg="add mod">
          <ac:chgData name="Ejaz Mazhar" userId="b1a85b5891cc63c6" providerId="LiveId" clId="{4D6ED4DA-196B-4361-9702-9ADEFD9F83A5}" dt="2026-01-21T01:40:06.804" v="1702" actId="208"/>
          <ac:picMkLst>
            <pc:docMk/>
            <pc:sldMk cId="0" sldId="267"/>
            <ac:picMk id="48" creationId="{C7F08E66-0062-F68C-E77D-8B32680CE98B}"/>
          </ac:picMkLst>
        </pc:picChg>
        <pc:picChg chg="add mod">
          <ac:chgData name="Ejaz Mazhar" userId="b1a85b5891cc63c6" providerId="LiveId" clId="{4D6ED4DA-196B-4361-9702-9ADEFD9F83A5}" dt="2026-01-21T02:15:33.880" v="1988" actId="207"/>
          <ac:picMkLst>
            <pc:docMk/>
            <pc:sldMk cId="0" sldId="267"/>
            <ac:picMk id="50" creationId="{FEE09123-834C-4D1B-97CF-DA7F64E432BD}"/>
          </ac:picMkLst>
        </pc:picChg>
        <pc:picChg chg="add mod">
          <ac:chgData name="Ejaz Mazhar" userId="b1a85b5891cc63c6" providerId="LiveId" clId="{4D6ED4DA-196B-4361-9702-9ADEFD9F83A5}" dt="2026-01-21T02:14:52.656" v="1984" actId="208"/>
          <ac:picMkLst>
            <pc:docMk/>
            <pc:sldMk cId="0" sldId="267"/>
            <ac:picMk id="53" creationId="{892347E2-5EB5-E6E5-2AA9-E3605BE0954F}"/>
          </ac:picMkLst>
        </pc:picChg>
        <pc:cxnChg chg="add mod ord">
          <ac:chgData name="Ejaz Mazhar" userId="b1a85b5891cc63c6" providerId="LiveId" clId="{4D6ED4DA-196B-4361-9702-9ADEFD9F83A5}" dt="2026-01-21T02:15:43.004" v="1989" actId="208"/>
          <ac:cxnSpMkLst>
            <pc:docMk/>
            <pc:sldMk cId="0" sldId="267"/>
            <ac:cxnSpMk id="55" creationId="{3BA3522F-9249-6F4C-B1FD-EDE9B3B0025A}"/>
          </ac:cxnSpMkLst>
        </pc:cxnChg>
        <pc:cxnChg chg="add mod ord">
          <ac:chgData name="Ejaz Mazhar" userId="b1a85b5891cc63c6" providerId="LiveId" clId="{4D6ED4DA-196B-4361-9702-9ADEFD9F83A5}" dt="2026-01-21T02:15:47.522" v="1990" actId="208"/>
          <ac:cxnSpMkLst>
            <pc:docMk/>
            <pc:sldMk cId="0" sldId="267"/>
            <ac:cxnSpMk id="60" creationId="{383EB6BA-98FF-B663-DD2D-8DC2C0E634BC}"/>
          </ac:cxnSpMkLst>
        </pc:cxnChg>
      </pc:sldChg>
      <pc:sldChg chg="addSp delSp modSp mod">
        <pc:chgData name="Ejaz Mazhar" userId="b1a85b5891cc63c6" providerId="LiveId" clId="{4D6ED4DA-196B-4361-9702-9ADEFD9F83A5}" dt="2026-01-21T02:40:03.410" v="2347" actId="1076"/>
        <pc:sldMkLst>
          <pc:docMk/>
          <pc:sldMk cId="0" sldId="268"/>
        </pc:sldMkLst>
        <pc:spChg chg="mod">
          <ac:chgData name="Ejaz Mazhar" userId="b1a85b5891cc63c6" providerId="LiveId" clId="{4D6ED4DA-196B-4361-9702-9ADEFD9F83A5}" dt="2026-01-21T02:06:27.372" v="1923" actId="1076"/>
          <ac:spMkLst>
            <pc:docMk/>
            <pc:sldMk cId="0" sldId="268"/>
            <ac:spMk id="4" creationId="{00000000-0000-0000-0000-000000000000}"/>
          </ac:spMkLst>
        </pc:spChg>
        <pc:spChg chg="mod">
          <ac:chgData name="Ejaz Mazhar" userId="b1a85b5891cc63c6" providerId="LiveId" clId="{4D6ED4DA-196B-4361-9702-9ADEFD9F83A5}" dt="2026-01-21T02:06:56.906" v="1927" actId="113"/>
          <ac:spMkLst>
            <pc:docMk/>
            <pc:sldMk cId="0" sldId="268"/>
            <ac:spMk id="5" creationId="{00000000-0000-0000-0000-000000000000}"/>
          </ac:spMkLst>
        </pc:spChg>
        <pc:spChg chg="del mod">
          <ac:chgData name="Ejaz Mazhar" userId="b1a85b5891cc63c6" providerId="LiveId" clId="{4D6ED4DA-196B-4361-9702-9ADEFD9F83A5}" dt="2026-01-21T01:58:36.855" v="1851" actId="478"/>
          <ac:spMkLst>
            <pc:docMk/>
            <pc:sldMk cId="0" sldId="268"/>
            <ac:spMk id="6" creationId="{00000000-0000-0000-0000-000000000000}"/>
          </ac:spMkLst>
        </pc:spChg>
        <pc:spChg chg="mod">
          <ac:chgData name="Ejaz Mazhar" userId="b1a85b5891cc63c6" providerId="LiveId" clId="{4D6ED4DA-196B-4361-9702-9ADEFD9F83A5}" dt="2026-01-21T01:59:12.435" v="1858" actId="1076"/>
          <ac:spMkLst>
            <pc:docMk/>
            <pc:sldMk cId="0" sldId="268"/>
            <ac:spMk id="7" creationId="{00000000-0000-0000-0000-000000000000}"/>
          </ac:spMkLst>
        </pc:spChg>
        <pc:spChg chg="mod">
          <ac:chgData name="Ejaz Mazhar" userId="b1a85b5891cc63c6" providerId="LiveId" clId="{4D6ED4DA-196B-4361-9702-9ADEFD9F83A5}" dt="2026-01-21T02:40:03.410" v="2347" actId="1076"/>
          <ac:spMkLst>
            <pc:docMk/>
            <pc:sldMk cId="0" sldId="268"/>
            <ac:spMk id="9" creationId="{00000000-0000-0000-0000-000000000000}"/>
          </ac:spMkLst>
        </pc:spChg>
        <pc:spChg chg="del">
          <ac:chgData name="Ejaz Mazhar" userId="b1a85b5891cc63c6" providerId="LiveId" clId="{4D6ED4DA-196B-4361-9702-9ADEFD9F83A5}" dt="2026-01-21T01:56:13.224" v="1835" actId="478"/>
          <ac:spMkLst>
            <pc:docMk/>
            <pc:sldMk cId="0" sldId="268"/>
            <ac:spMk id="10" creationId="{00000000-0000-0000-0000-000000000000}"/>
          </ac:spMkLst>
        </pc:spChg>
        <pc:spChg chg="del">
          <ac:chgData name="Ejaz Mazhar" userId="b1a85b5891cc63c6" providerId="LiveId" clId="{4D6ED4DA-196B-4361-9702-9ADEFD9F83A5}" dt="2026-01-21T01:56:09.493" v="1834" actId="478"/>
          <ac:spMkLst>
            <pc:docMk/>
            <pc:sldMk cId="0" sldId="268"/>
            <ac:spMk id="11" creationId="{00000000-0000-0000-0000-000000000000}"/>
          </ac:spMkLst>
        </pc:spChg>
        <pc:spChg chg="add mod">
          <ac:chgData name="Ejaz Mazhar" userId="b1a85b5891cc63c6" providerId="LiveId" clId="{4D6ED4DA-196B-4361-9702-9ADEFD9F83A5}" dt="2026-01-21T02:03:30.361" v="1902" actId="1076"/>
          <ac:spMkLst>
            <pc:docMk/>
            <pc:sldMk cId="0" sldId="268"/>
            <ac:spMk id="12" creationId="{001A94CD-D508-533B-7CEF-F8CB8E5925AA}"/>
          </ac:spMkLst>
        </pc:spChg>
        <pc:spChg chg="add mod">
          <ac:chgData name="Ejaz Mazhar" userId="b1a85b5891cc63c6" providerId="LiveId" clId="{4D6ED4DA-196B-4361-9702-9ADEFD9F83A5}" dt="2026-01-21T01:59:25.179" v="1862" actId="20577"/>
          <ac:spMkLst>
            <pc:docMk/>
            <pc:sldMk cId="0" sldId="268"/>
            <ac:spMk id="13" creationId="{80AFD90B-2E3D-7729-EAB7-BB7149895A68}"/>
          </ac:spMkLst>
        </pc:spChg>
        <pc:spChg chg="add mod">
          <ac:chgData name="Ejaz Mazhar" userId="b1a85b5891cc63c6" providerId="LiveId" clId="{4D6ED4DA-196B-4361-9702-9ADEFD9F83A5}" dt="2026-01-21T01:59:17.874" v="1860" actId="20577"/>
          <ac:spMkLst>
            <pc:docMk/>
            <pc:sldMk cId="0" sldId="268"/>
            <ac:spMk id="14" creationId="{E2BB783B-12E1-8741-2C08-E65EF2C98E52}"/>
          </ac:spMkLst>
        </pc:spChg>
        <pc:spChg chg="add mod ord">
          <ac:chgData name="Ejaz Mazhar" userId="b1a85b5891cc63c6" providerId="LiveId" clId="{4D6ED4DA-196B-4361-9702-9ADEFD9F83A5}" dt="2026-01-21T02:06:30.779" v="1924" actId="1076"/>
          <ac:spMkLst>
            <pc:docMk/>
            <pc:sldMk cId="0" sldId="268"/>
            <ac:spMk id="15" creationId="{7D75E60E-35D6-4C22-999C-D0DCBCE1C530}"/>
          </ac:spMkLst>
        </pc:spChg>
        <pc:spChg chg="add mod">
          <ac:chgData name="Ejaz Mazhar" userId="b1a85b5891cc63c6" providerId="LiveId" clId="{4D6ED4DA-196B-4361-9702-9ADEFD9F83A5}" dt="2026-01-21T02:39:59.409" v="2346"/>
          <ac:spMkLst>
            <pc:docMk/>
            <pc:sldMk cId="0" sldId="268"/>
            <ac:spMk id="26" creationId="{6A9C72DD-7DA7-1298-3763-E285925A29E4}"/>
          </ac:spMkLst>
        </pc:spChg>
        <pc:graphicFrameChg chg="ord modGraphic">
          <ac:chgData name="Ejaz Mazhar" userId="b1a85b5891cc63c6" providerId="LiveId" clId="{4D6ED4DA-196B-4361-9702-9ADEFD9F83A5}" dt="2026-01-21T01:58:26.503" v="1849" actId="167"/>
          <ac:graphicFrameMkLst>
            <pc:docMk/>
            <pc:sldMk cId="0" sldId="268"/>
            <ac:graphicFrameMk id="8" creationId="{00000000-0000-0000-0000-000000000000}"/>
          </ac:graphicFrameMkLst>
        </pc:graphicFrameChg>
        <pc:picChg chg="del mod">
          <ac:chgData name="Ejaz Mazhar" userId="b1a85b5891cc63c6" providerId="LiveId" clId="{4D6ED4DA-196B-4361-9702-9ADEFD9F83A5}" dt="2026-01-21T01:58:17.626" v="1848" actId="478"/>
          <ac:picMkLst>
            <pc:docMk/>
            <pc:sldMk cId="0" sldId="268"/>
            <ac:picMk id="2" creationId="{00000000-0000-0000-0000-000000000000}"/>
          </ac:picMkLst>
        </pc:picChg>
        <pc:picChg chg="del mod ord">
          <ac:chgData name="Ejaz Mazhar" userId="b1a85b5891cc63c6" providerId="LiveId" clId="{4D6ED4DA-196B-4361-9702-9ADEFD9F83A5}" dt="2026-01-21T01:58:28.391" v="1850" actId="478"/>
          <ac:picMkLst>
            <pc:docMk/>
            <pc:sldMk cId="0" sldId="268"/>
            <ac:picMk id="3" creationId="{00000000-0000-0000-0000-000000000000}"/>
          </ac:picMkLst>
        </pc:picChg>
        <pc:picChg chg="add mod">
          <ac:chgData name="Ejaz Mazhar" userId="b1a85b5891cc63c6" providerId="LiveId" clId="{4D6ED4DA-196B-4361-9702-9ADEFD9F83A5}" dt="2026-01-21T02:00:41.154" v="1871"/>
          <ac:picMkLst>
            <pc:docMk/>
            <pc:sldMk cId="0" sldId="268"/>
            <ac:picMk id="17" creationId="{63E3BD45-A527-C45B-0E98-4927095BEDF0}"/>
          </ac:picMkLst>
        </pc:picChg>
        <pc:picChg chg="add mod">
          <ac:chgData name="Ejaz Mazhar" userId="b1a85b5891cc63c6" providerId="LiveId" clId="{4D6ED4DA-196B-4361-9702-9ADEFD9F83A5}" dt="2026-01-21T02:01:32.269" v="1878"/>
          <ac:picMkLst>
            <pc:docMk/>
            <pc:sldMk cId="0" sldId="268"/>
            <ac:picMk id="19" creationId="{70AF6C3F-292B-1B7C-3A50-074735874EB7}"/>
          </ac:picMkLst>
        </pc:picChg>
        <pc:picChg chg="add mod">
          <ac:chgData name="Ejaz Mazhar" userId="b1a85b5891cc63c6" providerId="LiveId" clId="{4D6ED4DA-196B-4361-9702-9ADEFD9F83A5}" dt="2026-01-21T02:06:07.459" v="1921" actId="14100"/>
          <ac:picMkLst>
            <pc:docMk/>
            <pc:sldMk cId="0" sldId="268"/>
            <ac:picMk id="21" creationId="{88FD9BEB-A1E7-25F4-4993-575FA305676E}"/>
          </ac:picMkLst>
        </pc:picChg>
        <pc:picChg chg="add del">
          <ac:chgData name="Ejaz Mazhar" userId="b1a85b5891cc63c6" providerId="LiveId" clId="{4D6ED4DA-196B-4361-9702-9ADEFD9F83A5}" dt="2026-01-21T02:04:53.635" v="1910" actId="478"/>
          <ac:picMkLst>
            <pc:docMk/>
            <pc:sldMk cId="0" sldId="268"/>
            <ac:picMk id="23" creationId="{40E56AB6-D9D3-219D-9DCB-27ABFA8480EB}"/>
          </ac:picMkLst>
        </pc:picChg>
        <pc:picChg chg="add mod">
          <ac:chgData name="Ejaz Mazhar" userId="b1a85b5891cc63c6" providerId="LiveId" clId="{4D6ED4DA-196B-4361-9702-9ADEFD9F83A5}" dt="2026-01-21T02:06:03.466" v="1920" actId="14100"/>
          <ac:picMkLst>
            <pc:docMk/>
            <pc:sldMk cId="0" sldId="268"/>
            <ac:picMk id="25" creationId="{5BC1E8FC-AEC5-3D13-55DD-9F31D549E8CE}"/>
          </ac:picMkLst>
        </pc:picChg>
      </pc:sldChg>
      <pc:sldChg chg="addSp delSp modSp mod">
        <pc:chgData name="Ejaz Mazhar" userId="b1a85b5891cc63c6" providerId="LiveId" clId="{4D6ED4DA-196B-4361-9702-9ADEFD9F83A5}" dt="2026-01-21T02:25:47.998" v="2122"/>
        <pc:sldMkLst>
          <pc:docMk/>
          <pc:sldMk cId="0" sldId="269"/>
        </pc:sldMkLst>
        <pc:spChg chg="del">
          <ac:chgData name="Ejaz Mazhar" userId="b1a85b5891cc63c6" providerId="LiveId" clId="{4D6ED4DA-196B-4361-9702-9ADEFD9F83A5}" dt="2026-01-21T02:12:08.925" v="1970" actId="478"/>
          <ac:spMkLst>
            <pc:docMk/>
            <pc:sldMk cId="0" sldId="269"/>
            <ac:spMk id="3" creationId="{00000000-0000-0000-0000-000000000000}"/>
          </ac:spMkLst>
        </pc:spChg>
        <pc:spChg chg="del">
          <ac:chgData name="Ejaz Mazhar" userId="b1a85b5891cc63c6" providerId="LiveId" clId="{4D6ED4DA-196B-4361-9702-9ADEFD9F83A5}" dt="2026-01-21T02:08:18.189" v="1935" actId="478"/>
          <ac:spMkLst>
            <pc:docMk/>
            <pc:sldMk cId="0" sldId="269"/>
            <ac:spMk id="4" creationId="{00000000-0000-0000-0000-000000000000}"/>
          </ac:spMkLst>
        </pc:spChg>
        <pc:spChg chg="del">
          <ac:chgData name="Ejaz Mazhar" userId="b1a85b5891cc63c6" providerId="LiveId" clId="{4D6ED4DA-196B-4361-9702-9ADEFD9F83A5}" dt="2026-01-21T02:07:48.802" v="1932" actId="478"/>
          <ac:spMkLst>
            <pc:docMk/>
            <pc:sldMk cId="0" sldId="269"/>
            <ac:spMk id="5" creationId="{00000000-0000-0000-0000-000000000000}"/>
          </ac:spMkLst>
        </pc:spChg>
        <pc:spChg chg="del">
          <ac:chgData name="Ejaz Mazhar" userId="b1a85b5891cc63c6" providerId="LiveId" clId="{4D6ED4DA-196B-4361-9702-9ADEFD9F83A5}" dt="2026-01-21T02:08:16.794" v="1934" actId="478"/>
          <ac:spMkLst>
            <pc:docMk/>
            <pc:sldMk cId="0" sldId="269"/>
            <ac:spMk id="6" creationId="{00000000-0000-0000-0000-000000000000}"/>
          </ac:spMkLst>
        </pc:spChg>
        <pc:spChg chg="del">
          <ac:chgData name="Ejaz Mazhar" userId="b1a85b5891cc63c6" providerId="LiveId" clId="{4D6ED4DA-196B-4361-9702-9ADEFD9F83A5}" dt="2026-01-21T02:12:12.839" v="1971" actId="478"/>
          <ac:spMkLst>
            <pc:docMk/>
            <pc:sldMk cId="0" sldId="269"/>
            <ac:spMk id="7" creationId="{00000000-0000-0000-0000-000000000000}"/>
          </ac:spMkLst>
        </pc:spChg>
        <pc:spChg chg="mod">
          <ac:chgData name="Ejaz Mazhar" userId="b1a85b5891cc63c6" providerId="LiveId" clId="{4D6ED4DA-196B-4361-9702-9ADEFD9F83A5}" dt="2026-01-21T02:10:49.118" v="1960" actId="2711"/>
          <ac:spMkLst>
            <pc:docMk/>
            <pc:sldMk cId="0" sldId="269"/>
            <ac:spMk id="10" creationId="{00000000-0000-0000-0000-000000000000}"/>
          </ac:spMkLst>
        </pc:spChg>
        <pc:spChg chg="mod">
          <ac:chgData name="Ejaz Mazhar" userId="b1a85b5891cc63c6" providerId="LiveId" clId="{4D6ED4DA-196B-4361-9702-9ADEFD9F83A5}" dt="2026-01-21T02:10:55.989" v="1961" actId="2711"/>
          <ac:spMkLst>
            <pc:docMk/>
            <pc:sldMk cId="0" sldId="269"/>
            <ac:spMk id="11" creationId="{00000000-0000-0000-0000-000000000000}"/>
          </ac:spMkLst>
        </pc:spChg>
        <pc:spChg chg="mod">
          <ac:chgData name="Ejaz Mazhar" userId="b1a85b5891cc63c6" providerId="LiveId" clId="{4D6ED4DA-196B-4361-9702-9ADEFD9F83A5}" dt="2026-01-21T02:11:04.589" v="1962" actId="2711"/>
          <ac:spMkLst>
            <pc:docMk/>
            <pc:sldMk cId="0" sldId="269"/>
            <ac:spMk id="12" creationId="{00000000-0000-0000-0000-000000000000}"/>
          </ac:spMkLst>
        </pc:spChg>
        <pc:spChg chg="mod">
          <ac:chgData name="Ejaz Mazhar" userId="b1a85b5891cc63c6" providerId="LiveId" clId="{4D6ED4DA-196B-4361-9702-9ADEFD9F83A5}" dt="2026-01-21T02:09:51.826" v="1951" actId="2085"/>
          <ac:spMkLst>
            <pc:docMk/>
            <pc:sldMk cId="0" sldId="269"/>
            <ac:spMk id="13" creationId="{00000000-0000-0000-0000-000000000000}"/>
          </ac:spMkLst>
        </pc:spChg>
        <pc:spChg chg="del">
          <ac:chgData name="Ejaz Mazhar" userId="b1a85b5891cc63c6" providerId="LiveId" clId="{4D6ED4DA-196B-4361-9702-9ADEFD9F83A5}" dt="2026-01-21T02:11:43.760" v="1966" actId="478"/>
          <ac:spMkLst>
            <pc:docMk/>
            <pc:sldMk cId="0" sldId="269"/>
            <ac:spMk id="14" creationId="{00000000-0000-0000-0000-000000000000}"/>
          </ac:spMkLst>
        </pc:spChg>
        <pc:spChg chg="mod">
          <ac:chgData name="Ejaz Mazhar" userId="b1a85b5891cc63c6" providerId="LiveId" clId="{4D6ED4DA-196B-4361-9702-9ADEFD9F83A5}" dt="2026-01-21T02:17:12.527" v="2003" actId="207"/>
          <ac:spMkLst>
            <pc:docMk/>
            <pc:sldMk cId="0" sldId="269"/>
            <ac:spMk id="15" creationId="{00000000-0000-0000-0000-000000000000}"/>
          </ac:spMkLst>
        </pc:spChg>
        <pc:spChg chg="del">
          <ac:chgData name="Ejaz Mazhar" userId="b1a85b5891cc63c6" providerId="LiveId" clId="{4D6ED4DA-196B-4361-9702-9ADEFD9F83A5}" dt="2026-01-21T02:17:22.906" v="2004" actId="478"/>
          <ac:spMkLst>
            <pc:docMk/>
            <pc:sldMk cId="0" sldId="269"/>
            <ac:spMk id="16" creationId="{00000000-0000-0000-0000-000000000000}"/>
          </ac:spMkLst>
        </pc:spChg>
        <pc:spChg chg="del">
          <ac:chgData name="Ejaz Mazhar" userId="b1a85b5891cc63c6" providerId="LiveId" clId="{4D6ED4DA-196B-4361-9702-9ADEFD9F83A5}" dt="2026-01-21T02:17:25.339" v="2005" actId="478"/>
          <ac:spMkLst>
            <pc:docMk/>
            <pc:sldMk cId="0" sldId="269"/>
            <ac:spMk id="17" creationId="{00000000-0000-0000-0000-000000000000}"/>
          </ac:spMkLst>
        </pc:spChg>
        <pc:spChg chg="add mod ord">
          <ac:chgData name="Ejaz Mazhar" userId="b1a85b5891cc63c6" providerId="LiveId" clId="{4D6ED4DA-196B-4361-9702-9ADEFD9F83A5}" dt="2026-01-21T02:12:57.143" v="1976" actId="13822"/>
          <ac:spMkLst>
            <pc:docMk/>
            <pc:sldMk cId="0" sldId="269"/>
            <ac:spMk id="18" creationId="{B84F6BA1-3544-B357-0B21-20108401F746}"/>
          </ac:spMkLst>
        </pc:spChg>
        <pc:spChg chg="add mod ord">
          <ac:chgData name="Ejaz Mazhar" userId="b1a85b5891cc63c6" providerId="LiveId" clId="{4D6ED4DA-196B-4361-9702-9ADEFD9F83A5}" dt="2026-01-21T02:16:34.971" v="1998" actId="1076"/>
          <ac:spMkLst>
            <pc:docMk/>
            <pc:sldMk cId="0" sldId="269"/>
            <ac:spMk id="19" creationId="{F7E4286B-C66E-CC22-349B-64C12A9DC206}"/>
          </ac:spMkLst>
        </pc:spChg>
        <pc:spChg chg="add mod">
          <ac:chgData name="Ejaz Mazhar" userId="b1a85b5891cc63c6" providerId="LiveId" clId="{4D6ED4DA-196B-4361-9702-9ADEFD9F83A5}" dt="2026-01-21T02:25:47.998" v="2122"/>
          <ac:spMkLst>
            <pc:docMk/>
            <pc:sldMk cId="0" sldId="269"/>
            <ac:spMk id="24" creationId="{30CA7196-B661-F3BD-FC33-EDD923380CC1}"/>
          </ac:spMkLst>
        </pc:spChg>
        <pc:picChg chg="del">
          <ac:chgData name="Ejaz Mazhar" userId="b1a85b5891cc63c6" providerId="LiveId" clId="{4D6ED4DA-196B-4361-9702-9ADEFD9F83A5}" dt="2026-01-21T02:08:19.021" v="1936" actId="478"/>
          <ac:picMkLst>
            <pc:docMk/>
            <pc:sldMk cId="0" sldId="269"/>
            <ac:picMk id="2" creationId="{00000000-0000-0000-0000-000000000000}"/>
          </ac:picMkLst>
        </pc:picChg>
        <pc:picChg chg="add mod">
          <ac:chgData name="Ejaz Mazhar" userId="b1a85b5891cc63c6" providerId="LiveId" clId="{4D6ED4DA-196B-4361-9702-9ADEFD9F83A5}" dt="2026-01-21T02:13:48.245" v="1983" actId="14861"/>
          <ac:picMkLst>
            <pc:docMk/>
            <pc:sldMk cId="0" sldId="269"/>
            <ac:picMk id="21" creationId="{F71783CE-AD03-72CB-26C8-477A790E0297}"/>
          </ac:picMkLst>
        </pc:picChg>
        <pc:picChg chg="add mod">
          <ac:chgData name="Ejaz Mazhar" userId="b1a85b5891cc63c6" providerId="LiveId" clId="{4D6ED4DA-196B-4361-9702-9ADEFD9F83A5}" dt="2026-01-21T02:16:52.029" v="2001" actId="14861"/>
          <ac:picMkLst>
            <pc:docMk/>
            <pc:sldMk cId="0" sldId="269"/>
            <ac:picMk id="23" creationId="{6DD8DE0C-D02B-7CB5-899D-14DE48F11B78}"/>
          </ac:picMkLst>
        </pc:picChg>
      </pc:sldChg>
      <pc:sldChg chg="addSp delSp modSp mod">
        <pc:chgData name="Ejaz Mazhar" userId="b1a85b5891cc63c6" providerId="LiveId" clId="{4D6ED4DA-196B-4361-9702-9ADEFD9F83A5}" dt="2026-01-21T02:40:17.518" v="2350" actId="1076"/>
        <pc:sldMkLst>
          <pc:docMk/>
          <pc:sldMk cId="0" sldId="270"/>
        </pc:sldMkLst>
        <pc:spChg chg="del">
          <ac:chgData name="Ejaz Mazhar" userId="b1a85b5891cc63c6" providerId="LiveId" clId="{4D6ED4DA-196B-4361-9702-9ADEFD9F83A5}" dt="2026-01-21T02:19:34.247" v="2026" actId="478"/>
          <ac:spMkLst>
            <pc:docMk/>
            <pc:sldMk cId="0" sldId="270"/>
            <ac:spMk id="6" creationId="{00000000-0000-0000-0000-000000000000}"/>
          </ac:spMkLst>
        </pc:spChg>
        <pc:spChg chg="del">
          <ac:chgData name="Ejaz Mazhar" userId="b1a85b5891cc63c6" providerId="LiveId" clId="{4D6ED4DA-196B-4361-9702-9ADEFD9F83A5}" dt="2026-01-21T02:18:56.924" v="2021" actId="478"/>
          <ac:spMkLst>
            <pc:docMk/>
            <pc:sldMk cId="0" sldId="270"/>
            <ac:spMk id="7" creationId="{00000000-0000-0000-0000-000000000000}"/>
          </ac:spMkLst>
        </pc:spChg>
        <pc:spChg chg="del">
          <ac:chgData name="Ejaz Mazhar" userId="b1a85b5891cc63c6" providerId="LiveId" clId="{4D6ED4DA-196B-4361-9702-9ADEFD9F83A5}" dt="2026-01-21T02:18:53.620" v="2019" actId="478"/>
          <ac:spMkLst>
            <pc:docMk/>
            <pc:sldMk cId="0" sldId="270"/>
            <ac:spMk id="8" creationId="{00000000-0000-0000-0000-000000000000}"/>
          </ac:spMkLst>
        </pc:spChg>
        <pc:spChg chg="del">
          <ac:chgData name="Ejaz Mazhar" userId="b1a85b5891cc63c6" providerId="LiveId" clId="{4D6ED4DA-196B-4361-9702-9ADEFD9F83A5}" dt="2026-01-21T02:19:38.041" v="2028" actId="478"/>
          <ac:spMkLst>
            <pc:docMk/>
            <pc:sldMk cId="0" sldId="270"/>
            <ac:spMk id="9" creationId="{00000000-0000-0000-0000-000000000000}"/>
          </ac:spMkLst>
        </pc:spChg>
        <pc:spChg chg="del">
          <ac:chgData name="Ejaz Mazhar" userId="b1a85b5891cc63c6" providerId="LiveId" clId="{4D6ED4DA-196B-4361-9702-9ADEFD9F83A5}" dt="2026-01-21T02:19:41.747" v="2030" actId="478"/>
          <ac:spMkLst>
            <pc:docMk/>
            <pc:sldMk cId="0" sldId="270"/>
            <ac:spMk id="10" creationId="{00000000-0000-0000-0000-000000000000}"/>
          </ac:spMkLst>
        </pc:spChg>
        <pc:spChg chg="del">
          <ac:chgData name="Ejaz Mazhar" userId="b1a85b5891cc63c6" providerId="LiveId" clId="{4D6ED4DA-196B-4361-9702-9ADEFD9F83A5}" dt="2026-01-21T02:19:35.619" v="2027" actId="478"/>
          <ac:spMkLst>
            <pc:docMk/>
            <pc:sldMk cId="0" sldId="270"/>
            <ac:spMk id="11" creationId="{00000000-0000-0000-0000-000000000000}"/>
          </ac:spMkLst>
        </pc:spChg>
        <pc:spChg chg="del">
          <ac:chgData name="Ejaz Mazhar" userId="b1a85b5891cc63c6" providerId="LiveId" clId="{4D6ED4DA-196B-4361-9702-9ADEFD9F83A5}" dt="2026-01-21T02:19:39.951" v="2029" actId="478"/>
          <ac:spMkLst>
            <pc:docMk/>
            <pc:sldMk cId="0" sldId="270"/>
            <ac:spMk id="12" creationId="{00000000-0000-0000-0000-000000000000}"/>
          </ac:spMkLst>
        </pc:spChg>
        <pc:spChg chg="del">
          <ac:chgData name="Ejaz Mazhar" userId="b1a85b5891cc63c6" providerId="LiveId" clId="{4D6ED4DA-196B-4361-9702-9ADEFD9F83A5}" dt="2026-01-21T02:19:34.247" v="2026" actId="478"/>
          <ac:spMkLst>
            <pc:docMk/>
            <pc:sldMk cId="0" sldId="270"/>
            <ac:spMk id="13" creationId="{00000000-0000-0000-0000-000000000000}"/>
          </ac:spMkLst>
        </pc:spChg>
        <pc:spChg chg="del">
          <ac:chgData name="Ejaz Mazhar" userId="b1a85b5891cc63c6" providerId="LiveId" clId="{4D6ED4DA-196B-4361-9702-9ADEFD9F83A5}" dt="2026-01-21T02:19:34.247" v="2026" actId="478"/>
          <ac:spMkLst>
            <pc:docMk/>
            <pc:sldMk cId="0" sldId="270"/>
            <ac:spMk id="14" creationId="{00000000-0000-0000-0000-000000000000}"/>
          </ac:spMkLst>
        </pc:spChg>
        <pc:spChg chg="del">
          <ac:chgData name="Ejaz Mazhar" userId="b1a85b5891cc63c6" providerId="LiveId" clId="{4D6ED4DA-196B-4361-9702-9ADEFD9F83A5}" dt="2026-01-21T02:19:42.974" v="2031" actId="478"/>
          <ac:spMkLst>
            <pc:docMk/>
            <pc:sldMk cId="0" sldId="270"/>
            <ac:spMk id="15" creationId="{00000000-0000-0000-0000-000000000000}"/>
          </ac:spMkLst>
        </pc:spChg>
        <pc:spChg chg="del">
          <ac:chgData name="Ejaz Mazhar" userId="b1a85b5891cc63c6" providerId="LiveId" clId="{4D6ED4DA-196B-4361-9702-9ADEFD9F83A5}" dt="2026-01-21T02:18:59.750" v="2023" actId="478"/>
          <ac:spMkLst>
            <pc:docMk/>
            <pc:sldMk cId="0" sldId="270"/>
            <ac:spMk id="16" creationId="{00000000-0000-0000-0000-000000000000}"/>
          </ac:spMkLst>
        </pc:spChg>
        <pc:spChg chg="mod">
          <ac:chgData name="Ejaz Mazhar" userId="b1a85b5891cc63c6" providerId="LiveId" clId="{4D6ED4DA-196B-4361-9702-9ADEFD9F83A5}" dt="2026-01-21T02:28:50.859" v="2147" actId="20577"/>
          <ac:spMkLst>
            <pc:docMk/>
            <pc:sldMk cId="0" sldId="270"/>
            <ac:spMk id="17" creationId="{00000000-0000-0000-0000-000000000000}"/>
          </ac:spMkLst>
        </pc:spChg>
        <pc:spChg chg="del">
          <ac:chgData name="Ejaz Mazhar" userId="b1a85b5891cc63c6" providerId="LiveId" clId="{4D6ED4DA-196B-4361-9702-9ADEFD9F83A5}" dt="2026-01-21T02:19:34.247" v="2026" actId="478"/>
          <ac:spMkLst>
            <pc:docMk/>
            <pc:sldMk cId="0" sldId="270"/>
            <ac:spMk id="18" creationId="{00000000-0000-0000-0000-000000000000}"/>
          </ac:spMkLst>
        </pc:spChg>
        <pc:spChg chg="mod">
          <ac:chgData name="Ejaz Mazhar" userId="b1a85b5891cc63c6" providerId="LiveId" clId="{4D6ED4DA-196B-4361-9702-9ADEFD9F83A5}" dt="2026-01-21T02:33:43.195" v="2235" actId="20577"/>
          <ac:spMkLst>
            <pc:docMk/>
            <pc:sldMk cId="0" sldId="270"/>
            <ac:spMk id="19" creationId="{00000000-0000-0000-0000-000000000000}"/>
          </ac:spMkLst>
        </pc:spChg>
        <pc:spChg chg="del">
          <ac:chgData name="Ejaz Mazhar" userId="b1a85b5891cc63c6" providerId="LiveId" clId="{4D6ED4DA-196B-4361-9702-9ADEFD9F83A5}" dt="2026-01-21T02:21:47.156" v="2080" actId="478"/>
          <ac:spMkLst>
            <pc:docMk/>
            <pc:sldMk cId="0" sldId="270"/>
            <ac:spMk id="20" creationId="{00000000-0000-0000-0000-000000000000}"/>
          </ac:spMkLst>
        </pc:spChg>
        <pc:spChg chg="del mod">
          <ac:chgData name="Ejaz Mazhar" userId="b1a85b5891cc63c6" providerId="LiveId" clId="{4D6ED4DA-196B-4361-9702-9ADEFD9F83A5}" dt="2026-01-21T02:19:25.617" v="2025" actId="478"/>
          <ac:spMkLst>
            <pc:docMk/>
            <pc:sldMk cId="0" sldId="270"/>
            <ac:spMk id="21" creationId="{00000000-0000-0000-0000-000000000000}"/>
          </ac:spMkLst>
        </pc:spChg>
        <pc:spChg chg="del">
          <ac:chgData name="Ejaz Mazhar" userId="b1a85b5891cc63c6" providerId="LiveId" clId="{4D6ED4DA-196B-4361-9702-9ADEFD9F83A5}" dt="2026-01-21T02:18:58.415" v="2022" actId="478"/>
          <ac:spMkLst>
            <pc:docMk/>
            <pc:sldMk cId="0" sldId="270"/>
            <ac:spMk id="22" creationId="{00000000-0000-0000-0000-000000000000}"/>
          </ac:spMkLst>
        </pc:spChg>
        <pc:spChg chg="del">
          <ac:chgData name="Ejaz Mazhar" userId="b1a85b5891cc63c6" providerId="LiveId" clId="{4D6ED4DA-196B-4361-9702-9ADEFD9F83A5}" dt="2026-01-21T02:18:55.211" v="2020" actId="478"/>
          <ac:spMkLst>
            <pc:docMk/>
            <pc:sldMk cId="0" sldId="270"/>
            <ac:spMk id="23" creationId="{00000000-0000-0000-0000-000000000000}"/>
          </ac:spMkLst>
        </pc:spChg>
        <pc:spChg chg="del mod">
          <ac:chgData name="Ejaz Mazhar" userId="b1a85b5891cc63c6" providerId="LiveId" clId="{4D6ED4DA-196B-4361-9702-9ADEFD9F83A5}" dt="2026-01-21T02:28:32.858" v="2141" actId="478"/>
          <ac:spMkLst>
            <pc:docMk/>
            <pc:sldMk cId="0" sldId="270"/>
            <ac:spMk id="24" creationId="{00000000-0000-0000-0000-000000000000}"/>
          </ac:spMkLst>
        </pc:spChg>
        <pc:spChg chg="del mod">
          <ac:chgData name="Ejaz Mazhar" userId="b1a85b5891cc63c6" providerId="LiveId" clId="{4D6ED4DA-196B-4361-9702-9ADEFD9F83A5}" dt="2026-01-21T02:28:36.303" v="2142" actId="478"/>
          <ac:spMkLst>
            <pc:docMk/>
            <pc:sldMk cId="0" sldId="270"/>
            <ac:spMk id="25" creationId="{00000000-0000-0000-0000-000000000000}"/>
          </ac:spMkLst>
        </pc:spChg>
        <pc:spChg chg="del mod">
          <ac:chgData name="Ejaz Mazhar" userId="b1a85b5891cc63c6" providerId="LiveId" clId="{4D6ED4DA-196B-4361-9702-9ADEFD9F83A5}" dt="2026-01-21T02:28:40.768" v="2144" actId="478"/>
          <ac:spMkLst>
            <pc:docMk/>
            <pc:sldMk cId="0" sldId="270"/>
            <ac:spMk id="26" creationId="{00000000-0000-0000-0000-000000000000}"/>
          </ac:spMkLst>
        </pc:spChg>
        <pc:spChg chg="del mod">
          <ac:chgData name="Ejaz Mazhar" userId="b1a85b5891cc63c6" providerId="LiveId" clId="{4D6ED4DA-196B-4361-9702-9ADEFD9F83A5}" dt="2026-01-21T02:28:42.402" v="2145" actId="478"/>
          <ac:spMkLst>
            <pc:docMk/>
            <pc:sldMk cId="0" sldId="270"/>
            <ac:spMk id="27" creationId="{00000000-0000-0000-0000-000000000000}"/>
          </ac:spMkLst>
        </pc:spChg>
        <pc:spChg chg="mod">
          <ac:chgData name="Ejaz Mazhar" userId="b1a85b5891cc63c6" providerId="LiveId" clId="{4D6ED4DA-196B-4361-9702-9ADEFD9F83A5}" dt="2026-01-21T02:33:58.750" v="2236" actId="2085"/>
          <ac:spMkLst>
            <pc:docMk/>
            <pc:sldMk cId="0" sldId="270"/>
            <ac:spMk id="28" creationId="{00000000-0000-0000-0000-000000000000}"/>
          </ac:spMkLst>
        </pc:spChg>
        <pc:spChg chg="mod">
          <ac:chgData name="Ejaz Mazhar" userId="b1a85b5891cc63c6" providerId="LiveId" clId="{4D6ED4DA-196B-4361-9702-9ADEFD9F83A5}" dt="2026-01-21T02:40:09.634" v="2348" actId="1076"/>
          <ac:spMkLst>
            <pc:docMk/>
            <pc:sldMk cId="0" sldId="270"/>
            <ac:spMk id="29" creationId="{00000000-0000-0000-0000-000000000000}"/>
          </ac:spMkLst>
        </pc:spChg>
        <pc:spChg chg="del">
          <ac:chgData name="Ejaz Mazhar" userId="b1a85b5891cc63c6" providerId="LiveId" clId="{4D6ED4DA-196B-4361-9702-9ADEFD9F83A5}" dt="2026-01-21T02:17:32.257" v="2006" actId="478"/>
          <ac:spMkLst>
            <pc:docMk/>
            <pc:sldMk cId="0" sldId="270"/>
            <ac:spMk id="30" creationId="{00000000-0000-0000-0000-000000000000}"/>
          </ac:spMkLst>
        </pc:spChg>
        <pc:spChg chg="del">
          <ac:chgData name="Ejaz Mazhar" userId="b1a85b5891cc63c6" providerId="LiveId" clId="{4D6ED4DA-196B-4361-9702-9ADEFD9F83A5}" dt="2026-01-21T02:17:34.624" v="2007" actId="478"/>
          <ac:spMkLst>
            <pc:docMk/>
            <pc:sldMk cId="0" sldId="270"/>
            <ac:spMk id="31" creationId="{00000000-0000-0000-0000-000000000000}"/>
          </ac:spMkLst>
        </pc:spChg>
        <pc:spChg chg="add del mod ord">
          <ac:chgData name="Ejaz Mazhar" userId="b1a85b5891cc63c6" providerId="LiveId" clId="{4D6ED4DA-196B-4361-9702-9ADEFD9F83A5}" dt="2026-01-21T02:28:38.161" v="2143" actId="478"/>
          <ac:spMkLst>
            <pc:docMk/>
            <pc:sldMk cId="0" sldId="270"/>
            <ac:spMk id="32" creationId="{1E07841F-0E23-A786-C227-1AC99C563ABB}"/>
          </ac:spMkLst>
        </pc:spChg>
        <pc:spChg chg="add mod ord">
          <ac:chgData name="Ejaz Mazhar" userId="b1a85b5891cc63c6" providerId="LiveId" clId="{4D6ED4DA-196B-4361-9702-9ADEFD9F83A5}" dt="2026-01-21T02:34:29.745" v="2243" actId="12788"/>
          <ac:spMkLst>
            <pc:docMk/>
            <pc:sldMk cId="0" sldId="270"/>
            <ac:spMk id="35" creationId="{E1138986-AE13-E96E-30F1-A176A88EBC70}"/>
          </ac:spMkLst>
        </pc:spChg>
        <pc:spChg chg="add mod ord">
          <ac:chgData name="Ejaz Mazhar" userId="b1a85b5891cc63c6" providerId="LiveId" clId="{4D6ED4DA-196B-4361-9702-9ADEFD9F83A5}" dt="2026-01-21T02:33:13.092" v="2226" actId="14100"/>
          <ac:spMkLst>
            <pc:docMk/>
            <pc:sldMk cId="0" sldId="270"/>
            <ac:spMk id="36" creationId="{02384947-36FE-A542-3B70-E01E499CEAB6}"/>
          </ac:spMkLst>
        </pc:spChg>
        <pc:spChg chg="add mod ord">
          <ac:chgData name="Ejaz Mazhar" userId="b1a85b5891cc63c6" providerId="LiveId" clId="{4D6ED4DA-196B-4361-9702-9ADEFD9F83A5}" dt="2026-01-21T02:34:51.944" v="2248" actId="1582"/>
          <ac:spMkLst>
            <pc:docMk/>
            <pc:sldMk cId="0" sldId="270"/>
            <ac:spMk id="37" creationId="{95595F5C-152E-2456-35D5-0656A0906286}"/>
          </ac:spMkLst>
        </pc:spChg>
        <pc:spChg chg="add mod">
          <ac:chgData name="Ejaz Mazhar" userId="b1a85b5891cc63c6" providerId="LiveId" clId="{4D6ED4DA-196B-4361-9702-9ADEFD9F83A5}" dt="2026-01-21T02:40:17.518" v="2350" actId="1076"/>
          <ac:spMkLst>
            <pc:docMk/>
            <pc:sldMk cId="0" sldId="270"/>
            <ac:spMk id="38" creationId="{5BD7F58A-822A-9539-6225-656F4F492F3E}"/>
          </ac:spMkLst>
        </pc:spChg>
        <pc:grpChg chg="del">
          <ac:chgData name="Ejaz Mazhar" userId="b1a85b5891cc63c6" providerId="LiveId" clId="{4D6ED4DA-196B-4361-9702-9ADEFD9F83A5}" dt="2026-01-21T02:18:51.645" v="2018" actId="478"/>
          <ac:grpSpMkLst>
            <pc:docMk/>
            <pc:sldMk cId="0" sldId="270"/>
            <ac:grpSpMk id="2" creationId="{00000000-0000-0000-0000-000000000000}"/>
          </ac:grpSpMkLst>
        </pc:grpChg>
        <pc:picChg chg="add mod">
          <ac:chgData name="Ejaz Mazhar" userId="b1a85b5891cc63c6" providerId="LiveId" clId="{4D6ED4DA-196B-4361-9702-9ADEFD9F83A5}" dt="2026-01-21T02:33:17.653" v="2227" actId="1076"/>
          <ac:picMkLst>
            <pc:docMk/>
            <pc:sldMk cId="0" sldId="270"/>
            <ac:picMk id="34" creationId="{84CC6132-1372-2E3C-27A7-060205AD6256}"/>
          </ac:picMkLst>
        </pc:picChg>
      </pc:sldChg>
      <pc:sldChg chg="addSp delSp modSp add mod">
        <pc:chgData name="Ejaz Mazhar" userId="b1a85b5891cc63c6" providerId="LiveId" clId="{4D6ED4DA-196B-4361-9702-9ADEFD9F83A5}" dt="2026-01-21T02:39:07.021" v="2334"/>
        <pc:sldMkLst>
          <pc:docMk/>
          <pc:sldMk cId="4077593431" sldId="271"/>
        </pc:sldMkLst>
        <pc:spChg chg="del">
          <ac:chgData name="Ejaz Mazhar" userId="b1a85b5891cc63c6" providerId="LiveId" clId="{4D6ED4DA-196B-4361-9702-9ADEFD9F83A5}" dt="2026-01-21T00:02:30.901" v="746" actId="478"/>
          <ac:spMkLst>
            <pc:docMk/>
            <pc:sldMk cId="4077593431" sldId="271"/>
            <ac:spMk id="2" creationId="{56F67B1E-67EE-10E0-A97C-8C17F56EC526}"/>
          </ac:spMkLst>
        </pc:spChg>
        <pc:spChg chg="mod">
          <ac:chgData name="Ejaz Mazhar" userId="b1a85b5891cc63c6" providerId="LiveId" clId="{4D6ED4DA-196B-4361-9702-9ADEFD9F83A5}" dt="2026-01-21T00:26:15.331" v="1022" actId="255"/>
          <ac:spMkLst>
            <pc:docMk/>
            <pc:sldMk cId="4077593431" sldId="271"/>
            <ac:spMk id="3" creationId="{538459C6-853D-848A-35EE-DEC3E59A5ED2}"/>
          </ac:spMkLst>
        </pc:spChg>
        <pc:spChg chg="del">
          <ac:chgData name="Ejaz Mazhar" userId="b1a85b5891cc63c6" providerId="LiveId" clId="{4D6ED4DA-196B-4361-9702-9ADEFD9F83A5}" dt="2026-01-21T00:02:29.784" v="745" actId="478"/>
          <ac:spMkLst>
            <pc:docMk/>
            <pc:sldMk cId="4077593431" sldId="271"/>
            <ac:spMk id="4" creationId="{72714037-5047-7B2E-6CA7-3C2F2A273332}"/>
          </ac:spMkLst>
        </pc:spChg>
        <pc:spChg chg="del">
          <ac:chgData name="Ejaz Mazhar" userId="b1a85b5891cc63c6" providerId="LiveId" clId="{4D6ED4DA-196B-4361-9702-9ADEFD9F83A5}" dt="2026-01-21T00:02:29.784" v="745" actId="478"/>
          <ac:spMkLst>
            <pc:docMk/>
            <pc:sldMk cId="4077593431" sldId="271"/>
            <ac:spMk id="5" creationId="{C523A478-BFAD-047A-C17F-021D10D0F20C}"/>
          </ac:spMkLst>
        </pc:spChg>
        <pc:spChg chg="del">
          <ac:chgData name="Ejaz Mazhar" userId="b1a85b5891cc63c6" providerId="LiveId" clId="{4D6ED4DA-196B-4361-9702-9ADEFD9F83A5}" dt="2026-01-21T00:02:29.784" v="745" actId="478"/>
          <ac:spMkLst>
            <pc:docMk/>
            <pc:sldMk cId="4077593431" sldId="271"/>
            <ac:spMk id="6" creationId="{46F62459-1B19-6747-4E5A-CB5689BB70EB}"/>
          </ac:spMkLst>
        </pc:spChg>
        <pc:spChg chg="del">
          <ac:chgData name="Ejaz Mazhar" userId="b1a85b5891cc63c6" providerId="LiveId" clId="{4D6ED4DA-196B-4361-9702-9ADEFD9F83A5}" dt="2026-01-21T00:02:29.784" v="745" actId="478"/>
          <ac:spMkLst>
            <pc:docMk/>
            <pc:sldMk cId="4077593431" sldId="271"/>
            <ac:spMk id="7" creationId="{87E0CBEE-9064-AA85-7BA9-31EBB38A42DD}"/>
          </ac:spMkLst>
        </pc:spChg>
        <pc:spChg chg="mod">
          <ac:chgData name="Ejaz Mazhar" userId="b1a85b5891cc63c6" providerId="LiveId" clId="{4D6ED4DA-196B-4361-9702-9ADEFD9F83A5}" dt="2026-01-21T00:24:21.819" v="1010" actId="1076"/>
          <ac:spMkLst>
            <pc:docMk/>
            <pc:sldMk cId="4077593431" sldId="271"/>
            <ac:spMk id="8" creationId="{0B12CBBB-62E4-9227-366F-9C34859BAE11}"/>
          </ac:spMkLst>
        </pc:spChg>
        <pc:spChg chg="del">
          <ac:chgData name="Ejaz Mazhar" userId="b1a85b5891cc63c6" providerId="LiveId" clId="{4D6ED4DA-196B-4361-9702-9ADEFD9F83A5}" dt="2026-01-21T00:02:29.784" v="745" actId="478"/>
          <ac:spMkLst>
            <pc:docMk/>
            <pc:sldMk cId="4077593431" sldId="271"/>
            <ac:spMk id="9" creationId="{B57BF6F5-EFA7-4995-F157-F7F3A1BCBC45}"/>
          </ac:spMkLst>
        </pc:spChg>
        <pc:spChg chg="del">
          <ac:chgData name="Ejaz Mazhar" userId="b1a85b5891cc63c6" providerId="LiveId" clId="{4D6ED4DA-196B-4361-9702-9ADEFD9F83A5}" dt="2026-01-21T00:02:29.784" v="745" actId="478"/>
          <ac:spMkLst>
            <pc:docMk/>
            <pc:sldMk cId="4077593431" sldId="271"/>
            <ac:spMk id="10" creationId="{356F8C87-D917-7261-2DC7-E298BA69DD0C}"/>
          </ac:spMkLst>
        </pc:spChg>
        <pc:spChg chg="del">
          <ac:chgData name="Ejaz Mazhar" userId="b1a85b5891cc63c6" providerId="LiveId" clId="{4D6ED4DA-196B-4361-9702-9ADEFD9F83A5}" dt="2026-01-21T00:02:29.784" v="745" actId="478"/>
          <ac:spMkLst>
            <pc:docMk/>
            <pc:sldMk cId="4077593431" sldId="271"/>
            <ac:spMk id="11" creationId="{F6D60C4A-A2F5-856E-B650-368FDE2D8284}"/>
          </ac:spMkLst>
        </pc:spChg>
        <pc:spChg chg="del">
          <ac:chgData name="Ejaz Mazhar" userId="b1a85b5891cc63c6" providerId="LiveId" clId="{4D6ED4DA-196B-4361-9702-9ADEFD9F83A5}" dt="2026-01-21T00:03:17.021" v="758" actId="478"/>
          <ac:spMkLst>
            <pc:docMk/>
            <pc:sldMk cId="4077593431" sldId="271"/>
            <ac:spMk id="12" creationId="{1D349A0D-D829-EA8A-32FC-1B7AF1DA31D0}"/>
          </ac:spMkLst>
        </pc:spChg>
        <pc:spChg chg="add del mod">
          <ac:chgData name="Ejaz Mazhar" userId="b1a85b5891cc63c6" providerId="LiveId" clId="{4D6ED4DA-196B-4361-9702-9ADEFD9F83A5}" dt="2026-01-21T00:02:34.679" v="747" actId="478"/>
          <ac:spMkLst>
            <pc:docMk/>
            <pc:sldMk cId="4077593431" sldId="271"/>
            <ac:spMk id="14" creationId="{B27C62A8-A0C8-EB6F-99A8-AF42995CCB8E}"/>
          </ac:spMkLst>
        </pc:spChg>
        <pc:spChg chg="add mod">
          <ac:chgData name="Ejaz Mazhar" userId="b1a85b5891cc63c6" providerId="LiveId" clId="{4D6ED4DA-196B-4361-9702-9ADEFD9F83A5}" dt="2026-01-21T02:39:07.021" v="2334"/>
          <ac:spMkLst>
            <pc:docMk/>
            <pc:sldMk cId="4077593431" sldId="271"/>
            <ac:spMk id="26" creationId="{0B2F1537-37E8-4D47-540D-945C895A4B96}"/>
          </ac:spMkLst>
        </pc:spChg>
        <pc:graphicFrameChg chg="add mod modGraphic">
          <ac:chgData name="Ejaz Mazhar" userId="b1a85b5891cc63c6" providerId="LiveId" clId="{4D6ED4DA-196B-4361-9702-9ADEFD9F83A5}" dt="2026-01-21T00:24:18.273" v="1009" actId="1076"/>
          <ac:graphicFrameMkLst>
            <pc:docMk/>
            <pc:sldMk cId="4077593431" sldId="271"/>
            <ac:graphicFrameMk id="15" creationId="{BC9F8729-D84D-5432-3B3B-879D8CFCA557}"/>
          </ac:graphicFrameMkLst>
        </pc:graphicFrameChg>
        <pc:picChg chg="add mod">
          <ac:chgData name="Ejaz Mazhar" userId="b1a85b5891cc63c6" providerId="LiveId" clId="{4D6ED4DA-196B-4361-9702-9ADEFD9F83A5}" dt="2026-01-21T00:21:19.339" v="1002" actId="1076"/>
          <ac:picMkLst>
            <pc:docMk/>
            <pc:sldMk cId="4077593431" sldId="271"/>
            <ac:picMk id="17" creationId="{D6F519AC-64AD-0A99-77A6-171A586E360C}"/>
          </ac:picMkLst>
        </pc:picChg>
        <pc:picChg chg="add mod">
          <ac:chgData name="Ejaz Mazhar" userId="b1a85b5891cc63c6" providerId="LiveId" clId="{4D6ED4DA-196B-4361-9702-9ADEFD9F83A5}" dt="2026-01-21T00:24:50.999" v="1017" actId="552"/>
          <ac:picMkLst>
            <pc:docMk/>
            <pc:sldMk cId="4077593431" sldId="271"/>
            <ac:picMk id="19" creationId="{4A025B77-5FF8-C9A2-4762-9C2FCB1CBDCC}"/>
          </ac:picMkLst>
        </pc:picChg>
        <pc:picChg chg="add mod">
          <ac:chgData name="Ejaz Mazhar" userId="b1a85b5891cc63c6" providerId="LiveId" clId="{4D6ED4DA-196B-4361-9702-9ADEFD9F83A5}" dt="2026-01-21T00:24:50.999" v="1017" actId="552"/>
          <ac:picMkLst>
            <pc:docMk/>
            <pc:sldMk cId="4077593431" sldId="271"/>
            <ac:picMk id="20" creationId="{53997DF3-8DC0-072D-B293-D52EE713723E}"/>
          </ac:picMkLst>
        </pc:picChg>
        <pc:picChg chg="add del mod">
          <ac:chgData name="Ejaz Mazhar" userId="b1a85b5891cc63c6" providerId="LiveId" clId="{4D6ED4DA-196B-4361-9702-9ADEFD9F83A5}" dt="2026-01-21T00:19:33.456" v="986" actId="478"/>
          <ac:picMkLst>
            <pc:docMk/>
            <pc:sldMk cId="4077593431" sldId="271"/>
            <ac:picMk id="22" creationId="{27918D27-C498-81D1-8B5B-68CA510C5651}"/>
          </ac:picMkLst>
        </pc:picChg>
        <pc:picChg chg="add mod">
          <ac:chgData name="Ejaz Mazhar" userId="b1a85b5891cc63c6" providerId="LiveId" clId="{4D6ED4DA-196B-4361-9702-9ADEFD9F83A5}" dt="2026-01-21T00:25:18.377" v="1020" actId="1076"/>
          <ac:picMkLst>
            <pc:docMk/>
            <pc:sldMk cId="4077593431" sldId="271"/>
            <ac:picMk id="24" creationId="{7003C00E-C224-2634-AF41-F56CD4BF1A7D}"/>
          </ac:picMkLst>
        </pc:picChg>
        <pc:picChg chg="add mod">
          <ac:chgData name="Ejaz Mazhar" userId="b1a85b5891cc63c6" providerId="LiveId" clId="{4D6ED4DA-196B-4361-9702-9ADEFD9F83A5}" dt="2026-01-21T00:24:50.999" v="1017" actId="552"/>
          <ac:picMkLst>
            <pc:docMk/>
            <pc:sldMk cId="4077593431" sldId="271"/>
            <ac:picMk id="25" creationId="{0CB52333-1BE6-B644-5F6E-C91B28623CD8}"/>
          </ac:picMkLst>
        </pc:picChg>
      </pc:sldChg>
      <pc:sldMasterChg chg="addSp modSp setBg modSldLayout">
        <pc:chgData name="Ejaz Mazhar" userId="b1a85b5891cc63c6" providerId="LiveId" clId="{4D6ED4DA-196B-4361-9702-9ADEFD9F83A5}" dt="2026-01-21T02:38:39.487" v="2329"/>
        <pc:sldMasterMkLst>
          <pc:docMk/>
          <pc:sldMasterMk cId="0" sldId="2147483648"/>
        </pc:sldMasterMkLst>
        <pc:spChg chg="add mod">
          <ac:chgData name="Ejaz Mazhar" userId="b1a85b5891cc63c6" providerId="LiveId" clId="{4D6ED4DA-196B-4361-9702-9ADEFD9F83A5}" dt="2026-01-21T02:38:01.278" v="2328"/>
          <ac:spMkLst>
            <pc:docMk/>
            <pc:sldMasterMk cId="0" sldId="2147483648"/>
            <ac:spMk id="7" creationId="{3D66F83C-DB81-0984-9DB2-52B94A7E649D}"/>
          </ac:spMkLst>
        </pc:spChg>
        <pc:sldLayoutChg chg="addSp modSp">
          <pc:chgData name="Ejaz Mazhar" userId="b1a85b5891cc63c6" providerId="LiveId" clId="{4D6ED4DA-196B-4361-9702-9ADEFD9F83A5}" dt="2026-01-21T02:37:52.738" v="2327"/>
          <pc:sldLayoutMkLst>
            <pc:docMk/>
            <pc:sldMasterMk cId="0" sldId="2147483648"/>
            <pc:sldLayoutMk cId="0" sldId="2147483662"/>
          </pc:sldLayoutMkLst>
          <pc:spChg chg="add mod">
            <ac:chgData name="Ejaz Mazhar" userId="b1a85b5891cc63c6" providerId="LiveId" clId="{4D6ED4DA-196B-4361-9702-9ADEFD9F83A5}" dt="2026-01-21T02:37:52.738" v="2327"/>
            <ac:spMkLst>
              <pc:docMk/>
              <pc:sldMasterMk cId="0" sldId="2147483648"/>
              <pc:sldLayoutMk cId="0" sldId="2147483662"/>
              <ac:spMk id="7" creationId="{B2E0F84A-633C-86FC-10CA-F15D91FE765E}"/>
            </ac:spMkLst>
          </pc:spChg>
        </pc:sldLayoutChg>
        <pc:sldLayoutChg chg="addSp delSp modSp mod setBg">
          <pc:chgData name="Ejaz Mazhar" userId="b1a85b5891cc63c6" providerId="LiveId" clId="{4D6ED4DA-196B-4361-9702-9ADEFD9F83A5}" dt="2026-01-21T02:38:39.487" v="2329"/>
          <pc:sldLayoutMkLst>
            <pc:docMk/>
            <pc:sldMasterMk cId="0" sldId="2147483648"/>
            <pc:sldLayoutMk cId="0" sldId="2147483665"/>
          </pc:sldLayoutMkLst>
          <pc:spChg chg="add mod">
            <ac:chgData name="Ejaz Mazhar" userId="b1a85b5891cc63c6" providerId="LiveId" clId="{4D6ED4DA-196B-4361-9702-9ADEFD9F83A5}" dt="2026-01-21T02:38:39.487" v="2329"/>
            <ac:spMkLst>
              <pc:docMk/>
              <pc:sldMasterMk cId="0" sldId="2147483648"/>
              <pc:sldLayoutMk cId="0" sldId="2147483665"/>
              <ac:spMk id="5" creationId="{1818A32D-E3AF-4F0C-F7DE-5A912717BEB5}"/>
            </ac:spMkLst>
          </pc:spChg>
          <pc:spChg chg="del">
            <ac:chgData name="Ejaz Mazhar" userId="b1a85b5891cc63c6" providerId="LiveId" clId="{4D6ED4DA-196B-4361-9702-9ADEFD9F83A5}" dt="2026-01-20T23:59:49.446" v="726" actId="478"/>
            <ac:spMkLst>
              <pc:docMk/>
              <pc:sldMasterMk cId="0" sldId="2147483648"/>
              <pc:sldLayoutMk cId="0" sldId="2147483665"/>
              <ac:spMk id="16" creationId="{00000000-0000-0000-0000-000000000000}"/>
            </ac:spMkLst>
          </pc:spChg>
          <pc:spChg chg="del">
            <ac:chgData name="Ejaz Mazhar" userId="b1a85b5891cc63c6" providerId="LiveId" clId="{4D6ED4DA-196B-4361-9702-9ADEFD9F83A5}" dt="2026-01-20T23:59:47.529" v="725" actId="478"/>
            <ac:spMkLst>
              <pc:docMk/>
              <pc:sldMasterMk cId="0" sldId="2147483648"/>
              <pc:sldLayoutMk cId="0" sldId="2147483665"/>
              <ac:spMk id="17" creationId="{00000000-0000-0000-0000-000000000000}"/>
            </ac:spMkLst>
          </pc:spChg>
          <pc:spChg chg="del">
            <ac:chgData name="Ejaz Mazhar" userId="b1a85b5891cc63c6" providerId="LiveId" clId="{4D6ED4DA-196B-4361-9702-9ADEFD9F83A5}" dt="2026-01-20T23:59:50.367" v="727" actId="478"/>
            <ac:spMkLst>
              <pc:docMk/>
              <pc:sldMasterMk cId="0" sldId="2147483648"/>
              <pc:sldLayoutMk cId="0" sldId="2147483665"/>
              <ac:spMk id="18" creationId="{00000000-0000-0000-0000-000000000000}"/>
            </ac:spMkLst>
          </pc:spChg>
          <pc:spChg chg="del">
            <ac:chgData name="Ejaz Mazhar" userId="b1a85b5891cc63c6" providerId="LiveId" clId="{4D6ED4DA-196B-4361-9702-9ADEFD9F83A5}" dt="2026-01-20T23:59:51.819" v="728" actId="478"/>
            <ac:spMkLst>
              <pc:docMk/>
              <pc:sldMasterMk cId="0" sldId="2147483648"/>
              <pc:sldLayoutMk cId="0" sldId="2147483665"/>
              <ac:spMk id="19" creationId="{00000000-0000-0000-0000-000000000000}"/>
            </ac:spMkLst>
          </pc:spChg>
          <pc:spChg chg="del">
            <ac:chgData name="Ejaz Mazhar" userId="b1a85b5891cc63c6" providerId="LiveId" clId="{4D6ED4DA-196B-4361-9702-9ADEFD9F83A5}" dt="2026-01-20T23:59:55.439" v="731" actId="478"/>
            <ac:spMkLst>
              <pc:docMk/>
              <pc:sldMasterMk cId="0" sldId="2147483648"/>
              <pc:sldLayoutMk cId="0" sldId="2147483665"/>
              <ac:spMk id="20" creationId="{00000000-0000-0000-0000-000000000000}"/>
            </ac:spMkLst>
          </pc:spChg>
          <pc:spChg chg="del">
            <ac:chgData name="Ejaz Mazhar" userId="b1a85b5891cc63c6" providerId="LiveId" clId="{4D6ED4DA-196B-4361-9702-9ADEFD9F83A5}" dt="2026-01-20T23:59:54.403" v="730" actId="478"/>
            <ac:spMkLst>
              <pc:docMk/>
              <pc:sldMasterMk cId="0" sldId="2147483648"/>
              <pc:sldLayoutMk cId="0" sldId="2147483665"/>
              <ac:spMk id="21" creationId="{00000000-0000-0000-0000-000000000000}"/>
            </ac:spMkLst>
          </pc:spChg>
          <pc:spChg chg="del">
            <ac:chgData name="Ejaz Mazhar" userId="b1a85b5891cc63c6" providerId="LiveId" clId="{4D6ED4DA-196B-4361-9702-9ADEFD9F83A5}" dt="2026-01-20T23:59:56.920" v="732" actId="478"/>
            <ac:spMkLst>
              <pc:docMk/>
              <pc:sldMasterMk cId="0" sldId="2147483648"/>
              <pc:sldLayoutMk cId="0" sldId="2147483665"/>
              <ac:spMk id="22" creationId="{00000000-0000-0000-0000-000000000000}"/>
            </ac:spMkLst>
          </pc:spChg>
          <pc:spChg chg="del">
            <ac:chgData name="Ejaz Mazhar" userId="b1a85b5891cc63c6" providerId="LiveId" clId="{4D6ED4DA-196B-4361-9702-9ADEFD9F83A5}" dt="2026-01-20T23:59:53.487" v="729" actId="478"/>
            <ac:spMkLst>
              <pc:docMk/>
              <pc:sldMasterMk cId="0" sldId="2147483648"/>
              <pc:sldLayoutMk cId="0" sldId="2147483665"/>
              <ac:spMk id="23" creationId="{00000000-0000-0000-0000-000000000000}"/>
            </ac:spMkLst>
          </pc:spChg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809896A-82A9-4A1B-8ACD-5F87036735A8}" type="doc">
      <dgm:prSet loTypeId="urn:microsoft.com/office/officeart/2009/3/layout/StepUp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239A557-CE7F-474C-87E6-3DD4756032E8}">
      <dgm:prSet phldrT="[Text]" phldr="0"/>
      <dgm:spPr/>
      <dgm:t>
        <a:bodyPr/>
        <a:lstStyle/>
        <a:p>
          <a:r>
            <a:rPr lang="en-US" b="1" dirty="0"/>
            <a:t>1998 (HIPAA)</a:t>
          </a:r>
        </a:p>
      </dgm:t>
    </dgm:pt>
    <dgm:pt modelId="{432F1D31-B4EA-42F0-8E11-70155E4626AA}" type="parTrans" cxnId="{3022214B-1B97-4B44-AE33-6874BE80C264}">
      <dgm:prSet/>
      <dgm:spPr/>
      <dgm:t>
        <a:bodyPr/>
        <a:lstStyle/>
        <a:p>
          <a:endParaRPr lang="en-US"/>
        </a:p>
      </dgm:t>
    </dgm:pt>
    <dgm:pt modelId="{3CB8A542-423D-4C3F-BF85-C96CD9F31782}" type="sibTrans" cxnId="{3022214B-1B97-4B44-AE33-6874BE80C264}">
      <dgm:prSet/>
      <dgm:spPr/>
      <dgm:t>
        <a:bodyPr/>
        <a:lstStyle/>
        <a:p>
          <a:endParaRPr lang="en-US"/>
        </a:p>
      </dgm:t>
    </dgm:pt>
    <dgm:pt modelId="{D9DF9ABF-5836-4DCA-A2D8-27162C5F03E6}">
      <dgm:prSet phldrT="[Text]" phldr="0"/>
      <dgm:spPr/>
      <dgm:t>
        <a:bodyPr/>
        <a:lstStyle/>
        <a:p>
          <a:r>
            <a:rPr lang="en-US" b="1" dirty="0"/>
            <a:t>2009 (HITECH</a:t>
          </a:r>
        </a:p>
      </dgm:t>
    </dgm:pt>
    <dgm:pt modelId="{248A2DA3-3A84-480C-93BC-EA8EF85C0317}" type="parTrans" cxnId="{959F62E2-CC0D-40AE-85F3-6E7E3A4EB7D6}">
      <dgm:prSet/>
      <dgm:spPr/>
      <dgm:t>
        <a:bodyPr/>
        <a:lstStyle/>
        <a:p>
          <a:endParaRPr lang="en-US"/>
        </a:p>
      </dgm:t>
    </dgm:pt>
    <dgm:pt modelId="{E1E6C9E3-0065-427A-B4DC-6CCC21794CC4}" type="sibTrans" cxnId="{959F62E2-CC0D-40AE-85F3-6E7E3A4EB7D6}">
      <dgm:prSet/>
      <dgm:spPr/>
      <dgm:t>
        <a:bodyPr/>
        <a:lstStyle/>
        <a:p>
          <a:endParaRPr lang="en-US"/>
        </a:p>
      </dgm:t>
    </dgm:pt>
    <dgm:pt modelId="{B013D883-EC07-4604-BE5A-1F233CB5523F}">
      <dgm:prSet phldrT="[Text]" phldr="0" custT="1"/>
      <dgm:spPr/>
      <dgm:t>
        <a:bodyPr/>
        <a:lstStyle/>
        <a:p>
          <a:r>
            <a:rPr lang="en-US" sz="2000" dirty="0"/>
            <a:t>Electronic Health Records (EHR) &amp; enforcement.</a:t>
          </a:r>
        </a:p>
      </dgm:t>
    </dgm:pt>
    <dgm:pt modelId="{B4CDE23C-AB0F-4D3D-AD8D-25170E10DE53}" type="parTrans" cxnId="{423AA1D5-1244-4B05-A443-A12BACB4C175}">
      <dgm:prSet/>
      <dgm:spPr/>
      <dgm:t>
        <a:bodyPr/>
        <a:lstStyle/>
        <a:p>
          <a:endParaRPr lang="en-US"/>
        </a:p>
      </dgm:t>
    </dgm:pt>
    <dgm:pt modelId="{3C59AC6B-9A49-474C-B2D7-82467C33121D}" type="sibTrans" cxnId="{423AA1D5-1244-4B05-A443-A12BACB4C175}">
      <dgm:prSet/>
      <dgm:spPr/>
      <dgm:t>
        <a:bodyPr/>
        <a:lstStyle/>
        <a:p>
          <a:endParaRPr lang="en-US"/>
        </a:p>
      </dgm:t>
    </dgm:pt>
    <dgm:pt modelId="{BFC231C4-E889-4DF3-AD63-56C78309A2B5}">
      <dgm:prSet phldrT="[Text]" phldr="0"/>
      <dgm:spPr/>
      <dgm:t>
        <a:bodyPr/>
        <a:lstStyle/>
        <a:p>
          <a:r>
            <a:rPr lang="en-US" b="1" dirty="0"/>
            <a:t>2013 (Omnibus Rule)</a:t>
          </a:r>
        </a:p>
      </dgm:t>
    </dgm:pt>
    <dgm:pt modelId="{C3FEFCCD-5D82-45FF-A9C3-E5745FE24F74}" type="parTrans" cxnId="{21792007-39DC-4DD8-B066-19C118D76793}">
      <dgm:prSet/>
      <dgm:spPr/>
      <dgm:t>
        <a:bodyPr/>
        <a:lstStyle/>
        <a:p>
          <a:endParaRPr lang="en-US"/>
        </a:p>
      </dgm:t>
    </dgm:pt>
    <dgm:pt modelId="{5BB0EDE8-E41D-451D-B0B6-F2E9197BAF99}" type="sibTrans" cxnId="{21792007-39DC-4DD8-B066-19C118D76793}">
      <dgm:prSet/>
      <dgm:spPr/>
      <dgm:t>
        <a:bodyPr/>
        <a:lstStyle/>
        <a:p>
          <a:endParaRPr lang="en-US"/>
        </a:p>
      </dgm:t>
    </dgm:pt>
    <dgm:pt modelId="{62DD05F9-9A08-401D-AF58-388BA03F7621}">
      <dgm:prSet phldrT="[Text]" phldr="0" custT="1"/>
      <dgm:spPr/>
      <dgm:t>
        <a:bodyPr/>
        <a:lstStyle/>
        <a:p>
          <a:r>
            <a:rPr lang="en-US" sz="2000" dirty="0"/>
            <a:t>Liability extended to Business Associates (vendors).</a:t>
          </a:r>
        </a:p>
      </dgm:t>
    </dgm:pt>
    <dgm:pt modelId="{5FE4CD47-B04A-4A24-B4A8-A64393980084}" type="parTrans" cxnId="{5E3A69C3-C6A9-44E1-B273-2B971282B668}">
      <dgm:prSet/>
      <dgm:spPr/>
      <dgm:t>
        <a:bodyPr/>
        <a:lstStyle/>
        <a:p>
          <a:endParaRPr lang="en-US"/>
        </a:p>
      </dgm:t>
    </dgm:pt>
    <dgm:pt modelId="{585CC1C9-385C-418A-AF4D-1F50C56D8AB6}" type="sibTrans" cxnId="{5E3A69C3-C6A9-44E1-B273-2B971282B668}">
      <dgm:prSet/>
      <dgm:spPr/>
      <dgm:t>
        <a:bodyPr/>
        <a:lstStyle/>
        <a:p>
          <a:endParaRPr lang="en-US"/>
        </a:p>
      </dgm:t>
    </dgm:pt>
    <dgm:pt modelId="{7DEB4AD4-5202-4D2C-97F2-D4EAD3264D88}">
      <dgm:prSet phldrT="[Text]" phldr="0" custT="1"/>
      <dgm:spPr/>
      <dgm:t>
        <a:bodyPr/>
        <a:lstStyle/>
        <a:p>
          <a:r>
            <a:rPr lang="en-US" sz="3600" b="1" dirty="0"/>
            <a:t>2024/26 (New Rules)</a:t>
          </a:r>
        </a:p>
      </dgm:t>
    </dgm:pt>
    <dgm:pt modelId="{5096319F-9BA6-4A88-9D3C-7206AE31883F}" type="parTrans" cxnId="{C2F2B765-4733-4BAE-BE1D-07EBB46DAE28}">
      <dgm:prSet/>
      <dgm:spPr/>
      <dgm:t>
        <a:bodyPr/>
        <a:lstStyle/>
        <a:p>
          <a:endParaRPr lang="en-US"/>
        </a:p>
      </dgm:t>
    </dgm:pt>
    <dgm:pt modelId="{B2919C22-E696-407F-B201-8CB3ED75E983}" type="sibTrans" cxnId="{C2F2B765-4733-4BAE-BE1D-07EBB46DAE28}">
      <dgm:prSet/>
      <dgm:spPr/>
      <dgm:t>
        <a:bodyPr/>
        <a:lstStyle/>
        <a:p>
          <a:endParaRPr lang="en-US"/>
        </a:p>
      </dgm:t>
    </dgm:pt>
    <dgm:pt modelId="{8213B031-F521-4C45-BF49-6713DCF2759C}">
      <dgm:prSet phldrT="[Text]" phldr="0" custT="1"/>
      <dgm:spPr/>
      <dgm:t>
        <a:bodyPr/>
        <a:lstStyle/>
        <a:p>
          <a:r>
            <a:rPr lang="en-US" sz="2000" spc="65">
              <a:latin typeface="+mn-lt"/>
              <a:cs typeface="Times New Roman"/>
            </a:rPr>
            <a:t>Insurance portability &amp; fraud prevention.</a:t>
          </a:r>
          <a:endParaRPr lang="en-US" sz="2300" dirty="0">
            <a:latin typeface="+mn-lt"/>
          </a:endParaRPr>
        </a:p>
      </dgm:t>
    </dgm:pt>
    <dgm:pt modelId="{F8DEFC7B-BC2C-4D6B-B6C8-F8F5E0B78073}" type="parTrans" cxnId="{3F871235-81FC-4809-B671-1567DE69B615}">
      <dgm:prSet/>
      <dgm:spPr/>
      <dgm:t>
        <a:bodyPr/>
        <a:lstStyle/>
        <a:p>
          <a:endParaRPr lang="en-US"/>
        </a:p>
      </dgm:t>
    </dgm:pt>
    <dgm:pt modelId="{3B93320A-73D9-4B93-B754-AF1086CAAC54}" type="sibTrans" cxnId="{3F871235-81FC-4809-B671-1567DE69B615}">
      <dgm:prSet/>
      <dgm:spPr/>
      <dgm:t>
        <a:bodyPr/>
        <a:lstStyle/>
        <a:p>
          <a:endParaRPr lang="en-US"/>
        </a:p>
      </dgm:t>
    </dgm:pt>
    <dgm:pt modelId="{1CF8AB01-4793-4681-A64A-F88784828027}">
      <dgm:prSet custT="1"/>
      <dgm:spPr/>
      <dgm:t>
        <a:bodyPr/>
        <a:lstStyle/>
        <a:p>
          <a:endParaRPr lang="en-US" sz="2000"/>
        </a:p>
      </dgm:t>
    </dgm:pt>
    <dgm:pt modelId="{04C5259F-ED84-4271-BC11-EFF04DA481C7}" type="parTrans" cxnId="{3525AE80-3C4C-44BF-8504-03027CE70D2A}">
      <dgm:prSet/>
      <dgm:spPr/>
      <dgm:t>
        <a:bodyPr/>
        <a:lstStyle/>
        <a:p>
          <a:endParaRPr lang="en-US"/>
        </a:p>
      </dgm:t>
    </dgm:pt>
    <dgm:pt modelId="{8D6BE4AE-9A4C-4B94-93EC-E6BFC164D790}" type="sibTrans" cxnId="{3525AE80-3C4C-44BF-8504-03027CE70D2A}">
      <dgm:prSet/>
      <dgm:spPr/>
      <dgm:t>
        <a:bodyPr/>
        <a:lstStyle/>
        <a:p>
          <a:endParaRPr lang="en-US"/>
        </a:p>
      </dgm:t>
    </dgm:pt>
    <dgm:pt modelId="{F56DC727-C3EA-482C-A373-DE403827B2E7}">
      <dgm:prSet phldrT="[Text]" phldr="0"/>
      <dgm:spPr/>
      <dgm:t>
        <a:bodyPr/>
        <a:lstStyle/>
        <a:p>
          <a:r>
            <a:rPr lang="en-US" sz="2200" b="1" dirty="0">
              <a:solidFill>
                <a:srgbClr val="C00000"/>
              </a:solidFill>
              <a:latin typeface="+mn-lt"/>
              <a:cs typeface="Times New Roman"/>
            </a:rPr>
            <a:t>Reproductive</a:t>
          </a:r>
          <a:r>
            <a:rPr lang="en-US" sz="2200" b="1" spc="25" dirty="0">
              <a:solidFill>
                <a:srgbClr val="C00000"/>
              </a:solidFill>
              <a:latin typeface="+mn-lt"/>
              <a:cs typeface="Times New Roman"/>
            </a:rPr>
            <a:t>  </a:t>
          </a:r>
          <a:r>
            <a:rPr lang="en-US" sz="2200" b="1" spc="55" dirty="0">
              <a:solidFill>
                <a:srgbClr val="C00000"/>
              </a:solidFill>
              <a:latin typeface="+mn-lt"/>
              <a:cs typeface="Times New Roman"/>
            </a:rPr>
            <a:t>Health privacy</a:t>
          </a:r>
          <a:r>
            <a:rPr lang="en-US" sz="2200" b="1" dirty="0">
              <a:solidFill>
                <a:srgbClr val="C00000"/>
              </a:solidFill>
              <a:latin typeface="+mn-lt"/>
              <a:cs typeface="Times New Roman"/>
            </a:rPr>
            <a:t> </a:t>
          </a:r>
          <a:r>
            <a:rPr lang="en-US" sz="2200" spc="-175" dirty="0">
              <a:solidFill>
                <a:schemeClr val="tx1"/>
              </a:solidFill>
              <a:latin typeface="+mn-lt"/>
              <a:cs typeface="Times New Roman"/>
            </a:rPr>
            <a:t>&amp;</a:t>
          </a:r>
          <a:r>
            <a:rPr lang="en-US" sz="2200" spc="-330" dirty="0">
              <a:solidFill>
                <a:srgbClr val="C00000"/>
              </a:solidFill>
              <a:latin typeface="+mn-lt"/>
              <a:cs typeface="Times New Roman"/>
            </a:rPr>
            <a:t> </a:t>
          </a:r>
          <a:r>
            <a:rPr lang="en-US" sz="2200" b="1" spc="80" dirty="0">
              <a:solidFill>
                <a:srgbClr val="C00000"/>
              </a:solidFill>
              <a:latin typeface="+mn-lt"/>
              <a:cs typeface="Times New Roman"/>
            </a:rPr>
            <a:t>Substance </a:t>
          </a:r>
          <a:r>
            <a:rPr lang="en-US" sz="2200" b="1" spc="50" dirty="0">
              <a:solidFill>
                <a:srgbClr val="C00000"/>
              </a:solidFill>
              <a:latin typeface="+mn-lt"/>
              <a:cs typeface="Times New Roman"/>
            </a:rPr>
            <a:t>Abuse</a:t>
          </a:r>
          <a:r>
            <a:rPr lang="en-US" sz="2200" b="1" spc="-70" dirty="0">
              <a:solidFill>
                <a:srgbClr val="C00000"/>
              </a:solidFill>
              <a:latin typeface="+mn-lt"/>
              <a:cs typeface="Times New Roman"/>
            </a:rPr>
            <a:t> </a:t>
          </a:r>
          <a:r>
            <a:rPr lang="en-US" sz="2200" spc="90" dirty="0">
              <a:latin typeface="+mn-lt"/>
              <a:cs typeface="Times New Roman"/>
            </a:rPr>
            <a:t>alignment</a:t>
          </a:r>
          <a:r>
            <a:rPr lang="en-US" sz="2200" spc="80" dirty="0">
              <a:latin typeface="+mn-lt"/>
              <a:cs typeface="Times New Roman"/>
            </a:rPr>
            <a:t> </a:t>
          </a:r>
          <a:r>
            <a:rPr lang="en-US" sz="2200" b="1" spc="30" dirty="0">
              <a:solidFill>
                <a:srgbClr val="C00000"/>
              </a:solidFill>
              <a:latin typeface="+mn-lt"/>
              <a:cs typeface="Times New Roman"/>
            </a:rPr>
            <a:t>(42 </a:t>
          </a:r>
          <a:r>
            <a:rPr lang="en-US" sz="2200" b="1" spc="-200" dirty="0">
              <a:solidFill>
                <a:srgbClr val="C00000"/>
              </a:solidFill>
              <a:latin typeface="+mn-lt"/>
              <a:cs typeface="Times New Roman"/>
            </a:rPr>
            <a:t>CFR</a:t>
          </a:r>
          <a:r>
            <a:rPr lang="en-US" sz="2200" b="1" spc="85" dirty="0">
              <a:solidFill>
                <a:srgbClr val="C00000"/>
              </a:solidFill>
              <a:latin typeface="+mn-lt"/>
              <a:cs typeface="Times New Roman"/>
            </a:rPr>
            <a:t> </a:t>
          </a:r>
          <a:r>
            <a:rPr lang="en-US" sz="2200" b="1" dirty="0">
              <a:solidFill>
                <a:srgbClr val="C00000"/>
              </a:solidFill>
              <a:latin typeface="+mn-lt"/>
              <a:cs typeface="Times New Roman"/>
            </a:rPr>
            <a:t>Part</a:t>
          </a:r>
          <a:r>
            <a:rPr lang="en-US" sz="2200" b="1" spc="-5" dirty="0">
              <a:solidFill>
                <a:srgbClr val="C00000"/>
              </a:solidFill>
              <a:latin typeface="+mn-lt"/>
              <a:cs typeface="Times New Roman"/>
            </a:rPr>
            <a:t> </a:t>
          </a:r>
          <a:r>
            <a:rPr lang="en-US" sz="2200" b="1" spc="-25" dirty="0">
              <a:solidFill>
                <a:srgbClr val="C00000"/>
              </a:solidFill>
              <a:latin typeface="+mn-lt"/>
              <a:cs typeface="Times New Roman"/>
            </a:rPr>
            <a:t>2).</a:t>
          </a:r>
          <a:endParaRPr lang="en-US" sz="2200" dirty="0">
            <a:solidFill>
              <a:srgbClr val="C00000"/>
            </a:solidFill>
            <a:latin typeface="+mn-lt"/>
          </a:endParaRPr>
        </a:p>
      </dgm:t>
    </dgm:pt>
    <dgm:pt modelId="{6402D496-4E57-4CAA-942C-481A0DAED90F}" type="parTrans" cxnId="{9F11FA03-09B0-43B1-A09F-9888DCE9B6FD}">
      <dgm:prSet/>
      <dgm:spPr/>
      <dgm:t>
        <a:bodyPr/>
        <a:lstStyle/>
        <a:p>
          <a:endParaRPr lang="en-US"/>
        </a:p>
      </dgm:t>
    </dgm:pt>
    <dgm:pt modelId="{C3A6D60B-22F1-4605-A9F4-7217ED1C2ED0}" type="sibTrans" cxnId="{9F11FA03-09B0-43B1-A09F-9888DCE9B6FD}">
      <dgm:prSet/>
      <dgm:spPr/>
      <dgm:t>
        <a:bodyPr/>
        <a:lstStyle/>
        <a:p>
          <a:endParaRPr lang="en-US"/>
        </a:p>
      </dgm:t>
    </dgm:pt>
    <dgm:pt modelId="{4EA94482-6865-4CF9-BC65-2BC9D833C083}" type="pres">
      <dgm:prSet presAssocID="{4809896A-82A9-4A1B-8ACD-5F87036735A8}" presName="rootnode" presStyleCnt="0">
        <dgm:presLayoutVars>
          <dgm:chMax/>
          <dgm:chPref/>
          <dgm:dir/>
          <dgm:animLvl val="lvl"/>
        </dgm:presLayoutVars>
      </dgm:prSet>
      <dgm:spPr/>
    </dgm:pt>
    <dgm:pt modelId="{D16D9056-C1DB-45CA-B874-2116F9A4149A}" type="pres">
      <dgm:prSet presAssocID="{9239A557-CE7F-474C-87E6-3DD4756032E8}" presName="composite" presStyleCnt="0"/>
      <dgm:spPr/>
    </dgm:pt>
    <dgm:pt modelId="{A14C4D47-154D-4203-B1CF-C2E19A64270E}" type="pres">
      <dgm:prSet presAssocID="{9239A557-CE7F-474C-87E6-3DD4756032E8}" presName="LShape" presStyleLbl="alignNode1" presStyleIdx="0" presStyleCnt="7">
        <dgm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dgm:style>
      </dgm:prSet>
      <dgm:spPr/>
    </dgm:pt>
    <dgm:pt modelId="{17569A68-5B18-4015-A3D1-6B6BE023977F}" type="pres">
      <dgm:prSet presAssocID="{9239A557-CE7F-474C-87E6-3DD4756032E8}" presName="ParentText" presStyleLbl="revTx" presStyleIdx="0" presStyleCnt="4">
        <dgm:presLayoutVars>
          <dgm:chMax val="0"/>
          <dgm:chPref val="0"/>
          <dgm:bulletEnabled val="1"/>
        </dgm:presLayoutVars>
      </dgm:prSet>
      <dgm:spPr/>
    </dgm:pt>
    <dgm:pt modelId="{5EA86A99-5C97-42B6-AC06-E4B75C76DEC8}" type="pres">
      <dgm:prSet presAssocID="{9239A557-CE7F-474C-87E6-3DD4756032E8}" presName="Triangle" presStyleLbl="alignNode1" presStyleIdx="1" presStyleCnt="7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/>
    </dgm:pt>
    <dgm:pt modelId="{A3F95419-7CE1-45CA-89BA-C558F3244E57}" type="pres">
      <dgm:prSet presAssocID="{3CB8A542-423D-4C3F-BF85-C96CD9F31782}" presName="sibTrans" presStyleCnt="0"/>
      <dgm:spPr/>
    </dgm:pt>
    <dgm:pt modelId="{0D38714D-3F8A-4CCB-8DC1-B0A6D5BBE651}" type="pres">
      <dgm:prSet presAssocID="{3CB8A542-423D-4C3F-BF85-C96CD9F31782}" presName="space" presStyleCnt="0"/>
      <dgm:spPr/>
    </dgm:pt>
    <dgm:pt modelId="{A13866B8-3ABE-4560-B1C3-D6E2FB740AC0}" type="pres">
      <dgm:prSet presAssocID="{D9DF9ABF-5836-4DCA-A2D8-27162C5F03E6}" presName="composite" presStyleCnt="0"/>
      <dgm:spPr/>
    </dgm:pt>
    <dgm:pt modelId="{782512C8-DE73-422A-9BFC-E11E8E8347E5}" type="pres">
      <dgm:prSet presAssocID="{D9DF9ABF-5836-4DCA-A2D8-27162C5F03E6}" presName="LShape" presStyleLbl="alignNode1" presStyleIdx="2" presStyleCnt="7">
        <dgm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dgm:style>
      </dgm:prSet>
      <dgm:spPr/>
    </dgm:pt>
    <dgm:pt modelId="{C6805CC8-B65A-4C6B-9CD8-7D1D07917C3E}" type="pres">
      <dgm:prSet presAssocID="{D9DF9ABF-5836-4DCA-A2D8-27162C5F03E6}" presName="ParentText" presStyleLbl="revTx" presStyleIdx="1" presStyleCnt="4">
        <dgm:presLayoutVars>
          <dgm:chMax val="0"/>
          <dgm:chPref val="0"/>
          <dgm:bulletEnabled val="1"/>
        </dgm:presLayoutVars>
      </dgm:prSet>
      <dgm:spPr/>
    </dgm:pt>
    <dgm:pt modelId="{26EFD8F5-E660-44A5-916F-A238F21FC3E7}" type="pres">
      <dgm:prSet presAssocID="{D9DF9ABF-5836-4DCA-A2D8-27162C5F03E6}" presName="Triangle" presStyleLbl="alignNode1" presStyleIdx="3" presStyleCnt="7">
        <dgm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dgm:style>
      </dgm:prSet>
      <dgm:spPr/>
    </dgm:pt>
    <dgm:pt modelId="{B5457C36-E586-496F-A2F5-8722E9F3D175}" type="pres">
      <dgm:prSet presAssocID="{E1E6C9E3-0065-427A-B4DC-6CCC21794CC4}" presName="sibTrans" presStyleCnt="0"/>
      <dgm:spPr/>
    </dgm:pt>
    <dgm:pt modelId="{8303E041-B3E0-457E-B89B-8645F0554901}" type="pres">
      <dgm:prSet presAssocID="{E1E6C9E3-0065-427A-B4DC-6CCC21794CC4}" presName="space" presStyleCnt="0"/>
      <dgm:spPr/>
    </dgm:pt>
    <dgm:pt modelId="{8D9EB075-DDFF-41A0-9B28-4F7F1254C765}" type="pres">
      <dgm:prSet presAssocID="{BFC231C4-E889-4DF3-AD63-56C78309A2B5}" presName="composite" presStyleCnt="0"/>
      <dgm:spPr/>
    </dgm:pt>
    <dgm:pt modelId="{59F990DF-88C0-485C-86C0-F473925DC52B}" type="pres">
      <dgm:prSet presAssocID="{BFC231C4-E889-4DF3-AD63-56C78309A2B5}" presName="LShape" presStyleLbl="alignNode1" presStyleIdx="4" presStyleCnt="7">
        <dgm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dgm:style>
      </dgm:prSet>
      <dgm:spPr/>
    </dgm:pt>
    <dgm:pt modelId="{4F096E9F-B270-42E7-B9BA-3F789027B489}" type="pres">
      <dgm:prSet presAssocID="{BFC231C4-E889-4DF3-AD63-56C78309A2B5}" presName="ParentText" presStyleLbl="revTx" presStyleIdx="2" presStyleCnt="4">
        <dgm:presLayoutVars>
          <dgm:chMax val="0"/>
          <dgm:chPref val="0"/>
          <dgm:bulletEnabled val="1"/>
        </dgm:presLayoutVars>
      </dgm:prSet>
      <dgm:spPr/>
    </dgm:pt>
    <dgm:pt modelId="{10AAAC54-3C71-4457-9713-DA33FCFB0BEF}" type="pres">
      <dgm:prSet presAssocID="{BFC231C4-E889-4DF3-AD63-56C78309A2B5}" presName="Triangle" presStyleLbl="alignNode1" presStyleIdx="5" presStyleCnt="7">
        <dgm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dgm:style>
      </dgm:prSet>
      <dgm:spPr/>
    </dgm:pt>
    <dgm:pt modelId="{B0CCCCC0-510B-4A3F-A874-80BDB33F6C4E}" type="pres">
      <dgm:prSet presAssocID="{5BB0EDE8-E41D-451D-B0B6-F2E9197BAF99}" presName="sibTrans" presStyleCnt="0"/>
      <dgm:spPr/>
    </dgm:pt>
    <dgm:pt modelId="{B3AAC888-4D2F-481A-A323-9D18445A3E55}" type="pres">
      <dgm:prSet presAssocID="{5BB0EDE8-E41D-451D-B0B6-F2E9197BAF99}" presName="space" presStyleCnt="0"/>
      <dgm:spPr/>
    </dgm:pt>
    <dgm:pt modelId="{7A5CF0BA-C4BB-4E0F-999D-A72927F08829}" type="pres">
      <dgm:prSet presAssocID="{7DEB4AD4-5202-4D2C-97F2-D4EAD3264D88}" presName="composite" presStyleCnt="0"/>
      <dgm:spPr/>
    </dgm:pt>
    <dgm:pt modelId="{C34388D8-9AB1-406F-A965-540825132628}" type="pres">
      <dgm:prSet presAssocID="{7DEB4AD4-5202-4D2C-97F2-D4EAD3264D88}" presName="LShape" presStyleLbl="alignNode1" presStyleIdx="6" presStyleCnt="7">
        <dgm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dgm:style>
      </dgm:prSet>
      <dgm:spPr/>
    </dgm:pt>
    <dgm:pt modelId="{DB6040B4-B799-4F32-97DA-B3DF1EBD9D04}" type="pres">
      <dgm:prSet presAssocID="{7DEB4AD4-5202-4D2C-97F2-D4EAD3264D88}" presName="ParentText" presStyleLbl="revTx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9F11FA03-09B0-43B1-A09F-9888DCE9B6FD}" srcId="{7DEB4AD4-5202-4D2C-97F2-D4EAD3264D88}" destId="{F56DC727-C3EA-482C-A373-DE403827B2E7}" srcOrd="0" destOrd="0" parTransId="{6402D496-4E57-4CAA-942C-481A0DAED90F}" sibTransId="{C3A6D60B-22F1-4605-A9F4-7217ED1C2ED0}"/>
    <dgm:cxn modelId="{21792007-39DC-4DD8-B066-19C118D76793}" srcId="{4809896A-82A9-4A1B-8ACD-5F87036735A8}" destId="{BFC231C4-E889-4DF3-AD63-56C78309A2B5}" srcOrd="2" destOrd="0" parTransId="{C3FEFCCD-5D82-45FF-A9C3-E5745FE24F74}" sibTransId="{5BB0EDE8-E41D-451D-B0B6-F2E9197BAF99}"/>
    <dgm:cxn modelId="{621B900C-8D6A-46FC-9FD4-52BEE1AF0AE2}" type="presOf" srcId="{7DEB4AD4-5202-4D2C-97F2-D4EAD3264D88}" destId="{DB6040B4-B799-4F32-97DA-B3DF1EBD9D04}" srcOrd="0" destOrd="0" presId="urn:microsoft.com/office/officeart/2009/3/layout/StepUpProcess"/>
    <dgm:cxn modelId="{D9C81611-7FCF-4237-9004-2E92A7817A49}" type="presOf" srcId="{62DD05F9-9A08-401D-AF58-388BA03F7621}" destId="{4F096E9F-B270-42E7-B9BA-3F789027B489}" srcOrd="0" destOrd="1" presId="urn:microsoft.com/office/officeart/2009/3/layout/StepUpProcess"/>
    <dgm:cxn modelId="{59A20527-35D9-4871-A3D0-77C7D30C92DD}" type="presOf" srcId="{9239A557-CE7F-474C-87E6-3DD4756032E8}" destId="{17569A68-5B18-4015-A3D1-6B6BE023977F}" srcOrd="0" destOrd="0" presId="urn:microsoft.com/office/officeart/2009/3/layout/StepUpProcess"/>
    <dgm:cxn modelId="{3F871235-81FC-4809-B671-1567DE69B615}" srcId="{9239A557-CE7F-474C-87E6-3DD4756032E8}" destId="{8213B031-F521-4C45-BF49-6713DCF2759C}" srcOrd="0" destOrd="0" parTransId="{F8DEFC7B-BC2C-4D6B-B6C8-F8F5E0B78073}" sibTransId="{3B93320A-73D9-4B93-B754-AF1086CAAC54}"/>
    <dgm:cxn modelId="{22328963-2163-4954-91CC-1D89371399C7}" type="presOf" srcId="{BFC231C4-E889-4DF3-AD63-56C78309A2B5}" destId="{4F096E9F-B270-42E7-B9BA-3F789027B489}" srcOrd="0" destOrd="0" presId="urn:microsoft.com/office/officeart/2009/3/layout/StepUpProcess"/>
    <dgm:cxn modelId="{1F25CC44-72B6-410C-B290-71AC3CFCDDBF}" type="presOf" srcId="{1CF8AB01-4793-4681-A64A-F88784828027}" destId="{4F096E9F-B270-42E7-B9BA-3F789027B489}" srcOrd="0" destOrd="2" presId="urn:microsoft.com/office/officeart/2009/3/layout/StepUpProcess"/>
    <dgm:cxn modelId="{026DD144-452C-4F99-BC64-2EB732151C77}" type="presOf" srcId="{8213B031-F521-4C45-BF49-6713DCF2759C}" destId="{17569A68-5B18-4015-A3D1-6B6BE023977F}" srcOrd="0" destOrd="1" presId="urn:microsoft.com/office/officeart/2009/3/layout/StepUpProcess"/>
    <dgm:cxn modelId="{C2F2B765-4733-4BAE-BE1D-07EBB46DAE28}" srcId="{4809896A-82A9-4A1B-8ACD-5F87036735A8}" destId="{7DEB4AD4-5202-4D2C-97F2-D4EAD3264D88}" srcOrd="3" destOrd="0" parTransId="{5096319F-9BA6-4A88-9D3C-7206AE31883F}" sibTransId="{B2919C22-E696-407F-B201-8CB3ED75E983}"/>
    <dgm:cxn modelId="{3022214B-1B97-4B44-AE33-6874BE80C264}" srcId="{4809896A-82A9-4A1B-8ACD-5F87036735A8}" destId="{9239A557-CE7F-474C-87E6-3DD4756032E8}" srcOrd="0" destOrd="0" parTransId="{432F1D31-B4EA-42F0-8E11-70155E4626AA}" sibTransId="{3CB8A542-423D-4C3F-BF85-C96CD9F31782}"/>
    <dgm:cxn modelId="{23D2F37C-266A-4FEF-A60E-54CB29129B8B}" type="presOf" srcId="{4809896A-82A9-4A1B-8ACD-5F87036735A8}" destId="{4EA94482-6865-4CF9-BC65-2BC9D833C083}" srcOrd="0" destOrd="0" presId="urn:microsoft.com/office/officeart/2009/3/layout/StepUpProcess"/>
    <dgm:cxn modelId="{4DF0157D-56DF-4F64-8314-2ED05ECA7430}" type="presOf" srcId="{D9DF9ABF-5836-4DCA-A2D8-27162C5F03E6}" destId="{C6805CC8-B65A-4C6B-9CD8-7D1D07917C3E}" srcOrd="0" destOrd="0" presId="urn:microsoft.com/office/officeart/2009/3/layout/StepUpProcess"/>
    <dgm:cxn modelId="{3525AE80-3C4C-44BF-8504-03027CE70D2A}" srcId="{BFC231C4-E889-4DF3-AD63-56C78309A2B5}" destId="{1CF8AB01-4793-4681-A64A-F88784828027}" srcOrd="1" destOrd="0" parTransId="{04C5259F-ED84-4271-BC11-EFF04DA481C7}" sibTransId="{8D6BE4AE-9A4C-4B94-93EC-E6BFC164D790}"/>
    <dgm:cxn modelId="{7A6CBE98-6262-43D5-B694-768564236322}" type="presOf" srcId="{F56DC727-C3EA-482C-A373-DE403827B2E7}" destId="{DB6040B4-B799-4F32-97DA-B3DF1EBD9D04}" srcOrd="0" destOrd="1" presId="urn:microsoft.com/office/officeart/2009/3/layout/StepUpProcess"/>
    <dgm:cxn modelId="{5E3A69C3-C6A9-44E1-B273-2B971282B668}" srcId="{BFC231C4-E889-4DF3-AD63-56C78309A2B5}" destId="{62DD05F9-9A08-401D-AF58-388BA03F7621}" srcOrd="0" destOrd="0" parTransId="{5FE4CD47-B04A-4A24-B4A8-A64393980084}" sibTransId="{585CC1C9-385C-418A-AF4D-1F50C56D8AB6}"/>
    <dgm:cxn modelId="{423AA1D5-1244-4B05-A443-A12BACB4C175}" srcId="{D9DF9ABF-5836-4DCA-A2D8-27162C5F03E6}" destId="{B013D883-EC07-4604-BE5A-1F233CB5523F}" srcOrd="0" destOrd="0" parTransId="{B4CDE23C-AB0F-4D3D-AD8D-25170E10DE53}" sibTransId="{3C59AC6B-9A49-474C-B2D7-82467C33121D}"/>
    <dgm:cxn modelId="{959F62E2-CC0D-40AE-85F3-6E7E3A4EB7D6}" srcId="{4809896A-82A9-4A1B-8ACD-5F87036735A8}" destId="{D9DF9ABF-5836-4DCA-A2D8-27162C5F03E6}" srcOrd="1" destOrd="0" parTransId="{248A2DA3-3A84-480C-93BC-EA8EF85C0317}" sibTransId="{E1E6C9E3-0065-427A-B4DC-6CCC21794CC4}"/>
    <dgm:cxn modelId="{CE72E5E4-B014-4E6D-A471-2B0F66DADAAF}" type="presOf" srcId="{B013D883-EC07-4604-BE5A-1F233CB5523F}" destId="{C6805CC8-B65A-4C6B-9CD8-7D1D07917C3E}" srcOrd="0" destOrd="1" presId="urn:microsoft.com/office/officeart/2009/3/layout/StepUpProcess"/>
    <dgm:cxn modelId="{5CDCE379-0FC6-4DD7-B799-4482727F5097}" type="presParOf" srcId="{4EA94482-6865-4CF9-BC65-2BC9D833C083}" destId="{D16D9056-C1DB-45CA-B874-2116F9A4149A}" srcOrd="0" destOrd="0" presId="urn:microsoft.com/office/officeart/2009/3/layout/StepUpProcess"/>
    <dgm:cxn modelId="{744FC5AD-7A1C-48C9-ABEA-1EF8FDE98DD2}" type="presParOf" srcId="{D16D9056-C1DB-45CA-B874-2116F9A4149A}" destId="{A14C4D47-154D-4203-B1CF-C2E19A64270E}" srcOrd="0" destOrd="0" presId="urn:microsoft.com/office/officeart/2009/3/layout/StepUpProcess"/>
    <dgm:cxn modelId="{54FBD986-C60E-4F40-981A-650A1D4DBF03}" type="presParOf" srcId="{D16D9056-C1DB-45CA-B874-2116F9A4149A}" destId="{17569A68-5B18-4015-A3D1-6B6BE023977F}" srcOrd="1" destOrd="0" presId="urn:microsoft.com/office/officeart/2009/3/layout/StepUpProcess"/>
    <dgm:cxn modelId="{E3799348-0122-4D64-8898-40315EE81FC0}" type="presParOf" srcId="{D16D9056-C1DB-45CA-B874-2116F9A4149A}" destId="{5EA86A99-5C97-42B6-AC06-E4B75C76DEC8}" srcOrd="2" destOrd="0" presId="urn:microsoft.com/office/officeart/2009/3/layout/StepUpProcess"/>
    <dgm:cxn modelId="{DB00C7D4-56E8-4F25-89E0-847C280D9E9C}" type="presParOf" srcId="{4EA94482-6865-4CF9-BC65-2BC9D833C083}" destId="{A3F95419-7CE1-45CA-89BA-C558F3244E57}" srcOrd="1" destOrd="0" presId="urn:microsoft.com/office/officeart/2009/3/layout/StepUpProcess"/>
    <dgm:cxn modelId="{EFFB578F-323E-4470-95CD-A3B066DE6D46}" type="presParOf" srcId="{A3F95419-7CE1-45CA-89BA-C558F3244E57}" destId="{0D38714D-3F8A-4CCB-8DC1-B0A6D5BBE651}" srcOrd="0" destOrd="0" presId="urn:microsoft.com/office/officeart/2009/3/layout/StepUpProcess"/>
    <dgm:cxn modelId="{D0FD8836-38C5-4604-BC50-04DAA488B220}" type="presParOf" srcId="{4EA94482-6865-4CF9-BC65-2BC9D833C083}" destId="{A13866B8-3ABE-4560-B1C3-D6E2FB740AC0}" srcOrd="2" destOrd="0" presId="urn:microsoft.com/office/officeart/2009/3/layout/StepUpProcess"/>
    <dgm:cxn modelId="{857ED590-50BC-4050-AA4D-746E22C1AACB}" type="presParOf" srcId="{A13866B8-3ABE-4560-B1C3-D6E2FB740AC0}" destId="{782512C8-DE73-422A-9BFC-E11E8E8347E5}" srcOrd="0" destOrd="0" presId="urn:microsoft.com/office/officeart/2009/3/layout/StepUpProcess"/>
    <dgm:cxn modelId="{E4D7EA9A-021B-4492-A2F2-E707F16FF382}" type="presParOf" srcId="{A13866B8-3ABE-4560-B1C3-D6E2FB740AC0}" destId="{C6805CC8-B65A-4C6B-9CD8-7D1D07917C3E}" srcOrd="1" destOrd="0" presId="urn:microsoft.com/office/officeart/2009/3/layout/StepUpProcess"/>
    <dgm:cxn modelId="{6ED02EB3-0B43-44DB-9D4E-7AB2E68039A6}" type="presParOf" srcId="{A13866B8-3ABE-4560-B1C3-D6E2FB740AC0}" destId="{26EFD8F5-E660-44A5-916F-A238F21FC3E7}" srcOrd="2" destOrd="0" presId="urn:microsoft.com/office/officeart/2009/3/layout/StepUpProcess"/>
    <dgm:cxn modelId="{85A2B741-8A0A-4362-8CE8-A8D72B9589CB}" type="presParOf" srcId="{4EA94482-6865-4CF9-BC65-2BC9D833C083}" destId="{B5457C36-E586-496F-A2F5-8722E9F3D175}" srcOrd="3" destOrd="0" presId="urn:microsoft.com/office/officeart/2009/3/layout/StepUpProcess"/>
    <dgm:cxn modelId="{E0C8A3D8-34D0-431C-B671-4B886BF36C56}" type="presParOf" srcId="{B5457C36-E586-496F-A2F5-8722E9F3D175}" destId="{8303E041-B3E0-457E-B89B-8645F0554901}" srcOrd="0" destOrd="0" presId="urn:microsoft.com/office/officeart/2009/3/layout/StepUpProcess"/>
    <dgm:cxn modelId="{CA4D53C6-9BE1-48C0-B872-728D0E7316F6}" type="presParOf" srcId="{4EA94482-6865-4CF9-BC65-2BC9D833C083}" destId="{8D9EB075-DDFF-41A0-9B28-4F7F1254C765}" srcOrd="4" destOrd="0" presId="urn:microsoft.com/office/officeart/2009/3/layout/StepUpProcess"/>
    <dgm:cxn modelId="{F47A4E19-6EE9-4EC2-9029-559B66695CCF}" type="presParOf" srcId="{8D9EB075-DDFF-41A0-9B28-4F7F1254C765}" destId="{59F990DF-88C0-485C-86C0-F473925DC52B}" srcOrd="0" destOrd="0" presId="urn:microsoft.com/office/officeart/2009/3/layout/StepUpProcess"/>
    <dgm:cxn modelId="{5CE4E2E0-F083-4A36-94C8-04B74F1C866F}" type="presParOf" srcId="{8D9EB075-DDFF-41A0-9B28-4F7F1254C765}" destId="{4F096E9F-B270-42E7-B9BA-3F789027B489}" srcOrd="1" destOrd="0" presId="urn:microsoft.com/office/officeart/2009/3/layout/StepUpProcess"/>
    <dgm:cxn modelId="{22C92961-27EB-42C1-8A2C-1FD3CE57A6DB}" type="presParOf" srcId="{8D9EB075-DDFF-41A0-9B28-4F7F1254C765}" destId="{10AAAC54-3C71-4457-9713-DA33FCFB0BEF}" srcOrd="2" destOrd="0" presId="urn:microsoft.com/office/officeart/2009/3/layout/StepUpProcess"/>
    <dgm:cxn modelId="{CFB60733-C8D2-4DA4-BB83-E130627075D5}" type="presParOf" srcId="{4EA94482-6865-4CF9-BC65-2BC9D833C083}" destId="{B0CCCCC0-510B-4A3F-A874-80BDB33F6C4E}" srcOrd="5" destOrd="0" presId="urn:microsoft.com/office/officeart/2009/3/layout/StepUpProcess"/>
    <dgm:cxn modelId="{3BEAB5A7-328A-408B-A87E-995958DC920C}" type="presParOf" srcId="{B0CCCCC0-510B-4A3F-A874-80BDB33F6C4E}" destId="{B3AAC888-4D2F-481A-A323-9D18445A3E55}" srcOrd="0" destOrd="0" presId="urn:microsoft.com/office/officeart/2009/3/layout/StepUpProcess"/>
    <dgm:cxn modelId="{9C6AA299-B5F4-4D23-A50B-EA0BF2E3C40F}" type="presParOf" srcId="{4EA94482-6865-4CF9-BC65-2BC9D833C083}" destId="{7A5CF0BA-C4BB-4E0F-999D-A72927F08829}" srcOrd="6" destOrd="0" presId="urn:microsoft.com/office/officeart/2009/3/layout/StepUpProcess"/>
    <dgm:cxn modelId="{F9C699AB-02A2-43D7-8428-7F7416D08F88}" type="presParOf" srcId="{7A5CF0BA-C4BB-4E0F-999D-A72927F08829}" destId="{C34388D8-9AB1-406F-A965-540825132628}" srcOrd="0" destOrd="0" presId="urn:microsoft.com/office/officeart/2009/3/layout/StepUpProcess"/>
    <dgm:cxn modelId="{DB4B052D-6441-43AD-9968-026C5290FCEC}" type="presParOf" srcId="{7A5CF0BA-C4BB-4E0F-999D-A72927F08829}" destId="{DB6040B4-B799-4F32-97DA-B3DF1EBD9D04}" srcOrd="1" destOrd="0" presId="urn:microsoft.com/office/officeart/2009/3/layout/StepUp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4C4D47-154D-4203-B1CF-C2E19A64270E}">
      <dsp:nvSpPr>
        <dsp:cNvPr id="0" name=""/>
        <dsp:cNvSpPr/>
      </dsp:nvSpPr>
      <dsp:spPr>
        <a:xfrm rot="5400000">
          <a:off x="681712" y="2278214"/>
          <a:ext cx="2028080" cy="3374679"/>
        </a:xfrm>
        <a:prstGeom prst="corner">
          <a:avLst>
            <a:gd name="adj1" fmla="val 16120"/>
            <a:gd name="adj2" fmla="val 16110"/>
          </a:avLst>
        </a:prstGeom>
        <a:gradFill rotWithShape="1">
          <a:gsLst>
            <a:gs pos="0">
              <a:schemeClr val="accent1">
                <a:shade val="51000"/>
                <a:satMod val="130000"/>
              </a:schemeClr>
            </a:gs>
            <a:gs pos="80000">
              <a:schemeClr val="accent1">
                <a:shade val="93000"/>
                <a:satMod val="130000"/>
              </a:schemeClr>
            </a:gs>
            <a:gs pos="100000">
              <a:schemeClr val="accent1"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dsp:style>
    </dsp:sp>
    <dsp:sp modelId="{17569A68-5B18-4015-A3D1-6B6BE023977F}">
      <dsp:nvSpPr>
        <dsp:cNvPr id="0" name=""/>
        <dsp:cNvSpPr/>
      </dsp:nvSpPr>
      <dsp:spPr>
        <a:xfrm>
          <a:off x="343175" y="3286516"/>
          <a:ext cx="3046679" cy="26705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/>
            <a:t>1998 (HIPAA)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spc="65">
              <a:latin typeface="+mn-lt"/>
              <a:cs typeface="Times New Roman"/>
            </a:rPr>
            <a:t>Insurance portability &amp; fraud prevention.</a:t>
          </a:r>
          <a:endParaRPr lang="en-US" sz="2300" kern="1200" dirty="0">
            <a:latin typeface="+mn-lt"/>
          </a:endParaRPr>
        </a:p>
      </dsp:txBody>
      <dsp:txXfrm>
        <a:off x="343175" y="3286516"/>
        <a:ext cx="3046679" cy="2670593"/>
      </dsp:txXfrm>
    </dsp:sp>
    <dsp:sp modelId="{5EA86A99-5C97-42B6-AC06-E4B75C76DEC8}">
      <dsp:nvSpPr>
        <dsp:cNvPr id="0" name=""/>
        <dsp:cNvSpPr/>
      </dsp:nvSpPr>
      <dsp:spPr>
        <a:xfrm>
          <a:off x="2815010" y="2029766"/>
          <a:ext cx="574845" cy="574845"/>
        </a:xfrm>
        <a:prstGeom prst="triangle">
          <a:avLst>
            <a:gd name="adj" fmla="val 100000"/>
          </a:avLst>
        </a:prstGeom>
        <a:solidFill>
          <a:schemeClr val="lt1"/>
        </a:solidFill>
        <a:ln w="254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</dsp:sp>
    <dsp:sp modelId="{782512C8-DE73-422A-9BFC-E11E8E8347E5}">
      <dsp:nvSpPr>
        <dsp:cNvPr id="0" name=""/>
        <dsp:cNvSpPr/>
      </dsp:nvSpPr>
      <dsp:spPr>
        <a:xfrm rot="5400000">
          <a:off x="4411444" y="1355288"/>
          <a:ext cx="2028080" cy="3374679"/>
        </a:xfrm>
        <a:prstGeom prst="corner">
          <a:avLst>
            <a:gd name="adj1" fmla="val 16120"/>
            <a:gd name="adj2" fmla="val 16110"/>
          </a:avLst>
        </a:prstGeom>
        <a:gradFill rotWithShape="1">
          <a:gsLst>
            <a:gs pos="0">
              <a:schemeClr val="accent4">
                <a:shade val="51000"/>
                <a:satMod val="130000"/>
              </a:schemeClr>
            </a:gs>
            <a:gs pos="80000">
              <a:schemeClr val="accent4">
                <a:shade val="93000"/>
                <a:satMod val="130000"/>
              </a:schemeClr>
            </a:gs>
            <a:gs pos="100000">
              <a:schemeClr val="accent4"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4">
              <a:shade val="95000"/>
              <a:satMod val="105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hemeClr val="accent4"/>
        </a:lnRef>
        <a:fillRef idx="3">
          <a:schemeClr val="accent4"/>
        </a:fillRef>
        <a:effectRef idx="2">
          <a:schemeClr val="accent4"/>
        </a:effectRef>
        <a:fontRef idx="minor">
          <a:schemeClr val="lt1"/>
        </a:fontRef>
      </dsp:style>
    </dsp:sp>
    <dsp:sp modelId="{C6805CC8-B65A-4C6B-9CD8-7D1D07917C3E}">
      <dsp:nvSpPr>
        <dsp:cNvPr id="0" name=""/>
        <dsp:cNvSpPr/>
      </dsp:nvSpPr>
      <dsp:spPr>
        <a:xfrm>
          <a:off x="4072907" y="2363590"/>
          <a:ext cx="3046679" cy="26705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/>
            <a:t>2009 (HITECH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Electronic Health Records (EHR) &amp; enforcement.</a:t>
          </a:r>
        </a:p>
      </dsp:txBody>
      <dsp:txXfrm>
        <a:off x="4072907" y="2363590"/>
        <a:ext cx="3046679" cy="2670593"/>
      </dsp:txXfrm>
    </dsp:sp>
    <dsp:sp modelId="{26EFD8F5-E660-44A5-916F-A238F21FC3E7}">
      <dsp:nvSpPr>
        <dsp:cNvPr id="0" name=""/>
        <dsp:cNvSpPr/>
      </dsp:nvSpPr>
      <dsp:spPr>
        <a:xfrm>
          <a:off x="6544741" y="1106840"/>
          <a:ext cx="574845" cy="574845"/>
        </a:xfrm>
        <a:prstGeom prst="triangle">
          <a:avLst>
            <a:gd name="adj" fmla="val 100000"/>
          </a:avLst>
        </a:prstGeom>
        <a:solidFill>
          <a:schemeClr val="lt1"/>
        </a:solidFill>
        <a:ln w="25400" cap="flat" cmpd="sng" algn="ctr">
          <a:solidFill>
            <a:schemeClr val="accent6"/>
          </a:solidFill>
          <a:prstDash val="solid"/>
        </a:ln>
        <a:effectLst/>
      </dsp:spPr>
      <dsp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dsp:style>
    </dsp:sp>
    <dsp:sp modelId="{59F990DF-88C0-485C-86C0-F473925DC52B}">
      <dsp:nvSpPr>
        <dsp:cNvPr id="0" name=""/>
        <dsp:cNvSpPr/>
      </dsp:nvSpPr>
      <dsp:spPr>
        <a:xfrm rot="5400000">
          <a:off x="8141175" y="432362"/>
          <a:ext cx="2028080" cy="3374679"/>
        </a:xfrm>
        <a:prstGeom prst="corner">
          <a:avLst>
            <a:gd name="adj1" fmla="val 16120"/>
            <a:gd name="adj2" fmla="val 16110"/>
          </a:avLst>
        </a:prstGeom>
        <a:gradFill rotWithShape="1">
          <a:gsLst>
            <a:gs pos="0">
              <a:schemeClr val="accent6">
                <a:shade val="51000"/>
                <a:satMod val="130000"/>
              </a:schemeClr>
            </a:gs>
            <a:gs pos="80000">
              <a:schemeClr val="accent6">
                <a:shade val="93000"/>
                <a:satMod val="130000"/>
              </a:schemeClr>
            </a:gs>
            <a:gs pos="100000">
              <a:schemeClr val="accent6"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6">
              <a:shade val="95000"/>
              <a:satMod val="105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hemeClr val="accent6"/>
        </a:lnRef>
        <a:fillRef idx="3">
          <a:schemeClr val="accent6"/>
        </a:fillRef>
        <a:effectRef idx="2">
          <a:schemeClr val="accent6"/>
        </a:effectRef>
        <a:fontRef idx="minor">
          <a:schemeClr val="lt1"/>
        </a:fontRef>
      </dsp:style>
    </dsp:sp>
    <dsp:sp modelId="{4F096E9F-B270-42E7-B9BA-3F789027B489}">
      <dsp:nvSpPr>
        <dsp:cNvPr id="0" name=""/>
        <dsp:cNvSpPr/>
      </dsp:nvSpPr>
      <dsp:spPr>
        <a:xfrm>
          <a:off x="7802638" y="1440665"/>
          <a:ext cx="3046679" cy="26705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/>
            <a:t>2013 (Omnibus Rule)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Liability extended to Business Associates (vendors).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000" kern="1200"/>
        </a:p>
      </dsp:txBody>
      <dsp:txXfrm>
        <a:off x="7802638" y="1440665"/>
        <a:ext cx="3046679" cy="2670593"/>
      </dsp:txXfrm>
    </dsp:sp>
    <dsp:sp modelId="{10AAAC54-3C71-4457-9713-DA33FCFB0BEF}">
      <dsp:nvSpPr>
        <dsp:cNvPr id="0" name=""/>
        <dsp:cNvSpPr/>
      </dsp:nvSpPr>
      <dsp:spPr>
        <a:xfrm>
          <a:off x="10274473" y="183915"/>
          <a:ext cx="574845" cy="574845"/>
        </a:xfrm>
        <a:prstGeom prst="triangle">
          <a:avLst>
            <a:gd name="adj" fmla="val 100000"/>
          </a:avLst>
        </a:prstGeom>
        <a:solidFill>
          <a:schemeClr val="lt1"/>
        </a:solidFill>
        <a:ln w="25400" cap="flat" cmpd="sng" algn="ctr">
          <a:solidFill>
            <a:schemeClr val="accent3"/>
          </a:solidFill>
          <a:prstDash val="solid"/>
        </a:ln>
        <a:effectLst/>
      </dsp:spPr>
      <dsp:style>
        <a:lnRef idx="2">
          <a:schemeClr val="accent3"/>
        </a:lnRef>
        <a:fillRef idx="1">
          <a:schemeClr val="lt1"/>
        </a:fillRef>
        <a:effectRef idx="0">
          <a:schemeClr val="accent3"/>
        </a:effectRef>
        <a:fontRef idx="minor">
          <a:schemeClr val="dk1"/>
        </a:fontRef>
      </dsp:style>
    </dsp:sp>
    <dsp:sp modelId="{C34388D8-9AB1-406F-A965-540825132628}">
      <dsp:nvSpPr>
        <dsp:cNvPr id="0" name=""/>
        <dsp:cNvSpPr/>
      </dsp:nvSpPr>
      <dsp:spPr>
        <a:xfrm rot="5400000">
          <a:off x="11870907" y="-490562"/>
          <a:ext cx="2028080" cy="3374679"/>
        </a:xfrm>
        <a:prstGeom prst="corner">
          <a:avLst>
            <a:gd name="adj1" fmla="val 16120"/>
            <a:gd name="adj2" fmla="val 16110"/>
          </a:avLst>
        </a:prstGeom>
        <a:gradFill rotWithShape="1">
          <a:gsLst>
            <a:gs pos="0">
              <a:schemeClr val="accent3">
                <a:shade val="51000"/>
                <a:satMod val="130000"/>
              </a:schemeClr>
            </a:gs>
            <a:gs pos="80000">
              <a:schemeClr val="accent3">
                <a:shade val="93000"/>
                <a:satMod val="130000"/>
              </a:schemeClr>
            </a:gs>
            <a:gs pos="100000">
              <a:schemeClr val="accent3"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shade val="95000"/>
              <a:satMod val="105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hemeClr val="accent3"/>
        </a:lnRef>
        <a:fillRef idx="3">
          <a:schemeClr val="accent3"/>
        </a:fillRef>
        <a:effectRef idx="2">
          <a:schemeClr val="accent3"/>
        </a:effectRef>
        <a:fontRef idx="minor">
          <a:schemeClr val="lt1"/>
        </a:fontRef>
      </dsp:style>
    </dsp:sp>
    <dsp:sp modelId="{DB6040B4-B799-4F32-97DA-B3DF1EBD9D04}">
      <dsp:nvSpPr>
        <dsp:cNvPr id="0" name=""/>
        <dsp:cNvSpPr/>
      </dsp:nvSpPr>
      <dsp:spPr>
        <a:xfrm>
          <a:off x="11532370" y="517739"/>
          <a:ext cx="3046679" cy="26705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/>
            <a:t>2024/26 (New Rules)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b="1" kern="1200" dirty="0">
              <a:solidFill>
                <a:srgbClr val="C00000"/>
              </a:solidFill>
              <a:latin typeface="+mn-lt"/>
              <a:cs typeface="Times New Roman"/>
            </a:rPr>
            <a:t>Reproductive</a:t>
          </a:r>
          <a:r>
            <a:rPr lang="en-US" sz="2200" b="1" kern="1200" spc="25" dirty="0">
              <a:solidFill>
                <a:srgbClr val="C00000"/>
              </a:solidFill>
              <a:latin typeface="+mn-lt"/>
              <a:cs typeface="Times New Roman"/>
            </a:rPr>
            <a:t>  </a:t>
          </a:r>
          <a:r>
            <a:rPr lang="en-US" sz="2200" b="1" kern="1200" spc="55" dirty="0">
              <a:solidFill>
                <a:srgbClr val="C00000"/>
              </a:solidFill>
              <a:latin typeface="+mn-lt"/>
              <a:cs typeface="Times New Roman"/>
            </a:rPr>
            <a:t>Health privacy</a:t>
          </a:r>
          <a:r>
            <a:rPr lang="en-US" sz="2200" b="1" kern="1200" dirty="0">
              <a:solidFill>
                <a:srgbClr val="C00000"/>
              </a:solidFill>
              <a:latin typeface="+mn-lt"/>
              <a:cs typeface="Times New Roman"/>
            </a:rPr>
            <a:t> </a:t>
          </a:r>
          <a:r>
            <a:rPr lang="en-US" sz="2200" kern="1200" spc="-175" dirty="0">
              <a:solidFill>
                <a:schemeClr val="tx1"/>
              </a:solidFill>
              <a:latin typeface="+mn-lt"/>
              <a:cs typeface="Times New Roman"/>
            </a:rPr>
            <a:t>&amp;</a:t>
          </a:r>
          <a:r>
            <a:rPr lang="en-US" sz="2200" kern="1200" spc="-330" dirty="0">
              <a:solidFill>
                <a:srgbClr val="C00000"/>
              </a:solidFill>
              <a:latin typeface="+mn-lt"/>
              <a:cs typeface="Times New Roman"/>
            </a:rPr>
            <a:t> </a:t>
          </a:r>
          <a:r>
            <a:rPr lang="en-US" sz="2200" b="1" kern="1200" spc="80" dirty="0">
              <a:solidFill>
                <a:srgbClr val="C00000"/>
              </a:solidFill>
              <a:latin typeface="+mn-lt"/>
              <a:cs typeface="Times New Roman"/>
            </a:rPr>
            <a:t>Substance </a:t>
          </a:r>
          <a:r>
            <a:rPr lang="en-US" sz="2200" b="1" kern="1200" spc="50" dirty="0">
              <a:solidFill>
                <a:srgbClr val="C00000"/>
              </a:solidFill>
              <a:latin typeface="+mn-lt"/>
              <a:cs typeface="Times New Roman"/>
            </a:rPr>
            <a:t>Abuse</a:t>
          </a:r>
          <a:r>
            <a:rPr lang="en-US" sz="2200" b="1" kern="1200" spc="-70" dirty="0">
              <a:solidFill>
                <a:srgbClr val="C00000"/>
              </a:solidFill>
              <a:latin typeface="+mn-lt"/>
              <a:cs typeface="Times New Roman"/>
            </a:rPr>
            <a:t> </a:t>
          </a:r>
          <a:r>
            <a:rPr lang="en-US" sz="2200" kern="1200" spc="90" dirty="0">
              <a:latin typeface="+mn-lt"/>
              <a:cs typeface="Times New Roman"/>
            </a:rPr>
            <a:t>alignment</a:t>
          </a:r>
          <a:r>
            <a:rPr lang="en-US" sz="2200" kern="1200" spc="80" dirty="0">
              <a:latin typeface="+mn-lt"/>
              <a:cs typeface="Times New Roman"/>
            </a:rPr>
            <a:t> </a:t>
          </a:r>
          <a:r>
            <a:rPr lang="en-US" sz="2200" b="1" kern="1200" spc="30" dirty="0">
              <a:solidFill>
                <a:srgbClr val="C00000"/>
              </a:solidFill>
              <a:latin typeface="+mn-lt"/>
              <a:cs typeface="Times New Roman"/>
            </a:rPr>
            <a:t>(42 </a:t>
          </a:r>
          <a:r>
            <a:rPr lang="en-US" sz="2200" b="1" kern="1200" spc="-200" dirty="0">
              <a:solidFill>
                <a:srgbClr val="C00000"/>
              </a:solidFill>
              <a:latin typeface="+mn-lt"/>
              <a:cs typeface="Times New Roman"/>
            </a:rPr>
            <a:t>CFR</a:t>
          </a:r>
          <a:r>
            <a:rPr lang="en-US" sz="2200" b="1" kern="1200" spc="85" dirty="0">
              <a:solidFill>
                <a:srgbClr val="C00000"/>
              </a:solidFill>
              <a:latin typeface="+mn-lt"/>
              <a:cs typeface="Times New Roman"/>
            </a:rPr>
            <a:t> </a:t>
          </a:r>
          <a:r>
            <a:rPr lang="en-US" sz="2200" b="1" kern="1200" dirty="0">
              <a:solidFill>
                <a:srgbClr val="C00000"/>
              </a:solidFill>
              <a:latin typeface="+mn-lt"/>
              <a:cs typeface="Times New Roman"/>
            </a:rPr>
            <a:t>Part</a:t>
          </a:r>
          <a:r>
            <a:rPr lang="en-US" sz="2200" b="1" kern="1200" spc="-5" dirty="0">
              <a:solidFill>
                <a:srgbClr val="C00000"/>
              </a:solidFill>
              <a:latin typeface="+mn-lt"/>
              <a:cs typeface="Times New Roman"/>
            </a:rPr>
            <a:t> </a:t>
          </a:r>
          <a:r>
            <a:rPr lang="en-US" sz="2200" b="1" kern="1200" spc="-25" dirty="0">
              <a:solidFill>
                <a:srgbClr val="C00000"/>
              </a:solidFill>
              <a:latin typeface="+mn-lt"/>
              <a:cs typeface="Times New Roman"/>
            </a:rPr>
            <a:t>2).</a:t>
          </a:r>
          <a:endParaRPr lang="en-US" sz="2200" kern="1200" dirty="0">
            <a:solidFill>
              <a:srgbClr val="C00000"/>
            </a:solidFill>
            <a:latin typeface="+mn-lt"/>
          </a:endParaRPr>
        </a:p>
      </dsp:txBody>
      <dsp:txXfrm>
        <a:off x="11532370" y="517739"/>
        <a:ext cx="3046679" cy="267059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StepUpProcess">
  <dgm:title val=""/>
  <dgm:desc val=""/>
  <dgm:catLst>
    <dgm:cat type="process" pri="13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b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b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onstrLst>
      <dgm:constr type="alignOff" forName="rootnode" val="1"/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-0.765"/>
      <dgm:constr type="w" for="ch" forName="sibTrans" refType="w" fact="0.103"/>
      <dgm:constr type="h" for="ch" forName="sibTrans" refType="h" fact="0.103"/>
    </dgm:constrLst>
    <dgm:forEach name="nodesForEach" axis="ch" ptType="node">
      <dgm:layoutNode name="composite">
        <dgm:alg type="composite">
          <dgm:param type="ar" val="0.861"/>
        </dgm:alg>
        <dgm:shape xmlns:r="http://schemas.openxmlformats.org/officeDocument/2006/relationships" r:blip="">
          <dgm:adjLst/>
        </dgm:shape>
        <dgm:choose name="Name3">
          <dgm:if name="Name4" func="var" arg="dir" op="equ" val="norm">
            <dgm:constrLst>
              <dgm:constr type="l" for="ch" forName="LShape" refType="w" fact="0"/>
              <dgm:constr type="t" for="ch" forName="LShape" refType="h" fact="0.2347"/>
              <dgm:constr type="w" for="ch" forName="LShape" refType="w" fact="0.998"/>
              <dgm:constr type="h" for="ch" forName="LShape" refType="h" fact="0.5164"/>
              <dgm:constr type="r" for="ch" forName="ParentText" refType="w"/>
              <dgm:constr type="t" for="ch" forName="ParentText" refType="h" fact="0.32"/>
              <dgm:constr type="w" for="ch" forName="ParentText" refType="w" fact="0.901"/>
              <dgm:constr type="h" for="ch" forName="ParentText" refType="h" fact="0.68"/>
              <dgm:constr type="l" for="ch" forName="Triangle" refType="w" fact="0.83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if>
          <dgm:else name="Name5">
            <dgm:constrLst>
              <dgm:constr type="l" for="ch" forName="LShape" refType="w" fact="0.002"/>
              <dgm:constr type="t" for="ch" forName="LShape" refType="h" fact="0.2347"/>
              <dgm:constr type="w" for="ch" forName="LShape" refType="w"/>
              <dgm:constr type="h" for="ch" forName="LShape" refType="h" fact="0.5164"/>
              <dgm:constr type="l" for="ch" forName="ParentText" refType="w" fact="0"/>
              <dgm:constr type="t" for="ch" forName="ParentText" refType="h" fact="0.32"/>
              <dgm:constr type="w" for="ch" forName="ParentText" refType="w" fact="0.902"/>
              <dgm:constr type="h" for="ch" forName="ParentText" refType="h" fact="0.68"/>
              <dgm:constr type="l" for="ch" forName="Triangle" refType="w" fact="0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else>
        </dgm:choose>
        <dgm:layoutNode name="LShape" styleLbl="alignNode1">
          <dgm:alg type="sp"/>
          <dgm:choose name="Name6">
            <dgm:if name="Name7" func="var" arg="dir" op="equ" val="norm">
              <dgm:shape xmlns:r="http://schemas.openxmlformats.org/officeDocument/2006/relationships" rot="90" type="corner" r:blip="">
                <dgm:adjLst>
                  <dgm:adj idx="1" val="0.1612"/>
                  <dgm:adj idx="2" val="0.1611"/>
                </dgm:adjLst>
              </dgm:shape>
            </dgm:if>
            <dgm:else name="Name8">
              <dgm:shape xmlns:r="http://schemas.openxmlformats.org/officeDocument/2006/relationships" rot="180" type="corner" r:blip="">
                <dgm:adjLst>
                  <dgm:adj idx="1" val="0.1612"/>
                  <dgm:adj idx="2" val="0.1611"/>
                </dgm:adjLst>
              </dgm:shape>
            </dgm:else>
          </dgm:choose>
          <dgm:presOf/>
        </dgm:layoutNode>
        <dgm:layoutNode name="ParentText" styleLbl="revTx">
          <dgm:varLst>
            <dgm:chMax val="0"/>
            <dgm:chPref val="0"/>
            <dgm:bulletEnabled val="1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9">
          <dgm:if name="Name10" axis="followSib" ptType="node" func="cnt" op="gte" val="1">
            <dgm:layoutNode name="Triangle" styleLbl="alignNode1">
              <dgm:alg type="sp"/>
              <dgm:choose name="Name11">
                <dgm:if name="Name12" func="var" arg="dir" op="equ" val="norm">
                  <dgm:shape xmlns:r="http://schemas.openxmlformats.org/officeDocument/2006/relationships" type="triangle" r:blip="">
                    <dgm:adjLst>
                      <dgm:adj idx="1" val="1"/>
                    </dgm:adjLst>
                  </dgm:shape>
                </dgm:if>
                <dgm:else name="Name13">
                  <dgm:shape xmlns:r="http://schemas.openxmlformats.org/officeDocument/2006/relationships" rot="90" type="triangle" r:blip="">
                    <dgm:adjLst>
                      <dgm:adj idx="1" val="1"/>
                    </dgm:adjLst>
                  </dgm:shape>
                </dgm:else>
              </dgm:choose>
              <dgm:presOf/>
            </dgm:layoutNode>
          </dgm:if>
          <dgm:else name="Name14"/>
        </dgm:choose>
      </dgm:layoutNode>
      <dgm:forEach name="sibTransForEach" axis="followSib" ptType="sibTrans" cnt="1">
        <dgm:layoutNode name="sibTrans">
          <dgm:alg type="composite">
            <dgm:param type="ar" val="0.861"/>
          </dgm:alg>
          <dgm:constrLst>
            <dgm:constr type="w" for="ch" forName="space" refType="w"/>
            <dgm:constr type="h" for="ch" forName="space" refType="w"/>
          </dgm:constrLst>
          <dgm:layoutNode name="space" styleLbl="alignNode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640" y="3023616"/>
            <a:ext cx="1485392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1" i="0">
                <a:solidFill>
                  <a:srgbClr val="05264B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50" b="0" i="0">
                <a:solidFill>
                  <a:srgbClr val="161618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1" i="0">
                <a:solidFill>
                  <a:srgbClr val="05264B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950" b="0" i="0">
                <a:solidFill>
                  <a:srgbClr val="161618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  <p:sp>
        <p:nvSpPr>
          <p:cNvPr id="7" name="object 17">
            <a:extLst>
              <a:ext uri="{FF2B5EF4-FFF2-40B4-BE49-F238E27FC236}">
                <a16:creationId xmlns:a16="http://schemas.microsoft.com/office/drawing/2014/main" id="{B2E0F84A-633C-86FC-10CA-F15D91FE765E}"/>
              </a:ext>
            </a:extLst>
          </p:cNvPr>
          <p:cNvSpPr txBox="1"/>
          <p:nvPr userDrawn="1"/>
        </p:nvSpPr>
        <p:spPr>
          <a:xfrm>
            <a:off x="143795" y="9185464"/>
            <a:ext cx="17221200" cy="37574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10"/>
              </a:spcBef>
            </a:pPr>
            <a:r>
              <a:rPr lang="en-US" sz="235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Times New Roman"/>
              </a:rPr>
              <a:t>Copyright 2026 Transworld Medical Management, LLC. All rights reserved.</a:t>
            </a:r>
            <a:endParaRPr sz="1350" dirty="0">
              <a:solidFill>
                <a:schemeClr val="tx1">
                  <a:lumMod val="50000"/>
                  <a:lumOff val="50000"/>
                </a:schemeClr>
              </a:solidFill>
              <a:latin typeface="+mn-lt"/>
              <a:cs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1" i="0">
                <a:solidFill>
                  <a:srgbClr val="05264B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93479" y="2259871"/>
            <a:ext cx="7489825" cy="51320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005002" y="2259871"/>
            <a:ext cx="7489825" cy="51320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1" i="0">
                <a:solidFill>
                  <a:srgbClr val="05264B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  <p:sp>
        <p:nvSpPr>
          <p:cNvPr id="5" name="object 17">
            <a:extLst>
              <a:ext uri="{FF2B5EF4-FFF2-40B4-BE49-F238E27FC236}">
                <a16:creationId xmlns:a16="http://schemas.microsoft.com/office/drawing/2014/main" id="{1818A32D-E3AF-4F0C-F7DE-5A912717BEB5}"/>
              </a:ext>
            </a:extLst>
          </p:cNvPr>
          <p:cNvSpPr txBox="1"/>
          <p:nvPr userDrawn="1"/>
        </p:nvSpPr>
        <p:spPr>
          <a:xfrm>
            <a:off x="143795" y="9185464"/>
            <a:ext cx="17221200" cy="37574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10"/>
              </a:spcBef>
            </a:pPr>
            <a:r>
              <a:rPr lang="en-US" sz="235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Times New Roman"/>
              </a:rPr>
              <a:t>Copyright 2026 Transworld Medical Management, LLC. All rights reserved.</a:t>
            </a:r>
            <a:endParaRPr sz="1350" dirty="0">
              <a:solidFill>
                <a:schemeClr val="tx1">
                  <a:lumMod val="50000"/>
                  <a:lumOff val="50000"/>
                </a:schemeClr>
              </a:solidFill>
              <a:latin typeface="+mn-lt"/>
              <a:cs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64094" y="319484"/>
            <a:ext cx="14806930" cy="1930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1" i="0">
                <a:solidFill>
                  <a:srgbClr val="05264B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68845" y="4474864"/>
            <a:ext cx="7161530" cy="3898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50" b="0" i="0">
                <a:solidFill>
                  <a:srgbClr val="161618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941568" y="9070848"/>
            <a:ext cx="559206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  <p:sp>
        <p:nvSpPr>
          <p:cNvPr id="7" name="object 17">
            <a:extLst>
              <a:ext uri="{FF2B5EF4-FFF2-40B4-BE49-F238E27FC236}">
                <a16:creationId xmlns:a16="http://schemas.microsoft.com/office/drawing/2014/main" id="{3D66F83C-DB81-0984-9DB2-52B94A7E649D}"/>
              </a:ext>
            </a:extLst>
          </p:cNvPr>
          <p:cNvSpPr txBox="1"/>
          <p:nvPr userDrawn="1"/>
        </p:nvSpPr>
        <p:spPr>
          <a:xfrm>
            <a:off x="143795" y="9185464"/>
            <a:ext cx="17221200" cy="37574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10"/>
              </a:spcBef>
            </a:pPr>
            <a:r>
              <a:rPr lang="en-US" sz="235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Times New Roman"/>
              </a:rPr>
              <a:t>Copyright 2026 Transworld Medical Management, LLC. All rights reserved.</a:t>
            </a:r>
            <a:endParaRPr sz="1350" dirty="0">
              <a:solidFill>
                <a:schemeClr val="tx1">
                  <a:lumMod val="50000"/>
                  <a:lumOff val="50000"/>
                </a:schemeClr>
              </a:solidFill>
              <a:latin typeface="+mn-lt"/>
              <a:cs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7" Type="http://schemas.openxmlformats.org/officeDocument/2006/relationships/image" Target="../media/image24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7" Type="http://schemas.openxmlformats.org/officeDocument/2006/relationships/image" Target="../media/image30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svg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svg"/><Relationship Id="rId7" Type="http://schemas.openxmlformats.org/officeDocument/2006/relationships/image" Target="../media/image36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5.png"/><Relationship Id="rId5" Type="http://schemas.openxmlformats.org/officeDocument/2006/relationships/image" Target="../media/image34.svg"/><Relationship Id="rId4" Type="http://schemas.openxmlformats.org/officeDocument/2006/relationships/image" Target="../media/image3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svg"/><Relationship Id="rId4" Type="http://schemas.openxmlformats.org/officeDocument/2006/relationships/image" Target="../media/image4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mailto:support@microsft-updates.com" TargetMode="External"/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svg"/><Relationship Id="rId13" Type="http://schemas.openxmlformats.org/officeDocument/2006/relationships/image" Target="../media/image55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12" Type="http://schemas.openxmlformats.org/officeDocument/2006/relationships/image" Target="../media/image54.svg"/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svg"/><Relationship Id="rId11" Type="http://schemas.openxmlformats.org/officeDocument/2006/relationships/image" Target="../media/image53.png"/><Relationship Id="rId5" Type="http://schemas.openxmlformats.org/officeDocument/2006/relationships/image" Target="../media/image47.png"/><Relationship Id="rId10" Type="http://schemas.openxmlformats.org/officeDocument/2006/relationships/image" Target="../media/image52.svg"/><Relationship Id="rId4" Type="http://schemas.openxmlformats.org/officeDocument/2006/relationships/image" Target="../media/image46.svg"/><Relationship Id="rId9" Type="http://schemas.openxmlformats.org/officeDocument/2006/relationships/image" Target="../media/image51.png"/><Relationship Id="rId14" Type="http://schemas.openxmlformats.org/officeDocument/2006/relationships/image" Target="../media/image56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5" Type="http://schemas.microsoft.com/office/2007/relationships/hdphoto" Target="../media/hdphoto2.wdp"/><Relationship Id="rId4" Type="http://schemas.openxmlformats.org/officeDocument/2006/relationships/image" Target="../media/image58.png"/><Relationship Id="rId9" Type="http://schemas.microsoft.com/office/2007/relationships/hdphoto" Target="../media/hdphoto4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hyperlink" Target="mailto:sahmed@apcare.net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svg"/><Relationship Id="rId5" Type="http://schemas.openxmlformats.org/officeDocument/2006/relationships/image" Target="../media/image63.png"/><Relationship Id="rId4" Type="http://schemas.openxmlformats.org/officeDocument/2006/relationships/image" Target="../media/image62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sv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1848719-58E7-732D-F80E-011FE34BE26A}"/>
              </a:ext>
            </a:extLst>
          </p:cNvPr>
          <p:cNvSpPr/>
          <p:nvPr/>
        </p:nvSpPr>
        <p:spPr>
          <a:xfrm>
            <a:off x="8899819" y="5570351"/>
            <a:ext cx="7713425" cy="312008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2BEC78A-9E7A-0E2E-55A0-6BCDD0AB8FA8}"/>
              </a:ext>
            </a:extLst>
          </p:cNvPr>
          <p:cNvSpPr/>
          <p:nvPr/>
        </p:nvSpPr>
        <p:spPr>
          <a:xfrm>
            <a:off x="643175" y="5570351"/>
            <a:ext cx="7713425" cy="312008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7ADCD2F-5E5F-D5E1-9764-182F763735B6}"/>
              </a:ext>
            </a:extLst>
          </p:cNvPr>
          <p:cNvSpPr/>
          <p:nvPr/>
        </p:nvSpPr>
        <p:spPr>
          <a:xfrm>
            <a:off x="621404" y="307157"/>
            <a:ext cx="15991840" cy="486857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xfrm>
            <a:off x="1126458" y="632254"/>
            <a:ext cx="15255875" cy="10598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515" dirty="0">
                <a:solidFill>
                  <a:srgbClr val="032346"/>
                </a:solidFill>
              </a:rPr>
              <a:t>202</a:t>
            </a:r>
            <a:r>
              <a:rPr lang="en-US" sz="6250" spc="515" dirty="0">
                <a:solidFill>
                  <a:srgbClr val="032346"/>
                </a:solidFill>
              </a:rPr>
              <a:t>6</a:t>
            </a:r>
            <a:r>
              <a:rPr sz="6250" spc="-70" dirty="0">
                <a:solidFill>
                  <a:srgbClr val="032346"/>
                </a:solidFill>
              </a:rPr>
              <a:t> </a:t>
            </a:r>
            <a:r>
              <a:rPr sz="6250" dirty="0">
                <a:solidFill>
                  <a:srgbClr val="032346"/>
                </a:solidFill>
              </a:rPr>
              <a:t>Annual</a:t>
            </a:r>
            <a:r>
              <a:rPr sz="6250" spc="-60" dirty="0">
                <a:solidFill>
                  <a:srgbClr val="032346"/>
                </a:solidFill>
              </a:rPr>
              <a:t> </a:t>
            </a:r>
            <a:r>
              <a:rPr sz="6250" dirty="0">
                <a:solidFill>
                  <a:srgbClr val="032346"/>
                </a:solidFill>
              </a:rPr>
              <a:t>HIPAA</a:t>
            </a:r>
            <a:r>
              <a:rPr sz="6250" spc="-95" dirty="0">
                <a:solidFill>
                  <a:srgbClr val="032346"/>
                </a:solidFill>
              </a:rPr>
              <a:t> </a:t>
            </a:r>
            <a:r>
              <a:rPr sz="6750" spc="-1070" dirty="0">
                <a:solidFill>
                  <a:srgbClr val="032346"/>
                </a:solidFill>
                <a:latin typeface="Times New Roman"/>
                <a:cs typeface="Times New Roman"/>
              </a:rPr>
              <a:t>&amp;</a:t>
            </a:r>
            <a:r>
              <a:rPr sz="6750" spc="-490" dirty="0">
                <a:solidFill>
                  <a:srgbClr val="032346"/>
                </a:solidFill>
                <a:latin typeface="Times New Roman"/>
                <a:cs typeface="Times New Roman"/>
              </a:rPr>
              <a:t> </a:t>
            </a:r>
            <a:r>
              <a:rPr sz="6250" spc="114" dirty="0">
                <a:solidFill>
                  <a:srgbClr val="032346"/>
                </a:solidFill>
              </a:rPr>
              <a:t>Security</a:t>
            </a:r>
            <a:r>
              <a:rPr sz="6250" spc="5" dirty="0">
                <a:solidFill>
                  <a:srgbClr val="032346"/>
                </a:solidFill>
              </a:rPr>
              <a:t> </a:t>
            </a:r>
            <a:r>
              <a:rPr sz="6250" spc="-10" dirty="0">
                <a:solidFill>
                  <a:srgbClr val="032346"/>
                </a:solidFill>
              </a:rPr>
              <a:t>Training</a:t>
            </a:r>
            <a:endParaRPr sz="6250" dirty="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175000" y="1401084"/>
            <a:ext cx="11125200" cy="1694053"/>
          </a:xfrm>
          <a:prstGeom prst="rect">
            <a:avLst/>
          </a:prstGeom>
        </p:spPr>
        <p:txBody>
          <a:bodyPr vert="horz" wrap="square" lIns="0" tIns="242570" rIns="0" bIns="0" rtlCol="0">
            <a:spAutoFit/>
          </a:bodyPr>
          <a:lstStyle/>
          <a:p>
            <a:pPr marR="11430" algn="ctr">
              <a:lnSpc>
                <a:spcPct val="100000"/>
              </a:lnSpc>
              <a:spcBef>
                <a:spcPts val="1910"/>
              </a:spcBef>
            </a:pPr>
            <a:r>
              <a:rPr sz="5400" b="1" dirty="0">
                <a:solidFill>
                  <a:srgbClr val="032346"/>
                </a:solidFill>
                <a:latin typeface="Arial"/>
                <a:cs typeface="Arial"/>
              </a:rPr>
              <a:t>The</a:t>
            </a:r>
            <a:r>
              <a:rPr sz="5400" b="1" spc="-229" dirty="0">
                <a:solidFill>
                  <a:srgbClr val="032346"/>
                </a:solidFill>
                <a:latin typeface="Arial"/>
                <a:cs typeface="Arial"/>
              </a:rPr>
              <a:t> </a:t>
            </a:r>
            <a:r>
              <a:rPr sz="5400" b="1" spc="-155" dirty="0">
                <a:solidFill>
                  <a:srgbClr val="032346"/>
                </a:solidFill>
                <a:latin typeface="Arial"/>
                <a:cs typeface="Arial"/>
              </a:rPr>
              <a:t>Shield</a:t>
            </a:r>
            <a:r>
              <a:rPr sz="5400" b="1" spc="-100" dirty="0">
                <a:solidFill>
                  <a:srgbClr val="032346"/>
                </a:solidFill>
                <a:latin typeface="Arial"/>
                <a:cs typeface="Arial"/>
              </a:rPr>
              <a:t> </a:t>
            </a:r>
            <a:r>
              <a:rPr sz="5400" b="1" dirty="0">
                <a:solidFill>
                  <a:srgbClr val="032346"/>
                </a:solidFill>
                <a:latin typeface="Arial"/>
                <a:cs typeface="Arial"/>
              </a:rPr>
              <a:t>of</a:t>
            </a:r>
            <a:r>
              <a:rPr sz="5400" b="1" spc="-310" dirty="0">
                <a:solidFill>
                  <a:srgbClr val="032346"/>
                </a:solidFill>
                <a:latin typeface="Arial"/>
                <a:cs typeface="Arial"/>
              </a:rPr>
              <a:t> </a:t>
            </a:r>
            <a:r>
              <a:rPr sz="5400" b="1" spc="-45" dirty="0">
                <a:solidFill>
                  <a:srgbClr val="032346"/>
                </a:solidFill>
                <a:latin typeface="Arial"/>
                <a:cs typeface="Arial"/>
              </a:rPr>
              <a:t>Patient</a:t>
            </a:r>
            <a:r>
              <a:rPr sz="5400" b="1" spc="-80" dirty="0">
                <a:solidFill>
                  <a:srgbClr val="032346"/>
                </a:solidFill>
                <a:latin typeface="Arial"/>
                <a:cs typeface="Arial"/>
              </a:rPr>
              <a:t> </a:t>
            </a:r>
            <a:r>
              <a:rPr sz="5400" b="1" spc="-10" dirty="0">
                <a:solidFill>
                  <a:srgbClr val="032346"/>
                </a:solidFill>
                <a:latin typeface="Arial"/>
                <a:cs typeface="Arial"/>
              </a:rPr>
              <a:t>Trust</a:t>
            </a:r>
            <a:endParaRPr sz="540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100"/>
              </a:spcBef>
            </a:pPr>
            <a:r>
              <a:rPr sz="3100" b="1" spc="65" dirty="0">
                <a:solidFill>
                  <a:srgbClr val="0C0C0C"/>
                </a:solidFill>
                <a:latin typeface="Arial"/>
                <a:cs typeface="Arial"/>
              </a:rPr>
              <a:t>Mandatory</a:t>
            </a:r>
            <a:r>
              <a:rPr sz="3100" b="1" spc="204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3100" b="1" dirty="0">
                <a:solidFill>
                  <a:srgbClr val="0C0C0C"/>
                </a:solidFill>
                <a:latin typeface="Arial"/>
                <a:cs typeface="Arial"/>
              </a:rPr>
              <a:t>Operational</a:t>
            </a:r>
            <a:r>
              <a:rPr sz="3100" b="1" spc="8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3100" b="1" dirty="0">
                <a:solidFill>
                  <a:srgbClr val="0C0C0C"/>
                </a:solidFill>
                <a:latin typeface="Arial"/>
                <a:cs typeface="Arial"/>
              </a:rPr>
              <a:t>Guide</a:t>
            </a:r>
            <a:r>
              <a:rPr sz="3100" b="1" spc="12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3100" b="1" spc="60" dirty="0">
                <a:solidFill>
                  <a:srgbClr val="0C0C0C"/>
                </a:solidFill>
                <a:latin typeface="Arial"/>
                <a:cs typeface="Arial"/>
              </a:rPr>
              <a:t>for</a:t>
            </a:r>
            <a:r>
              <a:rPr sz="3100" b="1" spc="12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3100" b="1" dirty="0">
                <a:solidFill>
                  <a:srgbClr val="0C0C0C"/>
                </a:solidFill>
                <a:latin typeface="Arial"/>
                <a:cs typeface="Arial"/>
              </a:rPr>
              <a:t>Clinical</a:t>
            </a:r>
            <a:r>
              <a:rPr sz="3100" b="1" spc="7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3000" b="1" dirty="0">
                <a:solidFill>
                  <a:srgbClr val="0C0C0C"/>
                </a:solidFill>
                <a:latin typeface="Arial"/>
                <a:cs typeface="Arial"/>
              </a:rPr>
              <a:t>&amp;</a:t>
            </a:r>
            <a:r>
              <a:rPr sz="3000" b="1" spc="9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3100" b="1" dirty="0">
                <a:solidFill>
                  <a:srgbClr val="0C0C0C"/>
                </a:solidFill>
                <a:latin typeface="Arial"/>
                <a:cs typeface="Arial"/>
              </a:rPr>
              <a:t>Support</a:t>
            </a:r>
            <a:r>
              <a:rPr sz="3100" b="1" spc="29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3100" b="1" spc="-10" dirty="0">
                <a:solidFill>
                  <a:srgbClr val="0C0C0C"/>
                </a:solidFill>
                <a:latin typeface="Arial"/>
                <a:cs typeface="Arial"/>
              </a:rPr>
              <a:t>Staff</a:t>
            </a:r>
            <a:endParaRPr sz="3100" b="1" dirty="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68297" y="5605102"/>
            <a:ext cx="7103745" cy="2701290"/>
          </a:xfrm>
          <a:prstGeom prst="rect">
            <a:avLst/>
          </a:prstGeom>
        </p:spPr>
        <p:txBody>
          <a:bodyPr vert="horz" wrap="square" lIns="0" tIns="276225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2175"/>
              </a:spcBef>
            </a:pPr>
            <a:r>
              <a:rPr sz="3650" b="1" spc="75" dirty="0">
                <a:solidFill>
                  <a:srgbClr val="032346"/>
                </a:solidFill>
                <a:latin typeface="Arial"/>
                <a:cs typeface="Arial"/>
              </a:rPr>
              <a:t>Core</a:t>
            </a:r>
            <a:r>
              <a:rPr sz="3650" b="1" spc="-135" dirty="0">
                <a:solidFill>
                  <a:srgbClr val="032346"/>
                </a:solidFill>
                <a:latin typeface="Arial"/>
                <a:cs typeface="Arial"/>
              </a:rPr>
              <a:t> </a:t>
            </a:r>
            <a:r>
              <a:rPr sz="3650" b="1" spc="135" dirty="0">
                <a:solidFill>
                  <a:srgbClr val="032346"/>
                </a:solidFill>
                <a:latin typeface="Arial"/>
                <a:cs typeface="Arial"/>
              </a:rPr>
              <a:t>Message</a:t>
            </a:r>
            <a:endParaRPr sz="3650" dirty="0">
              <a:latin typeface="Arial"/>
              <a:cs typeface="Arial"/>
            </a:endParaRPr>
          </a:p>
          <a:p>
            <a:pPr marL="12700" marR="5080" indent="6350">
              <a:lnSpc>
                <a:spcPts val="3220"/>
              </a:lnSpc>
              <a:spcBef>
                <a:spcPts val="1820"/>
              </a:spcBef>
            </a:pPr>
            <a:r>
              <a:rPr sz="2400" dirty="0">
                <a:solidFill>
                  <a:srgbClr val="1F1F1F"/>
                </a:solidFill>
                <a:latin typeface="+mn-lt"/>
                <a:cs typeface="Times New Roman"/>
              </a:rPr>
              <a:t>Privacy</a:t>
            </a:r>
            <a:r>
              <a:rPr sz="2400" spc="30" dirty="0">
                <a:solidFill>
                  <a:srgbClr val="1F1F1F"/>
                </a:solidFill>
                <a:latin typeface="+mn-lt"/>
                <a:cs typeface="Times New Roman"/>
              </a:rPr>
              <a:t> </a:t>
            </a:r>
            <a:r>
              <a:rPr sz="2400" dirty="0">
                <a:solidFill>
                  <a:srgbClr val="1F1F1F"/>
                </a:solidFill>
                <a:latin typeface="+mn-lt"/>
                <a:cs typeface="Times New Roman"/>
              </a:rPr>
              <a:t>is</a:t>
            </a:r>
            <a:r>
              <a:rPr sz="2400" spc="-60" dirty="0">
                <a:solidFill>
                  <a:srgbClr val="1F1F1F"/>
                </a:solidFill>
                <a:latin typeface="+mn-lt"/>
                <a:cs typeface="Times New Roman"/>
              </a:rPr>
              <a:t> </a:t>
            </a:r>
            <a:r>
              <a:rPr sz="2400" spc="114" dirty="0">
                <a:solidFill>
                  <a:srgbClr val="1F1F1F"/>
                </a:solidFill>
                <a:latin typeface="+mn-lt"/>
                <a:cs typeface="Times New Roman"/>
              </a:rPr>
              <a:t>not</a:t>
            </a:r>
            <a:r>
              <a:rPr sz="2400" spc="-65" dirty="0">
                <a:solidFill>
                  <a:srgbClr val="1F1F1F"/>
                </a:solidFill>
                <a:latin typeface="+mn-lt"/>
                <a:cs typeface="Times New Roman"/>
              </a:rPr>
              <a:t> </a:t>
            </a:r>
            <a:r>
              <a:rPr sz="2400" spc="55" dirty="0">
                <a:solidFill>
                  <a:srgbClr val="1F1F1F"/>
                </a:solidFill>
                <a:latin typeface="+mn-lt"/>
                <a:cs typeface="Times New Roman"/>
              </a:rPr>
              <a:t>just</a:t>
            </a:r>
            <a:r>
              <a:rPr sz="2400" spc="-65" dirty="0">
                <a:solidFill>
                  <a:srgbClr val="1F1F1F"/>
                </a:solidFill>
                <a:latin typeface="+mn-lt"/>
                <a:cs typeface="Times New Roman"/>
              </a:rPr>
              <a:t> </a:t>
            </a:r>
            <a:r>
              <a:rPr sz="2400" spc="70" dirty="0">
                <a:solidFill>
                  <a:srgbClr val="1F1F1F"/>
                </a:solidFill>
                <a:latin typeface="+mn-lt"/>
                <a:cs typeface="Times New Roman"/>
              </a:rPr>
              <a:t>a</a:t>
            </a:r>
            <a:r>
              <a:rPr sz="2400" spc="-70" dirty="0">
                <a:solidFill>
                  <a:srgbClr val="1F1F1F"/>
                </a:solidFill>
                <a:latin typeface="+mn-lt"/>
                <a:cs typeface="Times New Roman"/>
              </a:rPr>
              <a:t> </a:t>
            </a:r>
            <a:r>
              <a:rPr sz="2400" dirty="0">
                <a:solidFill>
                  <a:srgbClr val="1F1F1F"/>
                </a:solidFill>
                <a:latin typeface="+mn-lt"/>
                <a:cs typeface="Times New Roman"/>
              </a:rPr>
              <a:t>legal</a:t>
            </a:r>
            <a:r>
              <a:rPr sz="2400" spc="65" dirty="0">
                <a:solidFill>
                  <a:srgbClr val="1F1F1F"/>
                </a:solidFill>
                <a:latin typeface="+mn-lt"/>
                <a:cs typeface="Times New Roman"/>
              </a:rPr>
              <a:t> </a:t>
            </a:r>
            <a:r>
              <a:rPr sz="2400" spc="50" dirty="0">
                <a:solidFill>
                  <a:srgbClr val="1F1F1F"/>
                </a:solidFill>
                <a:latin typeface="+mn-lt"/>
                <a:cs typeface="Times New Roman"/>
              </a:rPr>
              <a:t>requirement;</a:t>
            </a:r>
            <a:r>
              <a:rPr sz="2400" spc="185" dirty="0">
                <a:solidFill>
                  <a:srgbClr val="1F1F1F"/>
                </a:solidFill>
                <a:latin typeface="+mn-lt"/>
                <a:cs typeface="Times New Roman"/>
              </a:rPr>
              <a:t> </a:t>
            </a:r>
            <a:r>
              <a:rPr sz="2400" dirty="0">
                <a:solidFill>
                  <a:srgbClr val="1F1F1F"/>
                </a:solidFill>
                <a:latin typeface="+mn-lt"/>
                <a:cs typeface="Times New Roman"/>
              </a:rPr>
              <a:t>it</a:t>
            </a:r>
            <a:r>
              <a:rPr sz="2400" spc="10" dirty="0">
                <a:solidFill>
                  <a:srgbClr val="1F1F1F"/>
                </a:solidFill>
                <a:latin typeface="+mn-lt"/>
                <a:cs typeface="Times New Roman"/>
              </a:rPr>
              <a:t> </a:t>
            </a:r>
            <a:r>
              <a:rPr sz="2400" dirty="0">
                <a:solidFill>
                  <a:srgbClr val="0C0C0C"/>
                </a:solidFill>
                <a:latin typeface="+mn-lt"/>
                <a:cs typeface="Times New Roman"/>
              </a:rPr>
              <a:t>is</a:t>
            </a:r>
            <a:r>
              <a:rPr sz="2400" spc="-145" dirty="0">
                <a:solidFill>
                  <a:srgbClr val="0C0C0C"/>
                </a:solidFill>
                <a:latin typeface="+mn-lt"/>
                <a:cs typeface="Times New Roman"/>
              </a:rPr>
              <a:t> </a:t>
            </a:r>
            <a:r>
              <a:rPr sz="2400" dirty="0">
                <a:solidFill>
                  <a:srgbClr val="1F1F1F"/>
                </a:solidFill>
                <a:latin typeface="+mn-lt"/>
                <a:cs typeface="Times New Roman"/>
              </a:rPr>
              <a:t>a clinical</a:t>
            </a:r>
            <a:r>
              <a:rPr sz="2400" spc="125" dirty="0">
                <a:solidFill>
                  <a:srgbClr val="1F1F1F"/>
                </a:solidFill>
                <a:latin typeface="+mn-lt"/>
                <a:cs typeface="Times New Roman"/>
              </a:rPr>
              <a:t> </a:t>
            </a:r>
            <a:r>
              <a:rPr sz="2400" spc="60" dirty="0">
                <a:solidFill>
                  <a:srgbClr val="1F1F1F"/>
                </a:solidFill>
                <a:latin typeface="+mn-lt"/>
                <a:cs typeface="Times New Roman"/>
              </a:rPr>
              <a:t>tool.</a:t>
            </a:r>
            <a:r>
              <a:rPr sz="2400" spc="-145" dirty="0">
                <a:solidFill>
                  <a:srgbClr val="1F1F1F"/>
                </a:solidFill>
                <a:latin typeface="+mn-lt"/>
                <a:cs typeface="Times New Roman"/>
              </a:rPr>
              <a:t> </a:t>
            </a:r>
            <a:r>
              <a:rPr sz="2400" spc="55" dirty="0">
                <a:solidFill>
                  <a:srgbClr val="0C0C0C"/>
                </a:solidFill>
                <a:latin typeface="+mn-lt"/>
                <a:cs typeface="Times New Roman"/>
              </a:rPr>
              <a:t>In</a:t>
            </a:r>
            <a:r>
              <a:rPr sz="2400" spc="-120" dirty="0">
                <a:solidFill>
                  <a:srgbClr val="0C0C0C"/>
                </a:solidFill>
                <a:latin typeface="+mn-lt"/>
                <a:cs typeface="Times New Roman"/>
              </a:rPr>
              <a:t> </a:t>
            </a:r>
            <a:r>
              <a:rPr sz="2400" spc="55" dirty="0">
                <a:solidFill>
                  <a:srgbClr val="1F1F1F"/>
                </a:solidFill>
                <a:latin typeface="+mn-lt"/>
                <a:cs typeface="Times New Roman"/>
              </a:rPr>
              <a:t>addiction</a:t>
            </a:r>
            <a:r>
              <a:rPr sz="2400" spc="145" dirty="0">
                <a:solidFill>
                  <a:srgbClr val="1F1F1F"/>
                </a:solidFill>
                <a:latin typeface="+mn-lt"/>
                <a:cs typeface="Times New Roman"/>
              </a:rPr>
              <a:t> </a:t>
            </a:r>
            <a:r>
              <a:rPr sz="2400" spc="90" dirty="0">
                <a:solidFill>
                  <a:srgbClr val="1F1F1F"/>
                </a:solidFill>
                <a:latin typeface="+mn-lt"/>
                <a:cs typeface="Times New Roman"/>
              </a:rPr>
              <a:t>and</a:t>
            </a:r>
            <a:r>
              <a:rPr sz="2400" spc="175" dirty="0">
                <a:solidFill>
                  <a:srgbClr val="1F1F1F"/>
                </a:solidFill>
                <a:latin typeface="+mn-lt"/>
                <a:cs typeface="Times New Roman"/>
              </a:rPr>
              <a:t> </a:t>
            </a:r>
            <a:r>
              <a:rPr sz="2400" dirty="0">
                <a:solidFill>
                  <a:srgbClr val="1F1F1F"/>
                </a:solidFill>
                <a:latin typeface="+mn-lt"/>
                <a:cs typeface="Times New Roman"/>
              </a:rPr>
              <a:t>psychiatric</a:t>
            </a:r>
            <a:r>
              <a:rPr sz="2400" spc="120" dirty="0">
                <a:solidFill>
                  <a:srgbClr val="1F1F1F"/>
                </a:solidFill>
                <a:latin typeface="+mn-lt"/>
                <a:cs typeface="Times New Roman"/>
              </a:rPr>
              <a:t> </a:t>
            </a:r>
            <a:r>
              <a:rPr sz="2400" spc="60" dirty="0">
                <a:solidFill>
                  <a:srgbClr val="1F1F1F"/>
                </a:solidFill>
                <a:latin typeface="+mn-lt"/>
                <a:cs typeface="Times New Roman"/>
              </a:rPr>
              <a:t>care, </a:t>
            </a:r>
            <a:r>
              <a:rPr sz="2400" spc="110" dirty="0">
                <a:solidFill>
                  <a:srgbClr val="0C0C0C"/>
                </a:solidFill>
                <a:latin typeface="+mn-lt"/>
                <a:cs typeface="Times New Roman"/>
              </a:rPr>
              <a:t>treatment</a:t>
            </a:r>
            <a:r>
              <a:rPr sz="2400" spc="35" dirty="0">
                <a:solidFill>
                  <a:srgbClr val="0C0C0C"/>
                </a:solidFill>
                <a:latin typeface="+mn-lt"/>
                <a:cs typeface="Times New Roman"/>
              </a:rPr>
              <a:t> </a:t>
            </a:r>
            <a:r>
              <a:rPr sz="2400" spc="105" dirty="0">
                <a:solidFill>
                  <a:srgbClr val="1F1F1F"/>
                </a:solidFill>
                <a:latin typeface="+mn-lt"/>
                <a:cs typeface="Times New Roman"/>
              </a:rPr>
              <a:t>cannot</a:t>
            </a:r>
            <a:r>
              <a:rPr sz="2400" spc="-45" dirty="0">
                <a:solidFill>
                  <a:srgbClr val="1F1F1F"/>
                </a:solidFill>
                <a:latin typeface="+mn-lt"/>
                <a:cs typeface="Times New Roman"/>
              </a:rPr>
              <a:t> </a:t>
            </a:r>
            <a:r>
              <a:rPr sz="2400" spc="85" dirty="0">
                <a:solidFill>
                  <a:srgbClr val="343434"/>
                </a:solidFill>
                <a:latin typeface="+mn-lt"/>
                <a:cs typeface="Times New Roman"/>
              </a:rPr>
              <a:t>s</a:t>
            </a:r>
            <a:r>
              <a:rPr sz="2400" spc="85" dirty="0">
                <a:solidFill>
                  <a:srgbClr val="0C0C0C"/>
                </a:solidFill>
                <a:latin typeface="+mn-lt"/>
                <a:cs typeface="Times New Roman"/>
              </a:rPr>
              <a:t>ucc</a:t>
            </a:r>
            <a:r>
              <a:rPr sz="2400" spc="85" dirty="0">
                <a:solidFill>
                  <a:srgbClr val="343434"/>
                </a:solidFill>
                <a:latin typeface="+mn-lt"/>
                <a:cs typeface="Times New Roman"/>
              </a:rPr>
              <a:t>eed</a:t>
            </a:r>
            <a:r>
              <a:rPr sz="2400" spc="35" dirty="0">
                <a:solidFill>
                  <a:srgbClr val="343434"/>
                </a:solidFill>
                <a:latin typeface="+mn-lt"/>
                <a:cs typeface="Times New Roman"/>
              </a:rPr>
              <a:t> </a:t>
            </a:r>
            <a:r>
              <a:rPr sz="2400" spc="80" dirty="0">
                <a:solidFill>
                  <a:srgbClr val="1F1F1F"/>
                </a:solidFill>
                <a:latin typeface="+mn-lt"/>
                <a:cs typeface="Times New Roman"/>
              </a:rPr>
              <a:t>without</a:t>
            </a:r>
            <a:r>
              <a:rPr sz="2400" spc="-35" dirty="0">
                <a:solidFill>
                  <a:srgbClr val="1F1F1F"/>
                </a:solidFill>
                <a:latin typeface="+mn-lt"/>
                <a:cs typeface="Times New Roman"/>
              </a:rPr>
              <a:t> </a:t>
            </a:r>
            <a:r>
              <a:rPr sz="2400" spc="135" dirty="0">
                <a:solidFill>
                  <a:srgbClr val="0C0C0C"/>
                </a:solidFill>
                <a:latin typeface="+mn-lt"/>
                <a:cs typeface="Times New Roman"/>
              </a:rPr>
              <a:t>th</a:t>
            </a:r>
            <a:r>
              <a:rPr sz="2400" spc="135" dirty="0">
                <a:solidFill>
                  <a:srgbClr val="343434"/>
                </a:solidFill>
                <a:latin typeface="+mn-lt"/>
                <a:cs typeface="Times New Roman"/>
              </a:rPr>
              <a:t>e</a:t>
            </a:r>
            <a:r>
              <a:rPr sz="2400" spc="10" dirty="0">
                <a:solidFill>
                  <a:srgbClr val="343434"/>
                </a:solidFill>
                <a:latin typeface="+mn-lt"/>
                <a:cs typeface="Times New Roman"/>
              </a:rPr>
              <a:t> </a:t>
            </a:r>
            <a:r>
              <a:rPr sz="2400" spc="50" dirty="0">
                <a:solidFill>
                  <a:srgbClr val="1F1F1F"/>
                </a:solidFill>
                <a:latin typeface="+mn-lt"/>
                <a:cs typeface="Times New Roman"/>
              </a:rPr>
              <a:t>absolute </a:t>
            </a:r>
            <a:r>
              <a:rPr sz="2400" spc="80" dirty="0">
                <a:solidFill>
                  <a:srgbClr val="1F1F1F"/>
                </a:solidFill>
                <a:latin typeface="+mn-lt"/>
                <a:cs typeface="Times New Roman"/>
              </a:rPr>
              <a:t>assurance</a:t>
            </a:r>
            <a:r>
              <a:rPr sz="2400" spc="35" dirty="0">
                <a:solidFill>
                  <a:srgbClr val="1F1F1F"/>
                </a:solidFill>
                <a:latin typeface="+mn-lt"/>
                <a:cs typeface="Times New Roman"/>
              </a:rPr>
              <a:t> </a:t>
            </a:r>
            <a:r>
              <a:rPr sz="2400" dirty="0">
                <a:solidFill>
                  <a:srgbClr val="1F1F1F"/>
                </a:solidFill>
                <a:latin typeface="+mn-lt"/>
                <a:cs typeface="Times New Roman"/>
              </a:rPr>
              <a:t>of</a:t>
            </a:r>
            <a:r>
              <a:rPr sz="2400" spc="5" dirty="0">
                <a:solidFill>
                  <a:srgbClr val="1F1F1F"/>
                </a:solidFill>
                <a:latin typeface="+mn-lt"/>
                <a:cs typeface="Times New Roman"/>
              </a:rPr>
              <a:t> </a:t>
            </a:r>
            <a:r>
              <a:rPr sz="2400" spc="-10" dirty="0">
                <a:solidFill>
                  <a:srgbClr val="1F1F1F"/>
                </a:solidFill>
                <a:latin typeface="+mn-lt"/>
                <a:cs typeface="Times New Roman"/>
              </a:rPr>
              <a:t>confidentiality.</a:t>
            </a:r>
            <a:endParaRPr sz="2400" dirty="0">
              <a:latin typeface="+mn-lt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263119" y="5570351"/>
            <a:ext cx="7350125" cy="3120085"/>
          </a:xfrm>
          <a:prstGeom prst="rect">
            <a:avLst/>
          </a:prstGeom>
        </p:spPr>
        <p:txBody>
          <a:bodyPr vert="horz" wrap="square" lIns="0" tIns="3111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50"/>
              </a:spcBef>
            </a:pPr>
            <a:r>
              <a:rPr sz="3650" b="1" spc="60" dirty="0">
                <a:solidFill>
                  <a:srgbClr val="032346"/>
                </a:solidFill>
                <a:latin typeface="Arial"/>
                <a:cs typeface="Arial"/>
              </a:rPr>
              <a:t>Key</a:t>
            </a:r>
            <a:r>
              <a:rPr sz="3650" b="1" spc="-204" dirty="0">
                <a:solidFill>
                  <a:srgbClr val="032346"/>
                </a:solidFill>
                <a:latin typeface="Arial"/>
                <a:cs typeface="Arial"/>
              </a:rPr>
              <a:t> </a:t>
            </a:r>
            <a:r>
              <a:rPr sz="3650" b="1" spc="65" dirty="0">
                <a:solidFill>
                  <a:srgbClr val="032346"/>
                </a:solidFill>
                <a:latin typeface="Arial"/>
                <a:cs typeface="Arial"/>
              </a:rPr>
              <a:t>Training</a:t>
            </a:r>
            <a:r>
              <a:rPr sz="3650" b="1" spc="-90" dirty="0">
                <a:solidFill>
                  <a:srgbClr val="032346"/>
                </a:solidFill>
                <a:latin typeface="Arial"/>
                <a:cs typeface="Arial"/>
              </a:rPr>
              <a:t> </a:t>
            </a:r>
            <a:r>
              <a:rPr sz="3650" b="1" spc="90" dirty="0">
                <a:solidFill>
                  <a:srgbClr val="032346"/>
                </a:solidFill>
                <a:latin typeface="Arial"/>
                <a:cs typeface="Arial"/>
              </a:rPr>
              <a:t>Scope</a:t>
            </a:r>
            <a:endParaRPr sz="3650" dirty="0">
              <a:latin typeface="Arial"/>
              <a:cs typeface="Arial"/>
            </a:endParaRPr>
          </a:p>
          <a:p>
            <a:pPr marL="417195" marR="991869" indent="-260350">
              <a:spcBef>
                <a:spcPts val="1945"/>
              </a:spcBef>
              <a:buChar char="•"/>
              <a:tabLst>
                <a:tab pos="417195" algn="l"/>
                <a:tab pos="421005" algn="l"/>
              </a:tabLst>
            </a:pPr>
            <a:r>
              <a:rPr sz="2400" dirty="0">
                <a:solidFill>
                  <a:srgbClr val="032346"/>
                </a:solidFill>
                <a:latin typeface="+mn-lt"/>
                <a:cs typeface="Times New Roman"/>
              </a:rPr>
              <a:t>	</a:t>
            </a:r>
            <a:r>
              <a:rPr sz="2400" b="1" spc="-110" dirty="0">
                <a:solidFill>
                  <a:srgbClr val="0C0C0C"/>
                </a:solidFill>
                <a:latin typeface="+mn-lt"/>
                <a:cs typeface="Times New Roman"/>
              </a:rPr>
              <a:t>Privacy</a:t>
            </a:r>
            <a:r>
              <a:rPr sz="2400" b="1" spc="30" dirty="0">
                <a:solidFill>
                  <a:srgbClr val="0C0C0C"/>
                </a:solidFill>
                <a:latin typeface="+mn-lt"/>
                <a:cs typeface="Times New Roman"/>
              </a:rPr>
              <a:t> </a:t>
            </a:r>
            <a:r>
              <a:rPr sz="2400" b="1" dirty="0">
                <a:solidFill>
                  <a:srgbClr val="0C0C0C"/>
                </a:solidFill>
                <a:latin typeface="+mn-lt"/>
                <a:cs typeface="Times New Roman"/>
              </a:rPr>
              <a:t>Rule</a:t>
            </a:r>
            <a:r>
              <a:rPr sz="2400" b="1" dirty="0">
                <a:solidFill>
                  <a:srgbClr val="343434"/>
                </a:solidFill>
                <a:latin typeface="+mn-lt"/>
                <a:cs typeface="Times New Roman"/>
              </a:rPr>
              <a:t>:</a:t>
            </a:r>
            <a:r>
              <a:rPr sz="2400" dirty="0">
                <a:solidFill>
                  <a:srgbClr val="1F1F1F"/>
                </a:solidFill>
                <a:latin typeface="+mn-lt"/>
                <a:cs typeface="Times New Roman"/>
              </a:rPr>
              <a:t>Authorization</a:t>
            </a:r>
            <a:r>
              <a:rPr sz="2400" spc="240" dirty="0">
                <a:solidFill>
                  <a:srgbClr val="1F1F1F"/>
                </a:solidFill>
                <a:latin typeface="+mn-lt"/>
                <a:cs typeface="Times New Roman"/>
              </a:rPr>
              <a:t> </a:t>
            </a:r>
            <a:r>
              <a:rPr sz="2400" spc="110" dirty="0">
                <a:solidFill>
                  <a:srgbClr val="1F1F1F"/>
                </a:solidFill>
                <a:latin typeface="+mn-lt"/>
                <a:cs typeface="Times New Roman"/>
              </a:rPr>
              <a:t>and</a:t>
            </a:r>
            <a:r>
              <a:rPr sz="2400" spc="80" dirty="0">
                <a:solidFill>
                  <a:srgbClr val="1F1F1F"/>
                </a:solidFill>
                <a:latin typeface="+mn-lt"/>
                <a:cs typeface="Times New Roman"/>
              </a:rPr>
              <a:t> </a:t>
            </a:r>
            <a:r>
              <a:rPr sz="2400" spc="75" dirty="0">
                <a:solidFill>
                  <a:srgbClr val="1F1F1F"/>
                </a:solidFill>
                <a:latin typeface="+mn-lt"/>
                <a:cs typeface="Times New Roman"/>
              </a:rPr>
              <a:t>Patient</a:t>
            </a:r>
            <a:r>
              <a:rPr sz="2400" spc="60" dirty="0">
                <a:solidFill>
                  <a:srgbClr val="1F1F1F"/>
                </a:solidFill>
                <a:latin typeface="+mn-lt"/>
                <a:cs typeface="Times New Roman"/>
              </a:rPr>
              <a:t> </a:t>
            </a:r>
            <a:r>
              <a:rPr sz="2400" spc="-10" dirty="0">
                <a:solidFill>
                  <a:srgbClr val="1F1F1F"/>
                </a:solidFill>
                <a:latin typeface="+mn-lt"/>
                <a:cs typeface="Times New Roman"/>
              </a:rPr>
              <a:t>Rights </a:t>
            </a:r>
            <a:r>
              <a:rPr sz="2400" spc="95" dirty="0">
                <a:solidFill>
                  <a:srgbClr val="343434"/>
                </a:solidFill>
                <a:latin typeface="+mn-lt"/>
                <a:cs typeface="Times New Roman"/>
              </a:rPr>
              <a:t>(2024/202</a:t>
            </a:r>
            <a:r>
              <a:rPr lang="en-US" sz="2400" spc="95" dirty="0">
                <a:solidFill>
                  <a:srgbClr val="343434"/>
                </a:solidFill>
                <a:latin typeface="+mn-lt"/>
                <a:cs typeface="Times New Roman"/>
              </a:rPr>
              <a:t>6</a:t>
            </a:r>
            <a:r>
              <a:rPr sz="2400" dirty="0">
                <a:solidFill>
                  <a:srgbClr val="343434"/>
                </a:solidFill>
                <a:latin typeface="+mn-lt"/>
                <a:cs typeface="Times New Roman"/>
              </a:rPr>
              <a:t> </a:t>
            </a:r>
            <a:r>
              <a:rPr sz="2400" spc="-10" dirty="0">
                <a:solidFill>
                  <a:srgbClr val="1F1F1F"/>
                </a:solidFill>
                <a:latin typeface="+mn-lt"/>
                <a:cs typeface="Times New Roman"/>
              </a:rPr>
              <a:t>Updates)</a:t>
            </a:r>
            <a:endParaRPr sz="2400" dirty="0">
              <a:latin typeface="+mn-lt"/>
              <a:cs typeface="Times New Roman"/>
            </a:endParaRPr>
          </a:p>
          <a:p>
            <a:pPr marL="412115" indent="-255270">
              <a:spcBef>
                <a:spcPts val="409"/>
              </a:spcBef>
              <a:buClr>
                <a:srgbClr val="032346"/>
              </a:buClr>
              <a:buFont typeface="Times New Roman"/>
              <a:buChar char="•"/>
              <a:tabLst>
                <a:tab pos="412115" algn="l"/>
              </a:tabLst>
            </a:pPr>
            <a:r>
              <a:rPr sz="2400" b="1" spc="-75" dirty="0">
                <a:solidFill>
                  <a:srgbClr val="0C0C0C"/>
                </a:solidFill>
                <a:latin typeface="+mn-lt"/>
                <a:cs typeface="Times New Roman"/>
              </a:rPr>
              <a:t>Security</a:t>
            </a:r>
            <a:r>
              <a:rPr sz="2400" b="1" spc="-20" dirty="0">
                <a:solidFill>
                  <a:srgbClr val="0C0C0C"/>
                </a:solidFill>
                <a:latin typeface="+mn-lt"/>
                <a:cs typeface="Times New Roman"/>
              </a:rPr>
              <a:t> </a:t>
            </a:r>
            <a:r>
              <a:rPr sz="2400" b="1" spc="-175" dirty="0">
                <a:solidFill>
                  <a:srgbClr val="0C0C0C"/>
                </a:solidFill>
                <a:latin typeface="+mn-lt"/>
                <a:cs typeface="Times New Roman"/>
              </a:rPr>
              <a:t>Rule:</a:t>
            </a:r>
            <a:r>
              <a:rPr sz="2400" b="1" spc="-235" dirty="0">
                <a:solidFill>
                  <a:srgbClr val="0C0C0C"/>
                </a:solidFill>
                <a:latin typeface="+mn-lt"/>
                <a:cs typeface="Times New Roman"/>
              </a:rPr>
              <a:t> </a:t>
            </a:r>
            <a:r>
              <a:rPr sz="2400" dirty="0">
                <a:solidFill>
                  <a:srgbClr val="1F1F1F"/>
                </a:solidFill>
                <a:latin typeface="+mn-lt"/>
                <a:cs typeface="Times New Roman"/>
              </a:rPr>
              <a:t>Technical</a:t>
            </a:r>
            <a:r>
              <a:rPr sz="2400" spc="-5" dirty="0">
                <a:solidFill>
                  <a:srgbClr val="1F1F1F"/>
                </a:solidFill>
                <a:latin typeface="+mn-lt"/>
                <a:cs typeface="Times New Roman"/>
              </a:rPr>
              <a:t> </a:t>
            </a:r>
            <a:r>
              <a:rPr sz="2400" spc="65" dirty="0">
                <a:solidFill>
                  <a:srgbClr val="343434"/>
                </a:solidFill>
                <a:latin typeface="+mn-lt"/>
                <a:cs typeface="Times New Roman"/>
              </a:rPr>
              <a:t>safeguards</a:t>
            </a:r>
            <a:r>
              <a:rPr sz="2400" spc="-50" dirty="0">
                <a:solidFill>
                  <a:srgbClr val="343434"/>
                </a:solidFill>
                <a:latin typeface="+mn-lt"/>
                <a:cs typeface="Times New Roman"/>
              </a:rPr>
              <a:t> </a:t>
            </a:r>
            <a:r>
              <a:rPr sz="2400" spc="110" dirty="0">
                <a:solidFill>
                  <a:srgbClr val="1F1F1F"/>
                </a:solidFill>
                <a:latin typeface="+mn-lt"/>
                <a:cs typeface="Times New Roman"/>
              </a:rPr>
              <a:t>and</a:t>
            </a:r>
            <a:r>
              <a:rPr sz="2400" spc="-65" dirty="0">
                <a:solidFill>
                  <a:srgbClr val="1F1F1F"/>
                </a:solidFill>
                <a:latin typeface="+mn-lt"/>
                <a:cs typeface="Times New Roman"/>
              </a:rPr>
              <a:t> </a:t>
            </a:r>
            <a:r>
              <a:rPr sz="2400" dirty="0">
                <a:solidFill>
                  <a:srgbClr val="1F1F1F"/>
                </a:solidFill>
                <a:latin typeface="+mn-lt"/>
                <a:cs typeface="Times New Roman"/>
              </a:rPr>
              <a:t>digital</a:t>
            </a:r>
            <a:r>
              <a:rPr sz="2400" spc="140" dirty="0">
                <a:solidFill>
                  <a:srgbClr val="1F1F1F"/>
                </a:solidFill>
                <a:latin typeface="+mn-lt"/>
                <a:cs typeface="Times New Roman"/>
              </a:rPr>
              <a:t> </a:t>
            </a:r>
            <a:r>
              <a:rPr sz="2400" spc="-10" dirty="0">
                <a:solidFill>
                  <a:srgbClr val="1F1F1F"/>
                </a:solidFill>
                <a:latin typeface="+mn-lt"/>
                <a:cs typeface="Times New Roman"/>
              </a:rPr>
              <a:t>hygiene</a:t>
            </a:r>
            <a:endParaRPr sz="2400" dirty="0">
              <a:latin typeface="+mn-lt"/>
              <a:cs typeface="Times New Roman"/>
            </a:endParaRPr>
          </a:p>
          <a:p>
            <a:pPr marL="417830" marR="539115" indent="-260985">
              <a:spcBef>
                <a:spcPts val="760"/>
              </a:spcBef>
              <a:buChar char="•"/>
              <a:tabLst>
                <a:tab pos="417830" algn="l"/>
                <a:tab pos="421640" algn="l"/>
              </a:tabLst>
            </a:pPr>
            <a:r>
              <a:rPr sz="2400" dirty="0">
                <a:solidFill>
                  <a:srgbClr val="032346"/>
                </a:solidFill>
                <a:latin typeface="+mn-lt"/>
                <a:cs typeface="Times New Roman"/>
              </a:rPr>
              <a:t>	</a:t>
            </a:r>
            <a:r>
              <a:rPr sz="2400" b="1" spc="-125" dirty="0">
                <a:solidFill>
                  <a:srgbClr val="0C0C0C"/>
                </a:solidFill>
                <a:latin typeface="+mn-lt"/>
                <a:cs typeface="Times New Roman"/>
              </a:rPr>
              <a:t>Florida</a:t>
            </a:r>
            <a:r>
              <a:rPr sz="2400" b="1" spc="-110" dirty="0">
                <a:solidFill>
                  <a:srgbClr val="0C0C0C"/>
                </a:solidFill>
                <a:latin typeface="+mn-lt"/>
                <a:cs typeface="Times New Roman"/>
              </a:rPr>
              <a:t> </a:t>
            </a:r>
            <a:r>
              <a:rPr sz="2400" b="1" spc="-55" dirty="0">
                <a:solidFill>
                  <a:srgbClr val="0C0C0C"/>
                </a:solidFill>
                <a:latin typeface="+mn-lt"/>
                <a:cs typeface="Times New Roman"/>
              </a:rPr>
              <a:t>Statutes:</a:t>
            </a:r>
            <a:r>
              <a:rPr sz="2400" b="1" spc="-10" dirty="0">
                <a:solidFill>
                  <a:srgbClr val="0C0C0C"/>
                </a:solidFill>
                <a:latin typeface="+mn-lt"/>
                <a:cs typeface="Times New Roman"/>
              </a:rPr>
              <a:t> </a:t>
            </a:r>
            <a:r>
              <a:rPr sz="2400" dirty="0">
                <a:solidFill>
                  <a:srgbClr val="1F1F1F"/>
                </a:solidFill>
                <a:latin typeface="+mn-lt"/>
                <a:cs typeface="Times New Roman"/>
              </a:rPr>
              <a:t>Specifics</a:t>
            </a:r>
            <a:r>
              <a:rPr sz="2400" spc="5" dirty="0">
                <a:solidFill>
                  <a:srgbClr val="1F1F1F"/>
                </a:solidFill>
                <a:latin typeface="+mn-lt"/>
                <a:cs typeface="Times New Roman"/>
              </a:rPr>
              <a:t> </a:t>
            </a:r>
            <a:r>
              <a:rPr sz="2400" dirty="0">
                <a:solidFill>
                  <a:srgbClr val="343434"/>
                </a:solidFill>
                <a:latin typeface="+mn-lt"/>
                <a:cs typeface="Times New Roman"/>
              </a:rPr>
              <a:t>on</a:t>
            </a:r>
            <a:r>
              <a:rPr sz="2400" spc="345" dirty="0">
                <a:solidFill>
                  <a:srgbClr val="343434"/>
                </a:solidFill>
                <a:latin typeface="+mn-lt"/>
                <a:cs typeface="Times New Roman"/>
              </a:rPr>
              <a:t> </a:t>
            </a:r>
            <a:r>
              <a:rPr sz="2400" spc="-165" dirty="0">
                <a:solidFill>
                  <a:srgbClr val="1F1F1F"/>
                </a:solidFill>
                <a:latin typeface="+mn-lt"/>
                <a:cs typeface="Times New Roman"/>
              </a:rPr>
              <a:t>FIPA</a:t>
            </a:r>
            <a:r>
              <a:rPr sz="2400" spc="15" dirty="0">
                <a:solidFill>
                  <a:srgbClr val="1F1F1F"/>
                </a:solidFill>
                <a:latin typeface="+mn-lt"/>
                <a:cs typeface="Times New Roman"/>
              </a:rPr>
              <a:t> </a:t>
            </a:r>
            <a:r>
              <a:rPr sz="2400" spc="110" dirty="0">
                <a:solidFill>
                  <a:srgbClr val="343434"/>
                </a:solidFill>
                <a:latin typeface="+mn-lt"/>
                <a:cs typeface="Times New Roman"/>
              </a:rPr>
              <a:t>and</a:t>
            </a:r>
            <a:r>
              <a:rPr sz="2400" spc="-85" dirty="0">
                <a:solidFill>
                  <a:srgbClr val="343434"/>
                </a:solidFill>
                <a:latin typeface="+mn-lt"/>
                <a:cs typeface="Times New Roman"/>
              </a:rPr>
              <a:t> </a:t>
            </a:r>
            <a:r>
              <a:rPr sz="2400" spc="90" dirty="0">
                <a:solidFill>
                  <a:srgbClr val="343434"/>
                </a:solidFill>
                <a:latin typeface="+mn-lt"/>
                <a:cs typeface="Times New Roman"/>
              </a:rPr>
              <a:t>state-</a:t>
            </a:r>
            <a:r>
              <a:rPr sz="2400" spc="90" dirty="0">
                <a:solidFill>
                  <a:srgbClr val="0C0C0C"/>
                </a:solidFill>
                <a:latin typeface="+mn-lt"/>
                <a:cs typeface="Times New Roman"/>
              </a:rPr>
              <a:t>l</a:t>
            </a:r>
            <a:r>
              <a:rPr sz="2400" spc="90" dirty="0">
                <a:solidFill>
                  <a:srgbClr val="343434"/>
                </a:solidFill>
                <a:latin typeface="+mn-lt"/>
                <a:cs typeface="Times New Roman"/>
              </a:rPr>
              <a:t>eve</a:t>
            </a:r>
            <a:r>
              <a:rPr sz="2400" spc="90" dirty="0">
                <a:solidFill>
                  <a:srgbClr val="0C0C0C"/>
                </a:solidFill>
                <a:latin typeface="+mn-lt"/>
                <a:cs typeface="Times New Roman"/>
              </a:rPr>
              <a:t>l </a:t>
            </a:r>
            <a:r>
              <a:rPr sz="2400" spc="100" dirty="0">
                <a:solidFill>
                  <a:srgbClr val="1F1F1F"/>
                </a:solidFill>
                <a:latin typeface="+mn-lt"/>
                <a:cs typeface="Times New Roman"/>
              </a:rPr>
              <a:t>breach</a:t>
            </a:r>
            <a:r>
              <a:rPr sz="2400" spc="30" dirty="0">
                <a:solidFill>
                  <a:srgbClr val="1F1F1F"/>
                </a:solidFill>
                <a:latin typeface="+mn-lt"/>
                <a:cs typeface="Times New Roman"/>
              </a:rPr>
              <a:t> </a:t>
            </a:r>
            <a:r>
              <a:rPr sz="2400" spc="-10" dirty="0">
                <a:solidFill>
                  <a:srgbClr val="1F1F1F"/>
                </a:solidFill>
                <a:latin typeface="+mn-lt"/>
                <a:cs typeface="Times New Roman"/>
              </a:rPr>
              <a:t>notification</a:t>
            </a:r>
            <a:endParaRPr sz="2400" dirty="0">
              <a:latin typeface="+mn-lt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27000" y="8809720"/>
            <a:ext cx="17221200" cy="37574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10"/>
              </a:spcBef>
            </a:pPr>
            <a:r>
              <a:rPr sz="235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Times New Roman"/>
              </a:rPr>
              <a:t>Legal Notice: </a:t>
            </a:r>
            <a:r>
              <a:rPr sz="235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Times New Roman"/>
              </a:rPr>
              <a:t>This material covers federal mandates and Florida-specific regulations. Completion and attestation are required for </a:t>
            </a:r>
            <a:r>
              <a:rPr lang="en-US" sz="235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Times New Roman"/>
              </a:rPr>
              <a:t> </a:t>
            </a:r>
            <a:r>
              <a:rPr sz="235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Times New Roman"/>
              </a:rPr>
              <a:t>all staff. </a:t>
            </a:r>
            <a:endParaRPr sz="1350" dirty="0">
              <a:solidFill>
                <a:schemeClr val="tx1">
                  <a:lumMod val="50000"/>
                  <a:lumOff val="50000"/>
                </a:schemeClr>
              </a:solidFill>
              <a:latin typeface="+mn-lt"/>
              <a:cs typeface="Arial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3EB4810-A31B-30A2-8241-994BED009B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664" y="3139756"/>
            <a:ext cx="2475833" cy="2475833"/>
          </a:xfrm>
          <a:prstGeom prst="rect">
            <a:avLst/>
          </a:prstGeom>
        </p:spPr>
      </p:pic>
      <p:sp>
        <p:nvSpPr>
          <p:cNvPr id="23" name="object 17">
            <a:extLst>
              <a:ext uri="{FF2B5EF4-FFF2-40B4-BE49-F238E27FC236}">
                <a16:creationId xmlns:a16="http://schemas.microsoft.com/office/drawing/2014/main" id="{6FF03330-EB50-7710-5C1F-BC0F087C2F67}"/>
              </a:ext>
            </a:extLst>
          </p:cNvPr>
          <p:cNvSpPr txBox="1"/>
          <p:nvPr/>
        </p:nvSpPr>
        <p:spPr>
          <a:xfrm>
            <a:off x="143795" y="9185464"/>
            <a:ext cx="17221200" cy="37574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10"/>
              </a:spcBef>
            </a:pPr>
            <a:r>
              <a:rPr lang="en-US" sz="235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Times New Roman"/>
              </a:rPr>
              <a:t>Copyright 2026 Transworld Medical Management, LLC. All rights reserved.</a:t>
            </a:r>
            <a:endParaRPr sz="1350" dirty="0">
              <a:solidFill>
                <a:schemeClr val="tx1">
                  <a:lumMod val="50000"/>
                  <a:lumOff val="50000"/>
                </a:schemeClr>
              </a:solidFill>
              <a:latin typeface="+mn-lt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7A2788F1-7B97-1411-D6C8-102253D40573}"/>
              </a:ext>
            </a:extLst>
          </p:cNvPr>
          <p:cNvSpPr/>
          <p:nvPr/>
        </p:nvSpPr>
        <p:spPr>
          <a:xfrm>
            <a:off x="741680" y="7239000"/>
            <a:ext cx="15991840" cy="18288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bject 63"/>
          <p:cNvSpPr txBox="1"/>
          <p:nvPr/>
        </p:nvSpPr>
        <p:spPr>
          <a:xfrm>
            <a:off x="2499933" y="572330"/>
            <a:ext cx="12475332" cy="846386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0"/>
              </a:spcBef>
            </a:pPr>
            <a:r>
              <a:rPr sz="5400" b="1" spc="80" dirty="0">
                <a:solidFill>
                  <a:srgbClr val="052346"/>
                </a:solidFill>
                <a:latin typeface="Arial"/>
                <a:cs typeface="Arial"/>
              </a:rPr>
              <a:t>Trust</a:t>
            </a:r>
            <a:r>
              <a:rPr sz="5400" b="1" spc="-140" dirty="0">
                <a:solidFill>
                  <a:srgbClr val="052346"/>
                </a:solidFill>
                <a:latin typeface="Arial"/>
                <a:cs typeface="Arial"/>
              </a:rPr>
              <a:t> </a:t>
            </a:r>
            <a:r>
              <a:rPr sz="5400" b="1" spc="170" dirty="0">
                <a:solidFill>
                  <a:srgbClr val="052346"/>
                </a:solidFill>
                <a:latin typeface="Arial"/>
                <a:cs typeface="Arial"/>
              </a:rPr>
              <a:t>is</a:t>
            </a:r>
            <a:r>
              <a:rPr sz="5400" b="1" spc="-415" dirty="0">
                <a:solidFill>
                  <a:srgbClr val="052346"/>
                </a:solidFill>
                <a:latin typeface="Arial"/>
                <a:cs typeface="Arial"/>
              </a:rPr>
              <a:t> </a:t>
            </a:r>
            <a:r>
              <a:rPr sz="5400" b="1" spc="200" dirty="0">
                <a:solidFill>
                  <a:srgbClr val="052346"/>
                </a:solidFill>
                <a:latin typeface="Arial"/>
                <a:cs typeface="Arial"/>
              </a:rPr>
              <a:t>the</a:t>
            </a:r>
            <a:r>
              <a:rPr sz="5400" b="1" spc="-125" dirty="0">
                <a:solidFill>
                  <a:srgbClr val="052346"/>
                </a:solidFill>
                <a:latin typeface="Arial"/>
                <a:cs typeface="Arial"/>
              </a:rPr>
              <a:t> </a:t>
            </a:r>
            <a:r>
              <a:rPr sz="5400" b="1" spc="60" dirty="0">
                <a:solidFill>
                  <a:srgbClr val="052346"/>
                </a:solidFill>
                <a:latin typeface="Arial"/>
                <a:cs typeface="Arial"/>
              </a:rPr>
              <a:t>Foundation</a:t>
            </a:r>
            <a:r>
              <a:rPr sz="5400" b="1" spc="70" dirty="0">
                <a:solidFill>
                  <a:srgbClr val="052346"/>
                </a:solidFill>
                <a:latin typeface="Arial"/>
                <a:cs typeface="Arial"/>
              </a:rPr>
              <a:t> </a:t>
            </a:r>
            <a:r>
              <a:rPr sz="5400" b="1" spc="114" dirty="0">
                <a:solidFill>
                  <a:srgbClr val="052346"/>
                </a:solidFill>
                <a:latin typeface="Arial"/>
                <a:cs typeface="Arial"/>
              </a:rPr>
              <a:t>of</a:t>
            </a:r>
            <a:r>
              <a:rPr sz="5400" b="1" spc="-130" dirty="0">
                <a:solidFill>
                  <a:srgbClr val="052346"/>
                </a:solidFill>
                <a:latin typeface="Arial"/>
                <a:cs typeface="Arial"/>
              </a:rPr>
              <a:t> </a:t>
            </a:r>
            <a:r>
              <a:rPr sz="5400" b="1" spc="55" dirty="0">
                <a:solidFill>
                  <a:srgbClr val="052346"/>
                </a:solidFill>
                <a:latin typeface="Arial"/>
                <a:cs typeface="Arial"/>
              </a:rPr>
              <a:t>Recovery</a:t>
            </a:r>
            <a:endParaRPr sz="5400" dirty="0">
              <a:latin typeface="Arial"/>
              <a:cs typeface="Arial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1385501" y="7442992"/>
            <a:ext cx="14740890" cy="1315085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12065" marR="5080" indent="-9525" algn="ctr">
              <a:lnSpc>
                <a:spcPct val="90700"/>
              </a:lnSpc>
              <a:spcBef>
                <a:spcPts val="450"/>
              </a:spcBef>
            </a:pPr>
            <a:r>
              <a:rPr sz="3000" b="1" spc="60" dirty="0">
                <a:solidFill>
                  <a:srgbClr val="030303"/>
                </a:solidFill>
                <a:latin typeface="+mn-lt"/>
                <a:cs typeface="Times New Roman"/>
              </a:rPr>
              <a:t>The</a:t>
            </a:r>
            <a:r>
              <a:rPr sz="3000" b="1" spc="-160" dirty="0">
                <a:solidFill>
                  <a:srgbClr val="030303"/>
                </a:solidFill>
                <a:latin typeface="+mn-lt"/>
                <a:cs typeface="Times New Roman"/>
              </a:rPr>
              <a:t> </a:t>
            </a:r>
            <a:r>
              <a:rPr sz="3000" b="1" dirty="0">
                <a:solidFill>
                  <a:srgbClr val="030303"/>
                </a:solidFill>
                <a:latin typeface="+mn-lt"/>
                <a:cs typeface="Times New Roman"/>
              </a:rPr>
              <a:t>Clinical</a:t>
            </a:r>
            <a:r>
              <a:rPr sz="3000" b="1" spc="135" dirty="0">
                <a:solidFill>
                  <a:srgbClr val="030303"/>
                </a:solidFill>
                <a:latin typeface="+mn-lt"/>
                <a:cs typeface="Times New Roman"/>
              </a:rPr>
              <a:t> </a:t>
            </a:r>
            <a:r>
              <a:rPr sz="3000" b="1" spc="-10" dirty="0">
                <a:solidFill>
                  <a:srgbClr val="030303"/>
                </a:solidFill>
                <a:latin typeface="+mn-lt"/>
                <a:cs typeface="Times New Roman"/>
              </a:rPr>
              <a:t>Reality: </a:t>
            </a:r>
            <a:r>
              <a:rPr sz="3000" b="1" spc="-30" dirty="0">
                <a:solidFill>
                  <a:srgbClr val="952826"/>
                </a:solidFill>
                <a:latin typeface="+mn-lt"/>
                <a:cs typeface="Times New Roman"/>
              </a:rPr>
              <a:t>If</a:t>
            </a:r>
            <a:r>
              <a:rPr sz="3000" b="1" spc="-55" dirty="0">
                <a:solidFill>
                  <a:srgbClr val="952826"/>
                </a:solidFill>
                <a:latin typeface="+mn-lt"/>
                <a:cs typeface="Times New Roman"/>
              </a:rPr>
              <a:t> </a:t>
            </a:r>
            <a:r>
              <a:rPr sz="3000" b="1" spc="80" dirty="0">
                <a:solidFill>
                  <a:srgbClr val="952826"/>
                </a:solidFill>
                <a:latin typeface="+mn-lt"/>
                <a:cs typeface="Times New Roman"/>
              </a:rPr>
              <a:t>patients</a:t>
            </a:r>
            <a:r>
              <a:rPr sz="3000" b="1" spc="15" dirty="0">
                <a:solidFill>
                  <a:srgbClr val="952826"/>
                </a:solidFill>
                <a:latin typeface="+mn-lt"/>
                <a:cs typeface="Times New Roman"/>
              </a:rPr>
              <a:t> </a:t>
            </a:r>
            <a:r>
              <a:rPr sz="3000" b="1" spc="110" dirty="0">
                <a:solidFill>
                  <a:srgbClr val="952826"/>
                </a:solidFill>
                <a:latin typeface="+mn-lt"/>
                <a:cs typeface="Times New Roman"/>
              </a:rPr>
              <a:t>do</a:t>
            </a:r>
            <a:r>
              <a:rPr sz="3000" b="1" spc="-229" dirty="0">
                <a:solidFill>
                  <a:srgbClr val="952826"/>
                </a:solidFill>
                <a:latin typeface="+mn-lt"/>
                <a:cs typeface="Times New Roman"/>
              </a:rPr>
              <a:t> </a:t>
            </a:r>
            <a:r>
              <a:rPr sz="3000" b="1" spc="95" dirty="0">
                <a:solidFill>
                  <a:srgbClr val="952826"/>
                </a:solidFill>
                <a:latin typeface="+mn-lt"/>
                <a:cs typeface="Times New Roman"/>
              </a:rPr>
              <a:t>not</a:t>
            </a:r>
            <a:r>
              <a:rPr sz="3000" b="1" spc="45" dirty="0">
                <a:solidFill>
                  <a:srgbClr val="952826"/>
                </a:solidFill>
                <a:latin typeface="+mn-lt"/>
                <a:cs typeface="Times New Roman"/>
              </a:rPr>
              <a:t> </a:t>
            </a:r>
            <a:r>
              <a:rPr sz="3000" b="1" spc="95" dirty="0">
                <a:solidFill>
                  <a:srgbClr val="952826"/>
                </a:solidFill>
                <a:latin typeface="+mn-lt"/>
                <a:cs typeface="Times New Roman"/>
              </a:rPr>
              <a:t>trust</a:t>
            </a:r>
            <a:r>
              <a:rPr sz="3000" b="1" spc="-145" dirty="0">
                <a:solidFill>
                  <a:srgbClr val="952826"/>
                </a:solidFill>
                <a:latin typeface="+mn-lt"/>
                <a:cs typeface="Times New Roman"/>
              </a:rPr>
              <a:t> </a:t>
            </a:r>
            <a:r>
              <a:rPr sz="3000" b="1" spc="110" dirty="0">
                <a:solidFill>
                  <a:srgbClr val="952826"/>
                </a:solidFill>
                <a:latin typeface="+mn-lt"/>
                <a:cs typeface="Times New Roman"/>
              </a:rPr>
              <a:t>us</a:t>
            </a:r>
            <a:r>
              <a:rPr sz="3000" b="1" spc="65" dirty="0">
                <a:solidFill>
                  <a:srgbClr val="952826"/>
                </a:solidFill>
                <a:latin typeface="+mn-lt"/>
                <a:cs typeface="Times New Roman"/>
              </a:rPr>
              <a:t> </a:t>
            </a:r>
            <a:r>
              <a:rPr sz="3000" b="1" spc="105" dirty="0">
                <a:solidFill>
                  <a:srgbClr val="952826"/>
                </a:solidFill>
                <a:latin typeface="+mn-lt"/>
                <a:cs typeface="Times New Roman"/>
              </a:rPr>
              <a:t>with</a:t>
            </a:r>
            <a:r>
              <a:rPr sz="3000" b="1" spc="-95" dirty="0">
                <a:solidFill>
                  <a:srgbClr val="952826"/>
                </a:solidFill>
                <a:latin typeface="+mn-lt"/>
                <a:cs typeface="Times New Roman"/>
              </a:rPr>
              <a:t> </a:t>
            </a:r>
            <a:r>
              <a:rPr sz="3000" b="1" spc="105" dirty="0">
                <a:solidFill>
                  <a:srgbClr val="952826"/>
                </a:solidFill>
                <a:latin typeface="+mn-lt"/>
                <a:cs typeface="Times New Roman"/>
              </a:rPr>
              <a:t>their</a:t>
            </a:r>
            <a:r>
              <a:rPr sz="3000" b="1" spc="-215" dirty="0">
                <a:solidFill>
                  <a:srgbClr val="952826"/>
                </a:solidFill>
                <a:latin typeface="+mn-lt"/>
                <a:cs typeface="Times New Roman"/>
              </a:rPr>
              <a:t> </a:t>
            </a:r>
            <a:r>
              <a:rPr sz="3000" b="1" dirty="0">
                <a:solidFill>
                  <a:srgbClr val="952826"/>
                </a:solidFill>
                <a:latin typeface="+mn-lt"/>
                <a:cs typeface="Times New Roman"/>
              </a:rPr>
              <a:t>data,</a:t>
            </a:r>
            <a:r>
              <a:rPr sz="3000" b="1" spc="30" dirty="0">
                <a:solidFill>
                  <a:srgbClr val="952826"/>
                </a:solidFill>
                <a:latin typeface="+mn-lt"/>
                <a:cs typeface="Times New Roman"/>
              </a:rPr>
              <a:t> </a:t>
            </a:r>
            <a:r>
              <a:rPr sz="3000" b="1" spc="120" dirty="0">
                <a:solidFill>
                  <a:srgbClr val="952826"/>
                </a:solidFill>
                <a:latin typeface="+mn-lt"/>
                <a:cs typeface="Times New Roman"/>
              </a:rPr>
              <a:t>they</a:t>
            </a:r>
            <a:r>
              <a:rPr sz="3000" b="1" spc="-110" dirty="0">
                <a:solidFill>
                  <a:srgbClr val="952826"/>
                </a:solidFill>
                <a:latin typeface="+mn-lt"/>
                <a:cs typeface="Times New Roman"/>
              </a:rPr>
              <a:t> </a:t>
            </a:r>
            <a:r>
              <a:rPr sz="3000" b="1" spc="65" dirty="0">
                <a:solidFill>
                  <a:srgbClr val="952826"/>
                </a:solidFill>
                <a:latin typeface="+mn-lt"/>
                <a:cs typeface="Times New Roman"/>
              </a:rPr>
              <a:t>will</a:t>
            </a:r>
            <a:r>
              <a:rPr sz="3000" b="1" spc="-65" dirty="0">
                <a:solidFill>
                  <a:srgbClr val="952826"/>
                </a:solidFill>
                <a:latin typeface="+mn-lt"/>
                <a:cs typeface="Times New Roman"/>
              </a:rPr>
              <a:t> </a:t>
            </a:r>
            <a:r>
              <a:rPr sz="3000" b="1" spc="135" dirty="0">
                <a:solidFill>
                  <a:srgbClr val="952826"/>
                </a:solidFill>
                <a:latin typeface="+mn-lt"/>
                <a:cs typeface="Times New Roman"/>
              </a:rPr>
              <a:t>not</a:t>
            </a:r>
            <a:r>
              <a:rPr sz="3000" b="1" spc="-180" dirty="0">
                <a:solidFill>
                  <a:srgbClr val="952826"/>
                </a:solidFill>
                <a:latin typeface="+mn-lt"/>
                <a:cs typeface="Times New Roman"/>
              </a:rPr>
              <a:t> </a:t>
            </a:r>
            <a:r>
              <a:rPr sz="3000" b="1" spc="120" dirty="0">
                <a:solidFill>
                  <a:srgbClr val="952826"/>
                </a:solidFill>
                <a:latin typeface="+mn-lt"/>
                <a:cs typeface="Times New Roman"/>
              </a:rPr>
              <a:t>trust</a:t>
            </a:r>
            <a:r>
              <a:rPr sz="3000" b="1" spc="-170" dirty="0">
                <a:solidFill>
                  <a:srgbClr val="952826"/>
                </a:solidFill>
                <a:latin typeface="+mn-lt"/>
                <a:cs typeface="Times New Roman"/>
              </a:rPr>
              <a:t> </a:t>
            </a:r>
            <a:r>
              <a:rPr sz="3000" b="1" spc="110" dirty="0">
                <a:solidFill>
                  <a:srgbClr val="952826"/>
                </a:solidFill>
                <a:latin typeface="+mn-lt"/>
                <a:cs typeface="Times New Roman"/>
              </a:rPr>
              <a:t>us </a:t>
            </a:r>
            <a:r>
              <a:rPr sz="3000" b="1" spc="105" dirty="0">
                <a:solidFill>
                  <a:srgbClr val="952826"/>
                </a:solidFill>
                <a:latin typeface="+mn-lt"/>
                <a:cs typeface="Times New Roman"/>
              </a:rPr>
              <a:t>with</a:t>
            </a:r>
            <a:r>
              <a:rPr sz="3000" b="1" spc="10" dirty="0">
                <a:solidFill>
                  <a:srgbClr val="952826"/>
                </a:solidFill>
                <a:latin typeface="+mn-lt"/>
                <a:cs typeface="Times New Roman"/>
              </a:rPr>
              <a:t> </a:t>
            </a:r>
            <a:r>
              <a:rPr sz="3000" b="1" spc="80" dirty="0">
                <a:solidFill>
                  <a:srgbClr val="952826"/>
                </a:solidFill>
                <a:latin typeface="+mn-lt"/>
                <a:cs typeface="Times New Roman"/>
              </a:rPr>
              <a:t>their</a:t>
            </a:r>
            <a:r>
              <a:rPr sz="3000" b="1" spc="-90" dirty="0">
                <a:solidFill>
                  <a:srgbClr val="952826"/>
                </a:solidFill>
                <a:latin typeface="+mn-lt"/>
                <a:cs typeface="Times New Roman"/>
              </a:rPr>
              <a:t> </a:t>
            </a:r>
            <a:r>
              <a:rPr sz="3000" b="1" spc="70" dirty="0">
                <a:solidFill>
                  <a:srgbClr val="952826"/>
                </a:solidFill>
                <a:latin typeface="+mn-lt"/>
                <a:cs typeface="Times New Roman"/>
              </a:rPr>
              <a:t>history</a:t>
            </a:r>
            <a:r>
              <a:rPr sz="3000" b="1" spc="70" dirty="0">
                <a:solidFill>
                  <a:srgbClr val="151618"/>
                </a:solidFill>
                <a:latin typeface="+mn-lt"/>
                <a:cs typeface="Times New Roman"/>
              </a:rPr>
              <a:t>.</a:t>
            </a:r>
            <a:r>
              <a:rPr sz="3000" b="1" spc="-160" dirty="0">
                <a:solidFill>
                  <a:srgbClr val="151618"/>
                </a:solidFill>
                <a:latin typeface="+mn-lt"/>
                <a:cs typeface="Times New Roman"/>
              </a:rPr>
              <a:t> </a:t>
            </a:r>
            <a:r>
              <a:rPr sz="3000" b="1" dirty="0">
                <a:solidFill>
                  <a:srgbClr val="030303"/>
                </a:solidFill>
                <a:latin typeface="+mn-lt"/>
                <a:cs typeface="Times New Roman"/>
              </a:rPr>
              <a:t>In</a:t>
            </a:r>
            <a:r>
              <a:rPr sz="3000" b="1" spc="-145" dirty="0">
                <a:solidFill>
                  <a:srgbClr val="030303"/>
                </a:solidFill>
                <a:latin typeface="+mn-lt"/>
                <a:cs typeface="Times New Roman"/>
              </a:rPr>
              <a:t> </a:t>
            </a:r>
            <a:r>
              <a:rPr sz="3000" b="1" dirty="0">
                <a:solidFill>
                  <a:srgbClr val="030303"/>
                </a:solidFill>
                <a:latin typeface="+mn-lt"/>
                <a:cs typeface="Times New Roman"/>
              </a:rPr>
              <a:t>psychiatric</a:t>
            </a:r>
            <a:r>
              <a:rPr sz="3000" b="1" spc="200" dirty="0">
                <a:solidFill>
                  <a:srgbClr val="030303"/>
                </a:solidFill>
                <a:latin typeface="+mn-lt"/>
                <a:cs typeface="Times New Roman"/>
              </a:rPr>
              <a:t> </a:t>
            </a:r>
            <a:r>
              <a:rPr sz="3000" b="1" spc="60" dirty="0">
                <a:solidFill>
                  <a:srgbClr val="030303"/>
                </a:solidFill>
                <a:latin typeface="+mn-lt"/>
                <a:cs typeface="Times New Roman"/>
              </a:rPr>
              <a:t>and</a:t>
            </a:r>
            <a:r>
              <a:rPr sz="3000" b="1" spc="-80" dirty="0">
                <a:solidFill>
                  <a:srgbClr val="030303"/>
                </a:solidFill>
                <a:latin typeface="+mn-lt"/>
                <a:cs typeface="Times New Roman"/>
              </a:rPr>
              <a:t> </a:t>
            </a:r>
            <a:r>
              <a:rPr sz="3000" b="1" dirty="0">
                <a:solidFill>
                  <a:srgbClr val="030303"/>
                </a:solidFill>
                <a:latin typeface="+mn-lt"/>
                <a:cs typeface="Times New Roman"/>
              </a:rPr>
              <a:t>addiction</a:t>
            </a:r>
            <a:r>
              <a:rPr sz="3000" b="1" spc="120" dirty="0">
                <a:solidFill>
                  <a:srgbClr val="030303"/>
                </a:solidFill>
                <a:latin typeface="+mn-lt"/>
                <a:cs typeface="Times New Roman"/>
              </a:rPr>
              <a:t> </a:t>
            </a:r>
            <a:r>
              <a:rPr sz="3000" b="1" spc="50" dirty="0">
                <a:solidFill>
                  <a:srgbClr val="030303"/>
                </a:solidFill>
                <a:latin typeface="+mn-lt"/>
                <a:cs typeface="Times New Roman"/>
              </a:rPr>
              <a:t>care,</a:t>
            </a:r>
            <a:r>
              <a:rPr sz="3000" b="1" spc="-70" dirty="0">
                <a:solidFill>
                  <a:srgbClr val="030303"/>
                </a:solidFill>
                <a:latin typeface="+mn-lt"/>
                <a:cs typeface="Times New Roman"/>
              </a:rPr>
              <a:t> </a:t>
            </a:r>
            <a:r>
              <a:rPr sz="3000" b="1" spc="60" dirty="0">
                <a:solidFill>
                  <a:srgbClr val="030303"/>
                </a:solidFill>
                <a:latin typeface="+mn-lt"/>
                <a:cs typeface="Times New Roman"/>
              </a:rPr>
              <a:t>a</a:t>
            </a:r>
            <a:r>
              <a:rPr sz="3000" b="1" spc="-35" dirty="0">
                <a:solidFill>
                  <a:srgbClr val="030303"/>
                </a:solidFill>
                <a:latin typeface="+mn-lt"/>
                <a:cs typeface="Times New Roman"/>
              </a:rPr>
              <a:t> </a:t>
            </a:r>
            <a:r>
              <a:rPr sz="3000" b="1" spc="50" dirty="0">
                <a:solidFill>
                  <a:srgbClr val="030303"/>
                </a:solidFill>
                <a:latin typeface="+mn-lt"/>
                <a:cs typeface="Times New Roman"/>
              </a:rPr>
              <a:t>breach</a:t>
            </a:r>
            <a:r>
              <a:rPr sz="3000" b="1" spc="25" dirty="0">
                <a:solidFill>
                  <a:srgbClr val="030303"/>
                </a:solidFill>
                <a:latin typeface="+mn-lt"/>
                <a:cs typeface="Times New Roman"/>
              </a:rPr>
              <a:t> </a:t>
            </a:r>
            <a:r>
              <a:rPr sz="3000" b="1" spc="135" dirty="0">
                <a:solidFill>
                  <a:srgbClr val="030303"/>
                </a:solidFill>
                <a:latin typeface="+mn-lt"/>
                <a:cs typeface="Times New Roman"/>
              </a:rPr>
              <a:t>does</a:t>
            </a:r>
            <a:r>
              <a:rPr sz="3000" b="1" spc="-70" dirty="0">
                <a:solidFill>
                  <a:srgbClr val="030303"/>
                </a:solidFill>
                <a:latin typeface="+mn-lt"/>
                <a:cs typeface="Times New Roman"/>
              </a:rPr>
              <a:t> </a:t>
            </a:r>
            <a:r>
              <a:rPr sz="3000" b="1" spc="135" dirty="0">
                <a:solidFill>
                  <a:srgbClr val="030303"/>
                </a:solidFill>
                <a:latin typeface="+mn-lt"/>
                <a:cs typeface="Times New Roman"/>
              </a:rPr>
              <a:t>not</a:t>
            </a:r>
            <a:r>
              <a:rPr sz="3000" b="1" spc="-160" dirty="0">
                <a:solidFill>
                  <a:srgbClr val="030303"/>
                </a:solidFill>
                <a:latin typeface="+mn-lt"/>
                <a:cs typeface="Times New Roman"/>
              </a:rPr>
              <a:t> </a:t>
            </a:r>
            <a:r>
              <a:rPr sz="3000" b="1" spc="95" dirty="0">
                <a:solidFill>
                  <a:srgbClr val="030303"/>
                </a:solidFill>
                <a:latin typeface="+mn-lt"/>
                <a:cs typeface="Times New Roman"/>
              </a:rPr>
              <a:t>just</a:t>
            </a:r>
            <a:r>
              <a:rPr sz="3000" b="1" spc="-70" dirty="0">
                <a:solidFill>
                  <a:srgbClr val="030303"/>
                </a:solidFill>
                <a:latin typeface="+mn-lt"/>
                <a:cs typeface="Times New Roman"/>
              </a:rPr>
              <a:t> </a:t>
            </a:r>
            <a:r>
              <a:rPr sz="3000" b="1" dirty="0">
                <a:solidFill>
                  <a:srgbClr val="030303"/>
                </a:solidFill>
                <a:latin typeface="+mn-lt"/>
                <a:cs typeface="Times New Roman"/>
              </a:rPr>
              <a:t>embarrass</a:t>
            </a:r>
            <a:r>
              <a:rPr sz="3000" b="1" spc="170" dirty="0">
                <a:solidFill>
                  <a:srgbClr val="030303"/>
                </a:solidFill>
                <a:latin typeface="+mn-lt"/>
                <a:cs typeface="Times New Roman"/>
              </a:rPr>
              <a:t> </a:t>
            </a:r>
            <a:r>
              <a:rPr sz="3000" b="1" spc="-50" dirty="0">
                <a:solidFill>
                  <a:srgbClr val="030303"/>
                </a:solidFill>
                <a:latin typeface="+mn-lt"/>
                <a:cs typeface="Times New Roman"/>
              </a:rPr>
              <a:t>a </a:t>
            </a:r>
            <a:r>
              <a:rPr sz="3000" b="1" spc="50" dirty="0">
                <a:solidFill>
                  <a:srgbClr val="030303"/>
                </a:solidFill>
                <a:latin typeface="+mn-lt"/>
                <a:cs typeface="Times New Roman"/>
              </a:rPr>
              <a:t>patient;</a:t>
            </a:r>
            <a:r>
              <a:rPr sz="3000" b="1" spc="-5" dirty="0">
                <a:solidFill>
                  <a:srgbClr val="030303"/>
                </a:solidFill>
                <a:latin typeface="+mn-lt"/>
                <a:cs typeface="Times New Roman"/>
              </a:rPr>
              <a:t> </a:t>
            </a:r>
            <a:r>
              <a:rPr sz="3000" b="1" dirty="0">
                <a:solidFill>
                  <a:srgbClr val="030303"/>
                </a:solidFill>
                <a:latin typeface="+mn-lt"/>
                <a:cs typeface="Times New Roman"/>
              </a:rPr>
              <a:t>it</a:t>
            </a:r>
            <a:r>
              <a:rPr sz="3000" b="1" spc="40" dirty="0">
                <a:solidFill>
                  <a:srgbClr val="030303"/>
                </a:solidFill>
                <a:latin typeface="+mn-lt"/>
                <a:cs typeface="Times New Roman"/>
              </a:rPr>
              <a:t> </a:t>
            </a:r>
            <a:r>
              <a:rPr sz="3000" b="1" spc="100" dirty="0">
                <a:solidFill>
                  <a:srgbClr val="030303"/>
                </a:solidFill>
                <a:latin typeface="+mn-lt"/>
                <a:cs typeface="Times New Roman"/>
              </a:rPr>
              <a:t>can</a:t>
            </a:r>
            <a:r>
              <a:rPr sz="3000" b="1" spc="-20" dirty="0">
                <a:solidFill>
                  <a:srgbClr val="030303"/>
                </a:solidFill>
                <a:latin typeface="+mn-lt"/>
                <a:cs typeface="Times New Roman"/>
              </a:rPr>
              <a:t> </a:t>
            </a:r>
            <a:r>
              <a:rPr sz="3000" b="1" spc="65" dirty="0">
                <a:solidFill>
                  <a:srgbClr val="030303"/>
                </a:solidFill>
                <a:latin typeface="+mn-lt"/>
                <a:cs typeface="Times New Roman"/>
              </a:rPr>
              <a:t>destroy</a:t>
            </a:r>
            <a:r>
              <a:rPr sz="3000" b="1" spc="-15" dirty="0">
                <a:solidFill>
                  <a:srgbClr val="030303"/>
                </a:solidFill>
                <a:latin typeface="+mn-lt"/>
                <a:cs typeface="Times New Roman"/>
              </a:rPr>
              <a:t> </a:t>
            </a:r>
            <a:r>
              <a:rPr sz="3000" b="1" spc="105" dirty="0">
                <a:solidFill>
                  <a:srgbClr val="030303"/>
                </a:solidFill>
                <a:latin typeface="+mn-lt"/>
                <a:cs typeface="Times New Roman"/>
              </a:rPr>
              <a:t>their</a:t>
            </a:r>
            <a:r>
              <a:rPr sz="3000" b="1" spc="-65" dirty="0">
                <a:solidFill>
                  <a:srgbClr val="030303"/>
                </a:solidFill>
                <a:latin typeface="+mn-lt"/>
                <a:cs typeface="Times New Roman"/>
              </a:rPr>
              <a:t> </a:t>
            </a:r>
            <a:r>
              <a:rPr sz="3000" b="1" dirty="0">
                <a:solidFill>
                  <a:srgbClr val="030303"/>
                </a:solidFill>
                <a:latin typeface="+mn-lt"/>
                <a:cs typeface="Times New Roman"/>
              </a:rPr>
              <a:t>recovery</a:t>
            </a:r>
            <a:r>
              <a:rPr sz="3000" b="1" spc="95" dirty="0">
                <a:solidFill>
                  <a:srgbClr val="030303"/>
                </a:solidFill>
                <a:latin typeface="+mn-lt"/>
                <a:cs typeface="Times New Roman"/>
              </a:rPr>
              <a:t> </a:t>
            </a:r>
            <a:r>
              <a:rPr sz="3000" b="1" spc="60" dirty="0">
                <a:solidFill>
                  <a:srgbClr val="030303"/>
                </a:solidFill>
                <a:latin typeface="+mn-lt"/>
                <a:cs typeface="Times New Roman"/>
              </a:rPr>
              <a:t>and</a:t>
            </a:r>
            <a:r>
              <a:rPr sz="3000" b="1" spc="-60" dirty="0">
                <a:solidFill>
                  <a:srgbClr val="030303"/>
                </a:solidFill>
                <a:latin typeface="+mn-lt"/>
                <a:cs typeface="Times New Roman"/>
              </a:rPr>
              <a:t> </a:t>
            </a:r>
            <a:r>
              <a:rPr sz="3000" b="1" spc="-10" dirty="0">
                <a:solidFill>
                  <a:srgbClr val="030303"/>
                </a:solidFill>
                <a:latin typeface="+mn-lt"/>
                <a:cs typeface="Times New Roman"/>
              </a:rPr>
              <a:t>livelihood.</a:t>
            </a:r>
            <a:endParaRPr sz="3000" dirty="0">
              <a:latin typeface="+mn-lt"/>
              <a:cs typeface="Times New Roman"/>
            </a:endParaRPr>
          </a:p>
        </p:txBody>
      </p:sp>
      <p:graphicFrame>
        <p:nvGraphicFramePr>
          <p:cNvPr id="84" name="Diagram 83">
            <a:extLst>
              <a:ext uri="{FF2B5EF4-FFF2-40B4-BE49-F238E27FC236}">
                <a16:creationId xmlns:a16="http://schemas.microsoft.com/office/drawing/2014/main" id="{4252CD19-396A-4B36-8523-5B98BE3CF0E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57090763"/>
              </p:ext>
            </p:extLst>
          </p:nvPr>
        </p:nvGraphicFramePr>
        <p:xfrm>
          <a:off x="1443868" y="1676400"/>
          <a:ext cx="14587463" cy="61398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5" name="object 17">
            <a:extLst>
              <a:ext uri="{FF2B5EF4-FFF2-40B4-BE49-F238E27FC236}">
                <a16:creationId xmlns:a16="http://schemas.microsoft.com/office/drawing/2014/main" id="{4986A583-610E-94A2-F375-4A0A690C52D4}"/>
              </a:ext>
            </a:extLst>
          </p:cNvPr>
          <p:cNvSpPr txBox="1"/>
          <p:nvPr/>
        </p:nvSpPr>
        <p:spPr>
          <a:xfrm>
            <a:off x="143795" y="9185464"/>
            <a:ext cx="17221200" cy="37574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10"/>
              </a:spcBef>
            </a:pPr>
            <a:r>
              <a:rPr lang="en-US" sz="235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Times New Roman"/>
              </a:rPr>
              <a:t>Copyright 2026 Transworld Medical Management, LLC. All rights reserved.</a:t>
            </a:r>
            <a:endParaRPr sz="1350" dirty="0">
              <a:solidFill>
                <a:schemeClr val="tx1">
                  <a:lumMod val="50000"/>
                  <a:lumOff val="50000"/>
                </a:schemeClr>
              </a:solidFill>
              <a:latin typeface="+mn-lt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61">
            <a:extLst>
              <a:ext uri="{FF2B5EF4-FFF2-40B4-BE49-F238E27FC236}">
                <a16:creationId xmlns:a16="http://schemas.microsoft.com/office/drawing/2014/main" id="{34AE63A7-A6CD-701C-C82A-74574F4D18AA}"/>
              </a:ext>
            </a:extLst>
          </p:cNvPr>
          <p:cNvSpPr/>
          <p:nvPr/>
        </p:nvSpPr>
        <p:spPr>
          <a:xfrm>
            <a:off x="13755946" y="3253488"/>
            <a:ext cx="3171567" cy="5865747"/>
          </a:xfrm>
          <a:prstGeom prst="rect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1E20EEFB-EDD4-F129-A446-F954B906D0B9}"/>
              </a:ext>
            </a:extLst>
          </p:cNvPr>
          <p:cNvSpPr/>
          <p:nvPr/>
        </p:nvSpPr>
        <p:spPr>
          <a:xfrm>
            <a:off x="13755946" y="2423298"/>
            <a:ext cx="3171567" cy="830190"/>
          </a:xfrm>
          <a:prstGeom prst="rect">
            <a:avLst/>
          </a:prstGeom>
          <a:solidFill>
            <a:srgbClr val="C0000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B67FBC92-9A4F-BE48-0BF5-E5F2CF9F81A1}"/>
              </a:ext>
            </a:extLst>
          </p:cNvPr>
          <p:cNvSpPr/>
          <p:nvPr/>
        </p:nvSpPr>
        <p:spPr>
          <a:xfrm>
            <a:off x="547429" y="5940425"/>
            <a:ext cx="6177915" cy="31788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F0FBFCEB-8AD9-B942-152A-19AD704AE102}"/>
              </a:ext>
            </a:extLst>
          </p:cNvPr>
          <p:cNvSpPr/>
          <p:nvPr/>
        </p:nvSpPr>
        <p:spPr>
          <a:xfrm>
            <a:off x="547687" y="2429648"/>
            <a:ext cx="6177915" cy="31788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CE793DF2-40EF-EF61-FBC7-1A647CCAAAD5}"/>
              </a:ext>
            </a:extLst>
          </p:cNvPr>
          <p:cNvSpPr/>
          <p:nvPr/>
        </p:nvSpPr>
        <p:spPr>
          <a:xfrm>
            <a:off x="7213599" y="5940425"/>
            <a:ext cx="6177915" cy="31788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BBBFBF95-441B-7960-C5E9-561EA696D185}"/>
              </a:ext>
            </a:extLst>
          </p:cNvPr>
          <p:cNvSpPr/>
          <p:nvPr/>
        </p:nvSpPr>
        <p:spPr>
          <a:xfrm>
            <a:off x="7213600" y="2429647"/>
            <a:ext cx="6177915" cy="31788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bject 31"/>
          <p:cNvSpPr txBox="1"/>
          <p:nvPr/>
        </p:nvSpPr>
        <p:spPr>
          <a:xfrm>
            <a:off x="760964" y="2423298"/>
            <a:ext cx="6145619" cy="2745880"/>
          </a:xfrm>
          <a:prstGeom prst="rect">
            <a:avLst/>
          </a:prstGeom>
          <a:noFill/>
          <a:ln w="38210">
            <a:noFill/>
          </a:ln>
        </p:spPr>
        <p:txBody>
          <a:bodyPr vert="horz" wrap="square" lIns="0" tIns="308610" rIns="0" bIns="0" rtlCol="0">
            <a:spAutoFit/>
          </a:bodyPr>
          <a:lstStyle/>
          <a:p>
            <a:pPr marL="337185">
              <a:lnSpc>
                <a:spcPct val="100000"/>
              </a:lnSpc>
              <a:spcBef>
                <a:spcPts val="2430"/>
              </a:spcBef>
            </a:pPr>
            <a:r>
              <a:rPr sz="3400" b="1" spc="60" dirty="0">
                <a:solidFill>
                  <a:srgbClr val="031D3F"/>
                </a:solidFill>
                <a:latin typeface="Arial"/>
                <a:cs typeface="Arial"/>
              </a:rPr>
              <a:t>Direct</a:t>
            </a:r>
            <a:r>
              <a:rPr sz="3400" b="1" spc="-125" dirty="0">
                <a:solidFill>
                  <a:srgbClr val="031D3F"/>
                </a:solidFill>
                <a:latin typeface="Arial"/>
                <a:cs typeface="Arial"/>
              </a:rPr>
              <a:t> </a:t>
            </a:r>
            <a:r>
              <a:rPr sz="3400" b="1" spc="55" dirty="0">
                <a:solidFill>
                  <a:srgbClr val="031D3F"/>
                </a:solidFill>
                <a:latin typeface="Arial"/>
                <a:cs typeface="Arial"/>
              </a:rPr>
              <a:t>Identifiers</a:t>
            </a:r>
            <a:endParaRPr sz="3400" dirty="0">
              <a:latin typeface="Arial"/>
              <a:cs typeface="Arial"/>
            </a:endParaRPr>
          </a:p>
          <a:p>
            <a:pPr marL="2102485" marR="1769745" indent="28575">
              <a:lnSpc>
                <a:spcPct val="89000"/>
              </a:lnSpc>
              <a:spcBef>
                <a:spcPts val="2285"/>
              </a:spcBef>
            </a:pPr>
            <a:r>
              <a:rPr sz="2800" spc="-95" dirty="0">
                <a:solidFill>
                  <a:srgbClr val="1A1C1D"/>
                </a:solidFill>
                <a:latin typeface="+mn-lt"/>
                <a:cs typeface="Times New Roman"/>
              </a:rPr>
              <a:t>Name, SSN, Telephone/Fax numbers, Email addresses.</a:t>
            </a:r>
          </a:p>
        </p:txBody>
      </p:sp>
      <p:sp>
        <p:nvSpPr>
          <p:cNvPr id="29" name="object 29" descr="$PPTXTitle"/>
          <p:cNvSpPr txBox="1">
            <a:spLocks noGrp="1"/>
          </p:cNvSpPr>
          <p:nvPr>
            <p:ph type="title"/>
          </p:nvPr>
        </p:nvSpPr>
        <p:spPr>
          <a:xfrm>
            <a:off x="400637" y="298383"/>
            <a:ext cx="16673926" cy="66172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0"/>
              </a:spcBef>
            </a:pPr>
            <a:r>
              <a:rPr sz="4200" spc="55" dirty="0">
                <a:solidFill>
                  <a:srgbClr val="031D3F"/>
                </a:solidFill>
              </a:rPr>
              <a:t>Defining</a:t>
            </a:r>
            <a:r>
              <a:rPr sz="4200" spc="10" dirty="0">
                <a:solidFill>
                  <a:srgbClr val="031D3F"/>
                </a:solidFill>
              </a:rPr>
              <a:t> </a:t>
            </a:r>
            <a:r>
              <a:rPr sz="4200" spc="160" dirty="0">
                <a:solidFill>
                  <a:srgbClr val="031D3F"/>
                </a:solidFill>
              </a:rPr>
              <a:t>the</a:t>
            </a:r>
            <a:r>
              <a:rPr sz="4200" spc="-15" dirty="0">
                <a:solidFill>
                  <a:srgbClr val="031D3F"/>
                </a:solidFill>
              </a:rPr>
              <a:t> </a:t>
            </a:r>
            <a:r>
              <a:rPr sz="4200" dirty="0">
                <a:solidFill>
                  <a:srgbClr val="031D3F"/>
                </a:solidFill>
              </a:rPr>
              <a:t>Asset:</a:t>
            </a:r>
            <a:r>
              <a:rPr sz="4200" spc="-125" dirty="0">
                <a:solidFill>
                  <a:srgbClr val="031D3F"/>
                </a:solidFill>
              </a:rPr>
              <a:t> </a:t>
            </a:r>
            <a:r>
              <a:rPr sz="4200" spc="150" dirty="0">
                <a:solidFill>
                  <a:srgbClr val="031D3F"/>
                </a:solidFill>
              </a:rPr>
              <a:t>What</a:t>
            </a:r>
            <a:r>
              <a:rPr sz="4200" spc="-105" dirty="0">
                <a:solidFill>
                  <a:srgbClr val="031D3F"/>
                </a:solidFill>
              </a:rPr>
              <a:t> </a:t>
            </a:r>
            <a:r>
              <a:rPr sz="4200" spc="170" dirty="0">
                <a:solidFill>
                  <a:srgbClr val="031D3F"/>
                </a:solidFill>
              </a:rPr>
              <a:t>is</a:t>
            </a:r>
            <a:r>
              <a:rPr sz="4200" spc="-405" dirty="0">
                <a:solidFill>
                  <a:srgbClr val="031D3F"/>
                </a:solidFill>
              </a:rPr>
              <a:t> </a:t>
            </a:r>
            <a:r>
              <a:rPr sz="4200" spc="80" dirty="0">
                <a:solidFill>
                  <a:srgbClr val="031D3F"/>
                </a:solidFill>
              </a:rPr>
              <a:t>Protected</a:t>
            </a:r>
            <a:r>
              <a:rPr sz="4200" spc="70" dirty="0">
                <a:solidFill>
                  <a:srgbClr val="031D3F"/>
                </a:solidFill>
              </a:rPr>
              <a:t> </a:t>
            </a:r>
            <a:r>
              <a:rPr sz="4200" spc="100" dirty="0">
                <a:solidFill>
                  <a:srgbClr val="031D3F"/>
                </a:solidFill>
              </a:rPr>
              <a:t>Health</a:t>
            </a:r>
            <a:r>
              <a:rPr sz="4200" spc="-150" dirty="0">
                <a:solidFill>
                  <a:srgbClr val="031D3F"/>
                </a:solidFill>
              </a:rPr>
              <a:t> </a:t>
            </a:r>
            <a:r>
              <a:rPr sz="4200" dirty="0">
                <a:solidFill>
                  <a:srgbClr val="031D3F"/>
                </a:solidFill>
              </a:rPr>
              <a:t>Information</a:t>
            </a:r>
            <a:r>
              <a:rPr sz="4200" spc="400" dirty="0">
                <a:solidFill>
                  <a:srgbClr val="031D3F"/>
                </a:solidFill>
              </a:rPr>
              <a:t> </a:t>
            </a:r>
            <a:r>
              <a:rPr sz="4200" spc="-10" dirty="0">
                <a:solidFill>
                  <a:srgbClr val="031D3F"/>
                </a:solidFill>
              </a:rPr>
              <a:t>(PHI)?</a:t>
            </a:r>
            <a:endParaRPr sz="4200" dirty="0"/>
          </a:p>
        </p:txBody>
      </p:sp>
      <p:sp>
        <p:nvSpPr>
          <p:cNvPr id="30" name="object 30"/>
          <p:cNvSpPr txBox="1"/>
          <p:nvPr/>
        </p:nvSpPr>
        <p:spPr>
          <a:xfrm>
            <a:off x="521874" y="1207615"/>
            <a:ext cx="15689580" cy="990600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12700" marR="5080" indent="6985">
              <a:lnSpc>
                <a:spcPts val="3620"/>
              </a:lnSpc>
              <a:spcBef>
                <a:spcPts val="520"/>
              </a:spcBef>
            </a:pPr>
            <a:r>
              <a:rPr sz="3200" b="1" spc="-10" dirty="0">
                <a:solidFill>
                  <a:srgbClr val="4B5054"/>
                </a:solidFill>
                <a:latin typeface="+mn-lt"/>
                <a:cs typeface="Times New Roman"/>
              </a:rPr>
              <a:t>Definition:</a:t>
            </a:r>
            <a:r>
              <a:rPr sz="3200" b="1" spc="204" dirty="0">
                <a:solidFill>
                  <a:srgbClr val="4B5054"/>
                </a:solidFill>
                <a:latin typeface="+mn-lt"/>
                <a:cs typeface="Times New Roman"/>
              </a:rPr>
              <a:t> </a:t>
            </a:r>
            <a:r>
              <a:rPr sz="3200" spc="-165" dirty="0">
                <a:solidFill>
                  <a:srgbClr val="4B5054"/>
                </a:solidFill>
                <a:latin typeface="+mn-lt"/>
                <a:cs typeface="Times New Roman"/>
              </a:rPr>
              <a:t>PHI</a:t>
            </a:r>
            <a:r>
              <a:rPr sz="3200" spc="-35" dirty="0">
                <a:solidFill>
                  <a:srgbClr val="4B5054"/>
                </a:solidFill>
                <a:latin typeface="+mn-lt"/>
                <a:cs typeface="Times New Roman"/>
              </a:rPr>
              <a:t> </a:t>
            </a:r>
            <a:r>
              <a:rPr sz="3200" dirty="0">
                <a:solidFill>
                  <a:srgbClr val="4B5054"/>
                </a:solidFill>
                <a:latin typeface="+mn-lt"/>
                <a:cs typeface="Times New Roman"/>
              </a:rPr>
              <a:t>is</a:t>
            </a:r>
            <a:r>
              <a:rPr sz="3200" spc="-170" dirty="0">
                <a:solidFill>
                  <a:srgbClr val="4B5054"/>
                </a:solidFill>
                <a:latin typeface="+mn-lt"/>
                <a:cs typeface="Times New Roman"/>
              </a:rPr>
              <a:t> </a:t>
            </a:r>
            <a:r>
              <a:rPr sz="3200" dirty="0">
                <a:solidFill>
                  <a:srgbClr val="4B5054"/>
                </a:solidFill>
                <a:latin typeface="+mn-lt"/>
                <a:cs typeface="Times New Roman"/>
              </a:rPr>
              <a:t>any</a:t>
            </a:r>
            <a:r>
              <a:rPr sz="3200" spc="-105" dirty="0">
                <a:solidFill>
                  <a:srgbClr val="4B5054"/>
                </a:solidFill>
                <a:latin typeface="+mn-lt"/>
                <a:cs typeface="Times New Roman"/>
              </a:rPr>
              <a:t> </a:t>
            </a:r>
            <a:r>
              <a:rPr sz="3200" dirty="0">
                <a:solidFill>
                  <a:srgbClr val="4B5054"/>
                </a:solidFill>
                <a:latin typeface="+mn-lt"/>
                <a:cs typeface="Times New Roman"/>
              </a:rPr>
              <a:t>information</a:t>
            </a:r>
            <a:r>
              <a:rPr sz="3200" spc="210" dirty="0">
                <a:solidFill>
                  <a:srgbClr val="4B5054"/>
                </a:solidFill>
                <a:latin typeface="+mn-lt"/>
                <a:cs typeface="Times New Roman"/>
              </a:rPr>
              <a:t> </a:t>
            </a:r>
            <a:r>
              <a:rPr sz="3200" spc="95" dirty="0">
                <a:solidFill>
                  <a:srgbClr val="4B5054"/>
                </a:solidFill>
                <a:latin typeface="+mn-lt"/>
                <a:cs typeface="Times New Roman"/>
              </a:rPr>
              <a:t>that</a:t>
            </a:r>
            <a:r>
              <a:rPr sz="3200" spc="25" dirty="0">
                <a:solidFill>
                  <a:srgbClr val="4B5054"/>
                </a:solidFill>
                <a:latin typeface="+mn-lt"/>
                <a:cs typeface="Times New Roman"/>
              </a:rPr>
              <a:t> </a:t>
            </a:r>
            <a:r>
              <a:rPr sz="3200" dirty="0">
                <a:solidFill>
                  <a:srgbClr val="4B5054"/>
                </a:solidFill>
                <a:latin typeface="+mn-lt"/>
                <a:cs typeface="Times New Roman"/>
              </a:rPr>
              <a:t>relates</a:t>
            </a:r>
            <a:r>
              <a:rPr sz="3200" spc="70" dirty="0">
                <a:solidFill>
                  <a:srgbClr val="4B5054"/>
                </a:solidFill>
                <a:latin typeface="+mn-lt"/>
                <a:cs typeface="Times New Roman"/>
              </a:rPr>
              <a:t> </a:t>
            </a:r>
            <a:r>
              <a:rPr sz="3200" spc="60" dirty="0">
                <a:solidFill>
                  <a:srgbClr val="4B5054"/>
                </a:solidFill>
                <a:latin typeface="+mn-lt"/>
                <a:cs typeface="Times New Roman"/>
              </a:rPr>
              <a:t>to</a:t>
            </a:r>
            <a:r>
              <a:rPr sz="3200" dirty="0">
                <a:solidFill>
                  <a:srgbClr val="4B5054"/>
                </a:solidFill>
                <a:latin typeface="+mn-lt"/>
                <a:cs typeface="Times New Roman"/>
              </a:rPr>
              <a:t> past,</a:t>
            </a:r>
            <a:r>
              <a:rPr sz="3200" spc="-20" dirty="0">
                <a:solidFill>
                  <a:srgbClr val="4B5054"/>
                </a:solidFill>
                <a:latin typeface="+mn-lt"/>
                <a:cs typeface="Times New Roman"/>
              </a:rPr>
              <a:t> </a:t>
            </a:r>
            <a:r>
              <a:rPr sz="3200" dirty="0">
                <a:solidFill>
                  <a:srgbClr val="4B5054"/>
                </a:solidFill>
                <a:latin typeface="+mn-lt"/>
                <a:cs typeface="Times New Roman"/>
              </a:rPr>
              <a:t>present,</a:t>
            </a:r>
            <a:r>
              <a:rPr sz="3200" spc="-150" dirty="0">
                <a:solidFill>
                  <a:srgbClr val="4B5054"/>
                </a:solidFill>
                <a:latin typeface="+mn-lt"/>
                <a:cs typeface="Times New Roman"/>
              </a:rPr>
              <a:t> </a:t>
            </a:r>
            <a:r>
              <a:rPr sz="3200" spc="55" dirty="0">
                <a:solidFill>
                  <a:srgbClr val="4B5054"/>
                </a:solidFill>
                <a:latin typeface="+mn-lt"/>
                <a:cs typeface="Times New Roman"/>
              </a:rPr>
              <a:t>or</a:t>
            </a:r>
            <a:r>
              <a:rPr sz="3200" spc="-135" dirty="0">
                <a:solidFill>
                  <a:srgbClr val="4B5054"/>
                </a:solidFill>
                <a:latin typeface="+mn-lt"/>
                <a:cs typeface="Times New Roman"/>
              </a:rPr>
              <a:t> </a:t>
            </a:r>
            <a:r>
              <a:rPr sz="3200" dirty="0">
                <a:solidFill>
                  <a:srgbClr val="4B5054"/>
                </a:solidFill>
                <a:latin typeface="+mn-lt"/>
                <a:cs typeface="Times New Roman"/>
              </a:rPr>
              <a:t>future</a:t>
            </a:r>
            <a:r>
              <a:rPr sz="3200" spc="145" dirty="0">
                <a:solidFill>
                  <a:srgbClr val="4B5054"/>
                </a:solidFill>
                <a:latin typeface="+mn-lt"/>
                <a:cs typeface="Times New Roman"/>
              </a:rPr>
              <a:t> </a:t>
            </a:r>
            <a:r>
              <a:rPr sz="3200" dirty="0">
                <a:solidFill>
                  <a:srgbClr val="4B5054"/>
                </a:solidFill>
                <a:latin typeface="+mn-lt"/>
                <a:cs typeface="Times New Roman"/>
              </a:rPr>
              <a:t>health/payment</a:t>
            </a:r>
            <a:r>
              <a:rPr sz="3200" spc="-185" dirty="0">
                <a:solidFill>
                  <a:srgbClr val="4B5054"/>
                </a:solidFill>
                <a:latin typeface="+mn-lt"/>
                <a:cs typeface="Times New Roman"/>
              </a:rPr>
              <a:t> </a:t>
            </a:r>
            <a:r>
              <a:rPr sz="3200" spc="-320" dirty="0">
                <a:solidFill>
                  <a:srgbClr val="4B5054"/>
                </a:solidFill>
                <a:latin typeface="+mn-lt"/>
                <a:cs typeface="Times New Roman"/>
              </a:rPr>
              <a:t>AND </a:t>
            </a:r>
            <a:r>
              <a:rPr sz="3200" dirty="0">
                <a:solidFill>
                  <a:srgbClr val="4B5054"/>
                </a:solidFill>
                <a:latin typeface="+mn-lt"/>
                <a:cs typeface="Times New Roman"/>
              </a:rPr>
              <a:t>can</a:t>
            </a:r>
            <a:r>
              <a:rPr sz="3200" spc="-150" dirty="0">
                <a:solidFill>
                  <a:srgbClr val="4B5054"/>
                </a:solidFill>
                <a:latin typeface="+mn-lt"/>
                <a:cs typeface="Times New Roman"/>
              </a:rPr>
              <a:t> </a:t>
            </a:r>
            <a:r>
              <a:rPr sz="3200" dirty="0">
                <a:solidFill>
                  <a:srgbClr val="4B5054"/>
                </a:solidFill>
                <a:latin typeface="+mn-lt"/>
                <a:cs typeface="Times New Roman"/>
              </a:rPr>
              <a:t>identify</a:t>
            </a:r>
            <a:r>
              <a:rPr sz="3200" spc="-85" dirty="0">
                <a:solidFill>
                  <a:srgbClr val="4B5054"/>
                </a:solidFill>
                <a:latin typeface="+mn-lt"/>
                <a:cs typeface="Times New Roman"/>
              </a:rPr>
              <a:t> </a:t>
            </a:r>
            <a:r>
              <a:rPr sz="3200" spc="100" dirty="0">
                <a:solidFill>
                  <a:srgbClr val="4B5054"/>
                </a:solidFill>
                <a:latin typeface="+mn-lt"/>
                <a:cs typeface="Times New Roman"/>
              </a:rPr>
              <a:t>the</a:t>
            </a:r>
            <a:r>
              <a:rPr sz="3200" spc="-210" dirty="0">
                <a:solidFill>
                  <a:srgbClr val="4B5054"/>
                </a:solidFill>
                <a:latin typeface="+mn-lt"/>
                <a:cs typeface="Times New Roman"/>
              </a:rPr>
              <a:t> </a:t>
            </a:r>
            <a:r>
              <a:rPr sz="3200" spc="-10" dirty="0">
                <a:solidFill>
                  <a:srgbClr val="4B5054"/>
                </a:solidFill>
                <a:latin typeface="+mn-lt"/>
                <a:cs typeface="Times New Roman"/>
              </a:rPr>
              <a:t>individual.</a:t>
            </a:r>
            <a:endParaRPr sz="3200" dirty="0">
              <a:latin typeface="+mn-lt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461413" y="2706753"/>
            <a:ext cx="3916045" cy="5467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3400" b="1" spc="80" dirty="0">
                <a:solidFill>
                  <a:srgbClr val="031D3F"/>
                </a:solidFill>
                <a:latin typeface="Arial"/>
                <a:cs typeface="Arial"/>
              </a:rPr>
              <a:t>Service</a:t>
            </a:r>
            <a:r>
              <a:rPr sz="3400" b="1" spc="-50" dirty="0">
                <a:solidFill>
                  <a:srgbClr val="031D3F"/>
                </a:solidFill>
                <a:latin typeface="Arial"/>
                <a:cs typeface="Arial"/>
              </a:rPr>
              <a:t> </a:t>
            </a:r>
            <a:r>
              <a:rPr sz="3400" b="1" spc="55" dirty="0">
                <a:solidFill>
                  <a:srgbClr val="031D3F"/>
                </a:solidFill>
                <a:latin typeface="Arial"/>
                <a:cs typeface="Arial"/>
              </a:rPr>
              <a:t>Identifiers</a:t>
            </a:r>
            <a:endParaRPr sz="3400" dirty="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9231278" y="3517404"/>
            <a:ext cx="3800475" cy="1571264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8890" marR="5080" indent="635">
              <a:lnSpc>
                <a:spcPct val="83800"/>
              </a:lnSpc>
              <a:spcBef>
                <a:spcPts val="685"/>
              </a:spcBef>
            </a:pPr>
            <a:r>
              <a:rPr sz="2800" spc="-95" dirty="0">
                <a:solidFill>
                  <a:srgbClr val="1A1C1D"/>
                </a:solidFill>
                <a:latin typeface="+mn-lt"/>
                <a:cs typeface="Times New Roman"/>
              </a:rPr>
              <a:t>Medical</a:t>
            </a:r>
            <a:r>
              <a:rPr sz="2800" spc="-90" dirty="0">
                <a:solidFill>
                  <a:srgbClr val="1A1C1D"/>
                </a:solidFill>
                <a:latin typeface="+mn-lt"/>
                <a:cs typeface="Times New Roman"/>
              </a:rPr>
              <a:t> </a:t>
            </a:r>
            <a:r>
              <a:rPr sz="2800" spc="-25" dirty="0">
                <a:solidFill>
                  <a:srgbClr val="1A1C1D"/>
                </a:solidFill>
                <a:latin typeface="+mn-lt"/>
                <a:cs typeface="Times New Roman"/>
              </a:rPr>
              <a:t>Record</a:t>
            </a:r>
            <a:r>
              <a:rPr sz="2800" spc="-90" dirty="0">
                <a:solidFill>
                  <a:srgbClr val="1A1C1D"/>
                </a:solidFill>
                <a:latin typeface="+mn-lt"/>
                <a:cs typeface="Times New Roman"/>
              </a:rPr>
              <a:t> </a:t>
            </a:r>
            <a:r>
              <a:rPr sz="2800" spc="-75" dirty="0">
                <a:solidFill>
                  <a:srgbClr val="1A1C1D"/>
                </a:solidFill>
                <a:latin typeface="+mn-lt"/>
                <a:cs typeface="Times New Roman"/>
              </a:rPr>
              <a:t>Numbers, </a:t>
            </a:r>
            <a:r>
              <a:rPr sz="2800" spc="-25" dirty="0">
                <a:solidFill>
                  <a:srgbClr val="1A1C1D"/>
                </a:solidFill>
                <a:latin typeface="+mn-lt"/>
                <a:cs typeface="Times New Roman"/>
              </a:rPr>
              <a:t>Health</a:t>
            </a:r>
            <a:r>
              <a:rPr sz="2800" spc="-145" dirty="0">
                <a:solidFill>
                  <a:srgbClr val="1A1C1D"/>
                </a:solidFill>
                <a:latin typeface="+mn-lt"/>
                <a:cs typeface="Times New Roman"/>
              </a:rPr>
              <a:t> </a:t>
            </a:r>
            <a:r>
              <a:rPr sz="2800" spc="-70" dirty="0">
                <a:solidFill>
                  <a:srgbClr val="1A1C1D"/>
                </a:solidFill>
                <a:latin typeface="+mn-lt"/>
                <a:cs typeface="Times New Roman"/>
              </a:rPr>
              <a:t>Plan</a:t>
            </a:r>
            <a:r>
              <a:rPr sz="2800" spc="-114" dirty="0">
                <a:solidFill>
                  <a:srgbClr val="1A1C1D"/>
                </a:solidFill>
                <a:latin typeface="+mn-lt"/>
                <a:cs typeface="Times New Roman"/>
              </a:rPr>
              <a:t> </a:t>
            </a:r>
            <a:r>
              <a:rPr sz="2800" spc="-10" dirty="0">
                <a:solidFill>
                  <a:srgbClr val="1A1C1D"/>
                </a:solidFill>
                <a:latin typeface="+mn-lt"/>
                <a:cs typeface="Times New Roman"/>
              </a:rPr>
              <a:t>Beneficiary numbers,</a:t>
            </a:r>
            <a:endParaRPr sz="2800" dirty="0">
              <a:latin typeface="+mn-lt"/>
              <a:cs typeface="Times New Roman"/>
            </a:endParaRPr>
          </a:p>
          <a:p>
            <a:pPr>
              <a:lnSpc>
                <a:spcPts val="3115"/>
              </a:lnSpc>
            </a:pPr>
            <a:r>
              <a:rPr sz="2800" spc="-50" dirty="0">
                <a:solidFill>
                  <a:srgbClr val="1A1C1D"/>
                </a:solidFill>
                <a:latin typeface="+mn-lt"/>
                <a:cs typeface="Times New Roman"/>
              </a:rPr>
              <a:t>Account</a:t>
            </a:r>
            <a:r>
              <a:rPr sz="2800" spc="-90" dirty="0">
                <a:solidFill>
                  <a:srgbClr val="1A1C1D"/>
                </a:solidFill>
                <a:latin typeface="+mn-lt"/>
                <a:cs typeface="Times New Roman"/>
              </a:rPr>
              <a:t> </a:t>
            </a:r>
            <a:r>
              <a:rPr sz="2800" spc="-10" dirty="0">
                <a:solidFill>
                  <a:srgbClr val="1A1C1D"/>
                </a:solidFill>
                <a:latin typeface="+mn-lt"/>
                <a:cs typeface="Times New Roman"/>
              </a:rPr>
              <a:t>numbers.</a:t>
            </a:r>
            <a:endParaRPr sz="2800" dirty="0">
              <a:latin typeface="+mn-lt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47687" y="6000417"/>
            <a:ext cx="5980113" cy="2276457"/>
          </a:xfrm>
          <a:prstGeom prst="rect">
            <a:avLst/>
          </a:prstGeom>
          <a:noFill/>
          <a:ln w="38210">
            <a:noFill/>
          </a:ln>
        </p:spPr>
        <p:txBody>
          <a:bodyPr vert="horz" wrap="square" lIns="0" tIns="264160" rIns="0" bIns="0" rtlCol="0">
            <a:spAutoFit/>
          </a:bodyPr>
          <a:lstStyle/>
          <a:p>
            <a:pPr marL="337185">
              <a:lnSpc>
                <a:spcPct val="100000"/>
              </a:lnSpc>
              <a:spcBef>
                <a:spcPts val="2080"/>
              </a:spcBef>
            </a:pPr>
            <a:r>
              <a:rPr sz="3400" b="1" dirty="0">
                <a:solidFill>
                  <a:srgbClr val="031D3F"/>
                </a:solidFill>
                <a:latin typeface="+mn-lt"/>
                <a:cs typeface="Arial"/>
              </a:rPr>
              <a:t>Biometric</a:t>
            </a:r>
            <a:r>
              <a:rPr sz="3400" b="1" spc="114" dirty="0">
                <a:solidFill>
                  <a:srgbClr val="031D3F"/>
                </a:solidFill>
                <a:latin typeface="+mn-lt"/>
                <a:cs typeface="Arial"/>
              </a:rPr>
              <a:t> </a:t>
            </a:r>
            <a:r>
              <a:rPr sz="3400" b="1" spc="-625" dirty="0">
                <a:solidFill>
                  <a:srgbClr val="031D3F"/>
                </a:solidFill>
                <a:latin typeface="+mn-lt"/>
                <a:cs typeface="Times New Roman"/>
              </a:rPr>
              <a:t>&amp;</a:t>
            </a:r>
            <a:r>
              <a:rPr sz="3400" b="1" spc="-65" dirty="0">
                <a:solidFill>
                  <a:srgbClr val="031D3F"/>
                </a:solidFill>
                <a:latin typeface="+mn-lt"/>
                <a:cs typeface="Times New Roman"/>
              </a:rPr>
              <a:t> </a:t>
            </a:r>
            <a:r>
              <a:rPr sz="3400" b="1" spc="-10" dirty="0">
                <a:solidFill>
                  <a:srgbClr val="031D3F"/>
                </a:solidFill>
                <a:latin typeface="+mn-lt"/>
                <a:cs typeface="Arial"/>
              </a:rPr>
              <a:t>Visual</a:t>
            </a:r>
            <a:endParaRPr sz="3400" dirty="0">
              <a:latin typeface="+mn-lt"/>
              <a:cs typeface="Arial"/>
            </a:endParaRPr>
          </a:p>
          <a:p>
            <a:pPr marL="2046605" marR="1645920" indent="10160">
              <a:lnSpc>
                <a:spcPct val="89400"/>
              </a:lnSpc>
              <a:spcBef>
                <a:spcPts val="2205"/>
              </a:spcBef>
            </a:pPr>
            <a:r>
              <a:rPr sz="2800" spc="-95" dirty="0">
                <a:solidFill>
                  <a:srgbClr val="1A1C1D"/>
                </a:solidFill>
                <a:latin typeface="+mn-lt"/>
                <a:cs typeface="Times New Roman"/>
              </a:rPr>
              <a:t>Full-face photos, Fingerprints, Voiceprints.</a:t>
            </a:r>
          </a:p>
        </p:txBody>
      </p:sp>
      <p:sp>
        <p:nvSpPr>
          <p:cNvPr id="38" name="object 38"/>
          <p:cNvSpPr txBox="1"/>
          <p:nvPr/>
        </p:nvSpPr>
        <p:spPr>
          <a:xfrm>
            <a:off x="7467043" y="6262124"/>
            <a:ext cx="3825240" cy="53860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3400" b="1" dirty="0">
                <a:solidFill>
                  <a:srgbClr val="031D3F"/>
                </a:solidFill>
                <a:latin typeface="Arial"/>
                <a:cs typeface="Arial"/>
              </a:rPr>
              <a:t>Technical</a:t>
            </a:r>
            <a:r>
              <a:rPr sz="3400" b="1" spc="95" dirty="0">
                <a:solidFill>
                  <a:srgbClr val="031D3F"/>
                </a:solidFill>
                <a:latin typeface="Arial"/>
                <a:cs typeface="Arial"/>
              </a:rPr>
              <a:t> </a:t>
            </a:r>
            <a:r>
              <a:rPr sz="3400" b="1" spc="-625" dirty="0">
                <a:solidFill>
                  <a:srgbClr val="031D3F"/>
                </a:solidFill>
                <a:latin typeface="+mn-lt"/>
                <a:cs typeface="Times New Roman"/>
              </a:rPr>
              <a:t>&amp;</a:t>
            </a:r>
            <a:r>
              <a:rPr sz="3400" b="1" spc="-150" dirty="0">
                <a:solidFill>
                  <a:srgbClr val="031D3F"/>
                </a:solidFill>
                <a:latin typeface="+mn-lt"/>
                <a:cs typeface="Times New Roman"/>
              </a:rPr>
              <a:t> </a:t>
            </a:r>
            <a:r>
              <a:rPr sz="3400" b="1" spc="110" dirty="0">
                <a:solidFill>
                  <a:srgbClr val="031D3F"/>
                </a:solidFill>
                <a:latin typeface="+mn-lt"/>
                <a:cs typeface="Arial"/>
              </a:rPr>
              <a:t>Dates</a:t>
            </a:r>
            <a:endParaRPr sz="3400" dirty="0">
              <a:latin typeface="+mn-lt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9193066" y="7066392"/>
            <a:ext cx="3877310" cy="1664970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8890" marR="248920" indent="-3175">
              <a:lnSpc>
                <a:spcPts val="3120"/>
              </a:lnSpc>
              <a:spcBef>
                <a:spcPts val="570"/>
              </a:spcBef>
            </a:pPr>
            <a:r>
              <a:rPr sz="2800" spc="-114" dirty="0">
                <a:solidFill>
                  <a:srgbClr val="1A1C1D"/>
                </a:solidFill>
                <a:latin typeface="+mn-lt"/>
                <a:cs typeface="Times New Roman"/>
              </a:rPr>
              <a:t>IP</a:t>
            </a:r>
            <a:r>
              <a:rPr sz="2800" spc="-200" dirty="0">
                <a:solidFill>
                  <a:srgbClr val="1A1C1D"/>
                </a:solidFill>
                <a:latin typeface="+mn-lt"/>
                <a:cs typeface="Times New Roman"/>
              </a:rPr>
              <a:t> </a:t>
            </a:r>
            <a:r>
              <a:rPr sz="2800" spc="-60" dirty="0">
                <a:solidFill>
                  <a:srgbClr val="1A1C1D"/>
                </a:solidFill>
                <a:latin typeface="+mn-lt"/>
                <a:cs typeface="Times New Roman"/>
              </a:rPr>
              <a:t>Addresses,</a:t>
            </a:r>
            <a:r>
              <a:rPr sz="2800" spc="-110" dirty="0">
                <a:solidFill>
                  <a:srgbClr val="1A1C1D"/>
                </a:solidFill>
                <a:latin typeface="+mn-lt"/>
                <a:cs typeface="Times New Roman"/>
              </a:rPr>
              <a:t> </a:t>
            </a:r>
            <a:r>
              <a:rPr sz="2800" spc="-105" dirty="0">
                <a:solidFill>
                  <a:srgbClr val="1A1C1D"/>
                </a:solidFill>
                <a:latin typeface="+mn-lt"/>
                <a:cs typeface="Times New Roman"/>
              </a:rPr>
              <a:t>Web</a:t>
            </a:r>
            <a:r>
              <a:rPr sz="2800" spc="-65" dirty="0">
                <a:solidFill>
                  <a:srgbClr val="1A1C1D"/>
                </a:solidFill>
                <a:latin typeface="+mn-lt"/>
                <a:cs typeface="Times New Roman"/>
              </a:rPr>
              <a:t> </a:t>
            </a:r>
            <a:r>
              <a:rPr sz="2800" spc="-229" dirty="0">
                <a:solidFill>
                  <a:srgbClr val="1A1C1D"/>
                </a:solidFill>
                <a:latin typeface="+mn-lt"/>
                <a:cs typeface="Times New Roman"/>
              </a:rPr>
              <a:t>URLs, </a:t>
            </a:r>
            <a:r>
              <a:rPr sz="2800" spc="-114" dirty="0">
                <a:solidFill>
                  <a:srgbClr val="1A1C1D"/>
                </a:solidFill>
                <a:latin typeface="+mn-lt"/>
                <a:cs typeface="Times New Roman"/>
              </a:rPr>
              <a:t>Device</a:t>
            </a:r>
            <a:r>
              <a:rPr sz="2800" spc="-70" dirty="0">
                <a:solidFill>
                  <a:srgbClr val="1A1C1D"/>
                </a:solidFill>
                <a:latin typeface="+mn-lt"/>
                <a:cs typeface="Times New Roman"/>
              </a:rPr>
              <a:t> </a:t>
            </a:r>
            <a:r>
              <a:rPr sz="2800" spc="-30" dirty="0">
                <a:solidFill>
                  <a:srgbClr val="1A1C1D"/>
                </a:solidFill>
                <a:latin typeface="+mn-lt"/>
                <a:cs typeface="Times New Roman"/>
              </a:rPr>
              <a:t>Serial</a:t>
            </a:r>
            <a:r>
              <a:rPr sz="2800" spc="-110" dirty="0">
                <a:solidFill>
                  <a:srgbClr val="1A1C1D"/>
                </a:solidFill>
                <a:latin typeface="+mn-lt"/>
                <a:cs typeface="Times New Roman"/>
              </a:rPr>
              <a:t> </a:t>
            </a:r>
            <a:r>
              <a:rPr sz="2800" spc="-10" dirty="0">
                <a:solidFill>
                  <a:srgbClr val="1A1C1D"/>
                </a:solidFill>
                <a:latin typeface="+mn-lt"/>
                <a:cs typeface="Times New Roman"/>
              </a:rPr>
              <a:t>Numbers.</a:t>
            </a:r>
            <a:endParaRPr sz="2800" dirty="0">
              <a:latin typeface="+mn-lt"/>
              <a:cs typeface="Times New Roman"/>
            </a:endParaRPr>
          </a:p>
          <a:p>
            <a:pPr>
              <a:lnSpc>
                <a:spcPts val="2815"/>
              </a:lnSpc>
            </a:pPr>
            <a:r>
              <a:rPr sz="2800" spc="-270" dirty="0">
                <a:solidFill>
                  <a:srgbClr val="1A1C1D"/>
                </a:solidFill>
                <a:latin typeface="+mn-lt"/>
                <a:cs typeface="Times New Roman"/>
              </a:rPr>
              <a:t>All</a:t>
            </a:r>
            <a:r>
              <a:rPr sz="2800" spc="-85" dirty="0">
                <a:solidFill>
                  <a:srgbClr val="1A1C1D"/>
                </a:solidFill>
                <a:latin typeface="+mn-lt"/>
                <a:cs typeface="Times New Roman"/>
              </a:rPr>
              <a:t> </a:t>
            </a:r>
            <a:r>
              <a:rPr sz="2800" dirty="0">
                <a:solidFill>
                  <a:srgbClr val="1A1C1D"/>
                </a:solidFill>
                <a:latin typeface="+mn-lt"/>
                <a:cs typeface="Times New Roman"/>
              </a:rPr>
              <a:t>dates</a:t>
            </a:r>
            <a:r>
              <a:rPr sz="2800" spc="-150" dirty="0">
                <a:solidFill>
                  <a:srgbClr val="1A1C1D"/>
                </a:solidFill>
                <a:latin typeface="+mn-lt"/>
                <a:cs typeface="Times New Roman"/>
              </a:rPr>
              <a:t> </a:t>
            </a:r>
            <a:r>
              <a:rPr sz="2800" spc="-65" dirty="0">
                <a:solidFill>
                  <a:srgbClr val="1A1C1D"/>
                </a:solidFill>
                <a:latin typeface="+mn-lt"/>
                <a:cs typeface="Times New Roman"/>
              </a:rPr>
              <a:t>(admission,</a:t>
            </a:r>
            <a:r>
              <a:rPr sz="2800" spc="30" dirty="0">
                <a:solidFill>
                  <a:srgbClr val="1A1C1D"/>
                </a:solidFill>
                <a:latin typeface="+mn-lt"/>
                <a:cs typeface="Times New Roman"/>
              </a:rPr>
              <a:t> </a:t>
            </a:r>
            <a:r>
              <a:rPr sz="2800" spc="-10" dirty="0">
                <a:solidFill>
                  <a:srgbClr val="1A1C1D"/>
                </a:solidFill>
                <a:latin typeface="+mn-lt"/>
                <a:cs typeface="Times New Roman"/>
              </a:rPr>
              <a:t>birth,</a:t>
            </a:r>
            <a:endParaRPr sz="2800" dirty="0">
              <a:latin typeface="+mn-lt"/>
              <a:cs typeface="Times New Roman"/>
            </a:endParaRPr>
          </a:p>
          <a:p>
            <a:pPr marL="3175">
              <a:lnSpc>
                <a:spcPts val="3379"/>
              </a:lnSpc>
            </a:pPr>
            <a:r>
              <a:rPr sz="2800" spc="-10" dirty="0">
                <a:solidFill>
                  <a:srgbClr val="1A1C1D"/>
                </a:solidFill>
                <a:latin typeface="+mn-lt"/>
                <a:cs typeface="Times New Roman"/>
              </a:rPr>
              <a:t>death)</a:t>
            </a:r>
            <a:r>
              <a:rPr sz="2800" spc="-175" dirty="0">
                <a:solidFill>
                  <a:srgbClr val="1A1C1D"/>
                </a:solidFill>
                <a:latin typeface="+mn-lt"/>
                <a:cs typeface="Times New Roman"/>
              </a:rPr>
              <a:t> </a:t>
            </a:r>
            <a:r>
              <a:rPr sz="2800" dirty="0">
                <a:solidFill>
                  <a:srgbClr val="1A1C1D"/>
                </a:solidFill>
                <a:latin typeface="+mn-lt"/>
                <a:cs typeface="Times New Roman"/>
              </a:rPr>
              <a:t>except</a:t>
            </a:r>
            <a:r>
              <a:rPr sz="2800" spc="-150" dirty="0">
                <a:solidFill>
                  <a:srgbClr val="1A1C1D"/>
                </a:solidFill>
                <a:latin typeface="+mn-lt"/>
                <a:cs typeface="Times New Roman"/>
              </a:rPr>
              <a:t> </a:t>
            </a:r>
            <a:r>
              <a:rPr sz="2800" spc="-10" dirty="0">
                <a:solidFill>
                  <a:srgbClr val="1A1C1D"/>
                </a:solidFill>
                <a:latin typeface="+mn-lt"/>
                <a:cs typeface="Times New Roman"/>
              </a:rPr>
              <a:t>year</a:t>
            </a:r>
            <a:r>
              <a:rPr sz="2800" spc="-160" dirty="0">
                <a:solidFill>
                  <a:srgbClr val="1A1C1D"/>
                </a:solidFill>
                <a:latin typeface="+mn-lt"/>
                <a:cs typeface="Times New Roman"/>
              </a:rPr>
              <a:t> </a:t>
            </a:r>
            <a:r>
              <a:rPr sz="2800" spc="-10" dirty="0">
                <a:solidFill>
                  <a:srgbClr val="1A1C1D"/>
                </a:solidFill>
                <a:latin typeface="+mn-lt"/>
                <a:cs typeface="Times New Roman"/>
              </a:rPr>
              <a:t>alone.</a:t>
            </a:r>
            <a:endParaRPr sz="2800" dirty="0">
              <a:latin typeface="+mn-lt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4722744" y="2628276"/>
            <a:ext cx="2012950" cy="477054"/>
          </a:xfrm>
          <a:prstGeom prst="rect">
            <a:avLst/>
          </a:prstGeom>
          <a:noFill/>
        </p:spPr>
        <p:txBody>
          <a:bodyPr vert="horz" wrap="square" lIns="0" tIns="228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80"/>
              </a:spcBef>
            </a:pPr>
            <a:r>
              <a:rPr sz="2950" b="1" spc="-10" dirty="0">
                <a:solidFill>
                  <a:schemeClr val="bg1"/>
                </a:solidFill>
                <a:latin typeface="Arial"/>
                <a:cs typeface="Arial"/>
              </a:rPr>
              <a:t>WARNING:</a:t>
            </a:r>
            <a:endParaRPr sz="295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3755946" y="3613150"/>
            <a:ext cx="3171825" cy="4541628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84480" marR="248285" indent="12065" algn="l">
              <a:lnSpc>
                <a:spcPct val="91100"/>
              </a:lnSpc>
              <a:spcBef>
                <a:spcPts val="470"/>
              </a:spcBef>
            </a:pPr>
            <a:r>
              <a:rPr sz="3200" b="1" spc="-85" dirty="0">
                <a:solidFill>
                  <a:srgbClr val="C00000"/>
                </a:solidFill>
                <a:latin typeface="+mn-lt"/>
                <a:cs typeface="Times New Roman"/>
              </a:rPr>
              <a:t>Even</a:t>
            </a:r>
            <a:r>
              <a:rPr sz="3200" b="1" spc="-114" dirty="0">
                <a:solidFill>
                  <a:srgbClr val="C00000"/>
                </a:solidFill>
                <a:latin typeface="+mn-lt"/>
                <a:cs typeface="Times New Roman"/>
              </a:rPr>
              <a:t> </a:t>
            </a:r>
            <a:r>
              <a:rPr sz="3200" b="1" spc="-10" dirty="0">
                <a:solidFill>
                  <a:srgbClr val="C00000"/>
                </a:solidFill>
                <a:latin typeface="+mn-lt"/>
                <a:cs typeface="Times New Roman"/>
              </a:rPr>
              <a:t>"hallway </a:t>
            </a:r>
            <a:r>
              <a:rPr sz="3200" b="1" spc="-20" dirty="0">
                <a:solidFill>
                  <a:srgbClr val="C00000"/>
                </a:solidFill>
                <a:latin typeface="+mn-lt"/>
                <a:cs typeface="Times New Roman"/>
              </a:rPr>
              <a:t>talk"</a:t>
            </a:r>
            <a:r>
              <a:rPr sz="3200" b="1" spc="-440" dirty="0">
                <a:solidFill>
                  <a:srgbClr val="C00000"/>
                </a:solidFill>
                <a:latin typeface="+mn-lt"/>
                <a:cs typeface="Times New Roman"/>
              </a:rPr>
              <a:t> </a:t>
            </a:r>
            <a:r>
              <a:rPr sz="3200" b="1" spc="95" dirty="0">
                <a:solidFill>
                  <a:srgbClr val="C00000"/>
                </a:solidFill>
                <a:latin typeface="+mn-lt"/>
                <a:cs typeface="Times New Roman"/>
              </a:rPr>
              <a:t>or</a:t>
            </a:r>
            <a:r>
              <a:rPr sz="3200" b="1" spc="-140" dirty="0">
                <a:solidFill>
                  <a:srgbClr val="C00000"/>
                </a:solidFill>
                <a:latin typeface="+mn-lt"/>
                <a:cs typeface="Times New Roman"/>
              </a:rPr>
              <a:t> </a:t>
            </a:r>
            <a:r>
              <a:rPr sz="3200" b="1" spc="95" dirty="0">
                <a:solidFill>
                  <a:srgbClr val="C00000"/>
                </a:solidFill>
                <a:latin typeface="+mn-lt"/>
                <a:cs typeface="Times New Roman"/>
              </a:rPr>
              <a:t>a </a:t>
            </a:r>
            <a:r>
              <a:rPr sz="3200" b="1" spc="-10" dirty="0">
                <a:solidFill>
                  <a:srgbClr val="C00000"/>
                </a:solidFill>
                <a:latin typeface="+mn-lt"/>
                <a:cs typeface="Times New Roman"/>
              </a:rPr>
              <a:t>patient's </a:t>
            </a:r>
            <a:r>
              <a:rPr sz="3200" b="1" dirty="0">
                <a:solidFill>
                  <a:srgbClr val="C00000"/>
                </a:solidFill>
                <a:latin typeface="+mn-lt"/>
                <a:cs typeface="Times New Roman"/>
              </a:rPr>
              <a:t>presence</a:t>
            </a:r>
            <a:r>
              <a:rPr sz="3200" b="1" spc="-190" dirty="0">
                <a:solidFill>
                  <a:srgbClr val="C00000"/>
                </a:solidFill>
                <a:latin typeface="+mn-lt"/>
                <a:cs typeface="Times New Roman"/>
              </a:rPr>
              <a:t> </a:t>
            </a:r>
            <a:r>
              <a:rPr sz="3200" b="1" spc="-1105" dirty="0">
                <a:solidFill>
                  <a:srgbClr val="C00000"/>
                </a:solidFill>
                <a:latin typeface="+mn-lt"/>
                <a:cs typeface="Times New Roman"/>
              </a:rPr>
              <a:t>1</a:t>
            </a:r>
            <a:r>
              <a:rPr lang="en-US" sz="2000" b="1" spc="-75" baseline="63492" dirty="0">
                <a:solidFill>
                  <a:srgbClr val="C00000"/>
                </a:solidFill>
                <a:latin typeface="+mn-lt"/>
                <a:cs typeface="Times New Roman"/>
              </a:rPr>
              <a:t>i</a:t>
            </a:r>
            <a:r>
              <a:rPr sz="2000" b="1" spc="157" baseline="63492" dirty="0">
                <a:solidFill>
                  <a:srgbClr val="C00000"/>
                </a:solidFill>
                <a:latin typeface="+mn-lt"/>
                <a:cs typeface="Times New Roman"/>
              </a:rPr>
              <a:t> </a:t>
            </a:r>
            <a:r>
              <a:rPr sz="3200" b="1" spc="-265" dirty="0">
                <a:solidFill>
                  <a:srgbClr val="C00000"/>
                </a:solidFill>
                <a:latin typeface="+mn-lt"/>
                <a:cs typeface="Times New Roman"/>
              </a:rPr>
              <a:t>n</a:t>
            </a:r>
            <a:r>
              <a:rPr sz="3200" b="1" spc="120" dirty="0">
                <a:solidFill>
                  <a:srgbClr val="C00000"/>
                </a:solidFill>
                <a:latin typeface="+mn-lt"/>
                <a:cs typeface="Times New Roman"/>
              </a:rPr>
              <a:t> </a:t>
            </a:r>
            <a:r>
              <a:rPr sz="3200" b="1" spc="-50" dirty="0">
                <a:solidFill>
                  <a:srgbClr val="C00000"/>
                </a:solidFill>
                <a:latin typeface="+mn-lt"/>
                <a:cs typeface="Times New Roman"/>
              </a:rPr>
              <a:t>a </a:t>
            </a:r>
            <a:r>
              <a:rPr sz="3200" b="1" dirty="0">
                <a:solidFill>
                  <a:srgbClr val="C00000"/>
                </a:solidFill>
                <a:latin typeface="+mn-lt"/>
                <a:cs typeface="Times New Roman"/>
              </a:rPr>
              <a:t>specific</a:t>
            </a:r>
            <a:r>
              <a:rPr sz="3200" b="1" spc="-55" dirty="0">
                <a:solidFill>
                  <a:srgbClr val="C00000"/>
                </a:solidFill>
                <a:latin typeface="+mn-lt"/>
                <a:cs typeface="Times New Roman"/>
              </a:rPr>
              <a:t> </a:t>
            </a:r>
            <a:r>
              <a:rPr sz="3200" b="1" spc="-10" dirty="0">
                <a:solidFill>
                  <a:srgbClr val="C00000"/>
                </a:solidFill>
                <a:latin typeface="+mn-lt"/>
                <a:cs typeface="Times New Roman"/>
              </a:rPr>
              <a:t>clinic </a:t>
            </a:r>
            <a:r>
              <a:rPr lang="en-US" sz="3200" b="1" spc="-10" dirty="0">
                <a:solidFill>
                  <a:srgbClr val="C00000"/>
                </a:solidFill>
                <a:latin typeface="+mn-lt"/>
                <a:cs typeface="Times New Roman"/>
              </a:rPr>
              <a:t>(l</a:t>
            </a:r>
            <a:r>
              <a:rPr sz="3200" b="1" spc="-220" dirty="0">
                <a:solidFill>
                  <a:srgbClr val="C00000"/>
                </a:solidFill>
                <a:latin typeface="+mn-lt"/>
                <a:cs typeface="Times New Roman"/>
              </a:rPr>
              <a:t>ike</a:t>
            </a:r>
            <a:r>
              <a:rPr sz="3200" b="1" spc="-70" dirty="0">
                <a:solidFill>
                  <a:srgbClr val="C00000"/>
                </a:solidFill>
                <a:latin typeface="+mn-lt"/>
                <a:cs typeface="Times New Roman"/>
              </a:rPr>
              <a:t> </a:t>
            </a:r>
            <a:r>
              <a:rPr sz="3200" b="1" spc="-10" dirty="0">
                <a:solidFill>
                  <a:srgbClr val="C00000"/>
                </a:solidFill>
                <a:latin typeface="+mn-lt"/>
                <a:cs typeface="Times New Roman"/>
              </a:rPr>
              <a:t>addiction recovery) </a:t>
            </a:r>
            <a:r>
              <a:rPr sz="3200" b="1" spc="55" dirty="0">
                <a:solidFill>
                  <a:srgbClr val="C00000"/>
                </a:solidFill>
                <a:latin typeface="+mn-lt"/>
                <a:cs typeface="Times New Roman"/>
              </a:rPr>
              <a:t>constitutes</a:t>
            </a:r>
            <a:r>
              <a:rPr sz="3200" b="1" spc="175" dirty="0">
                <a:solidFill>
                  <a:srgbClr val="C00000"/>
                </a:solidFill>
                <a:latin typeface="+mn-lt"/>
                <a:cs typeface="Times New Roman"/>
              </a:rPr>
              <a:t> </a:t>
            </a:r>
            <a:r>
              <a:rPr sz="3200" b="1" spc="-125" dirty="0">
                <a:solidFill>
                  <a:srgbClr val="C00000"/>
                </a:solidFill>
                <a:latin typeface="+mn-lt"/>
                <a:cs typeface="Times New Roman"/>
              </a:rPr>
              <a:t>PHI </a:t>
            </a:r>
            <a:r>
              <a:rPr sz="3200" b="1" dirty="0">
                <a:solidFill>
                  <a:srgbClr val="C00000"/>
                </a:solidFill>
                <a:latin typeface="+mn-lt"/>
                <a:cs typeface="Times New Roman"/>
              </a:rPr>
              <a:t>and</a:t>
            </a:r>
            <a:r>
              <a:rPr sz="3200" b="1" spc="150" dirty="0">
                <a:solidFill>
                  <a:srgbClr val="C00000"/>
                </a:solidFill>
                <a:latin typeface="+mn-lt"/>
                <a:cs typeface="Times New Roman"/>
              </a:rPr>
              <a:t> </a:t>
            </a:r>
            <a:r>
              <a:rPr sz="3200" b="1" dirty="0">
                <a:solidFill>
                  <a:srgbClr val="C00000"/>
                </a:solidFill>
                <a:latin typeface="+mn-lt"/>
                <a:cs typeface="Times New Roman"/>
              </a:rPr>
              <a:t>must</a:t>
            </a:r>
            <a:r>
              <a:rPr sz="3200" b="1" spc="135" dirty="0">
                <a:solidFill>
                  <a:srgbClr val="C00000"/>
                </a:solidFill>
                <a:latin typeface="+mn-lt"/>
                <a:cs typeface="Times New Roman"/>
              </a:rPr>
              <a:t> </a:t>
            </a:r>
            <a:r>
              <a:rPr sz="3200" b="1" spc="30" dirty="0">
                <a:solidFill>
                  <a:srgbClr val="C00000"/>
                </a:solidFill>
                <a:latin typeface="+mn-lt"/>
                <a:cs typeface="Times New Roman"/>
              </a:rPr>
              <a:t>be </a:t>
            </a:r>
            <a:r>
              <a:rPr sz="3200" b="1" spc="40" dirty="0">
                <a:solidFill>
                  <a:srgbClr val="C00000"/>
                </a:solidFill>
                <a:latin typeface="+mn-lt"/>
                <a:cs typeface="Times New Roman"/>
              </a:rPr>
              <a:t>protected.</a:t>
            </a:r>
            <a:endParaRPr sz="3200" b="1" dirty="0">
              <a:solidFill>
                <a:srgbClr val="C00000"/>
              </a:solidFill>
              <a:latin typeface="+mn-lt"/>
              <a:cs typeface="Times New Roman"/>
            </a:endParaRPr>
          </a:p>
        </p:txBody>
      </p:sp>
      <p:pic>
        <p:nvPicPr>
          <p:cNvPr id="46" name="Graphic 45" descr="Employee badge outline">
            <a:extLst>
              <a:ext uri="{FF2B5EF4-FFF2-40B4-BE49-F238E27FC236}">
                <a16:creationId xmlns:a16="http://schemas.microsoft.com/office/drawing/2014/main" id="{0DC47488-5C83-AD49-10D9-1857411804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9797" y="3487907"/>
            <a:ext cx="1247127" cy="124712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8" name="Graphic 47" descr="Folder Search outline">
            <a:extLst>
              <a:ext uri="{FF2B5EF4-FFF2-40B4-BE49-F238E27FC236}">
                <a16:creationId xmlns:a16="http://schemas.microsoft.com/office/drawing/2014/main" id="{9CCC11ED-98F9-210A-AA7E-BFEC40CE82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52994" y="3478432"/>
            <a:ext cx="1316244" cy="13162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3" name="Graphic 52" descr="Warning with solid fill">
            <a:extLst>
              <a:ext uri="{FF2B5EF4-FFF2-40B4-BE49-F238E27FC236}">
                <a16:creationId xmlns:a16="http://schemas.microsoft.com/office/drawing/2014/main" id="{836ECAF6-CE2B-D0EB-DB24-B4D25211D91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890399" y="2486978"/>
            <a:ext cx="686794" cy="686794"/>
          </a:xfrm>
          <a:prstGeom prst="rect">
            <a:avLst/>
          </a:prstGeom>
        </p:spPr>
      </p:pic>
      <p:pic>
        <p:nvPicPr>
          <p:cNvPr id="55" name="Graphic 54" descr="Selfie outline">
            <a:extLst>
              <a:ext uri="{FF2B5EF4-FFF2-40B4-BE49-F238E27FC236}">
                <a16:creationId xmlns:a16="http://schemas.microsoft.com/office/drawing/2014/main" id="{6F07504F-50BB-5DF0-B8F4-B2A7C894FC9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29797" y="6999766"/>
            <a:ext cx="1291520" cy="129152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7" name="Graphic 56" descr="Cloud Computing outline">
            <a:extLst>
              <a:ext uri="{FF2B5EF4-FFF2-40B4-BE49-F238E27FC236}">
                <a16:creationId xmlns:a16="http://schemas.microsoft.com/office/drawing/2014/main" id="{527DE4E3-A632-56E9-D30E-94BD6D0788F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552994" y="6984477"/>
            <a:ext cx="1184606" cy="118460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4" name="object 17">
            <a:extLst>
              <a:ext uri="{FF2B5EF4-FFF2-40B4-BE49-F238E27FC236}">
                <a16:creationId xmlns:a16="http://schemas.microsoft.com/office/drawing/2014/main" id="{06EB49E4-3181-7E00-2C37-3387D431AB50}"/>
              </a:ext>
            </a:extLst>
          </p:cNvPr>
          <p:cNvSpPr txBox="1"/>
          <p:nvPr/>
        </p:nvSpPr>
        <p:spPr>
          <a:xfrm>
            <a:off x="143795" y="9185464"/>
            <a:ext cx="17221200" cy="37574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10"/>
              </a:spcBef>
            </a:pPr>
            <a:r>
              <a:rPr lang="en-US" sz="235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Times New Roman"/>
              </a:rPr>
              <a:t>Copyright 2026 Transworld Medical Management, LLC. All rights reserved.</a:t>
            </a:r>
            <a:endParaRPr sz="1350" dirty="0">
              <a:solidFill>
                <a:schemeClr val="tx1">
                  <a:lumMod val="50000"/>
                  <a:lumOff val="50000"/>
                </a:schemeClr>
              </a:solidFill>
              <a:latin typeface="+mn-lt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445D1D7-B458-073D-CE5C-7785A1B56B02}"/>
              </a:ext>
            </a:extLst>
          </p:cNvPr>
          <p:cNvSpPr/>
          <p:nvPr/>
        </p:nvSpPr>
        <p:spPr>
          <a:xfrm>
            <a:off x="456840" y="8154693"/>
            <a:ext cx="16134043" cy="959878"/>
          </a:xfrm>
          <a:prstGeom prst="roundRect">
            <a:avLst>
              <a:gd name="adj" fmla="val 5167"/>
            </a:avLst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7DFB7733-F1BD-D366-0D31-C6BCAD7EC8E7}"/>
              </a:ext>
            </a:extLst>
          </p:cNvPr>
          <p:cNvSpPr/>
          <p:nvPr/>
        </p:nvSpPr>
        <p:spPr>
          <a:xfrm>
            <a:off x="8818483" y="1804313"/>
            <a:ext cx="7772400" cy="5931801"/>
          </a:xfrm>
          <a:prstGeom prst="roundRect">
            <a:avLst>
              <a:gd name="adj" fmla="val 5167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2D45E850-FDC0-4F1E-810A-0B0F825FFDC3}"/>
              </a:ext>
            </a:extLst>
          </p:cNvPr>
          <p:cNvSpPr/>
          <p:nvPr/>
        </p:nvSpPr>
        <p:spPr>
          <a:xfrm>
            <a:off x="456840" y="1840599"/>
            <a:ext cx="7772400" cy="5931801"/>
          </a:xfrm>
          <a:prstGeom prst="roundRect">
            <a:avLst>
              <a:gd name="adj" fmla="val 5167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bject 27" descr="$PPTXTitle"/>
          <p:cNvSpPr txBox="1">
            <a:spLocks noGrp="1"/>
          </p:cNvSpPr>
          <p:nvPr>
            <p:ph type="title"/>
          </p:nvPr>
        </p:nvSpPr>
        <p:spPr>
          <a:xfrm>
            <a:off x="3390649" y="459346"/>
            <a:ext cx="10693902" cy="692497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400" spc="195" dirty="0">
                <a:solidFill>
                  <a:srgbClr val="031F3D"/>
                </a:solidFill>
              </a:rPr>
              <a:t>The</a:t>
            </a:r>
            <a:r>
              <a:rPr sz="4400" spc="-180" dirty="0">
                <a:solidFill>
                  <a:srgbClr val="031F3D"/>
                </a:solidFill>
              </a:rPr>
              <a:t> </a:t>
            </a:r>
            <a:r>
              <a:rPr sz="4400" spc="135" dirty="0">
                <a:solidFill>
                  <a:srgbClr val="031F3D"/>
                </a:solidFill>
              </a:rPr>
              <a:t>Two</a:t>
            </a:r>
            <a:r>
              <a:rPr sz="4400" spc="-254" dirty="0">
                <a:solidFill>
                  <a:srgbClr val="031F3D"/>
                </a:solidFill>
              </a:rPr>
              <a:t> </a:t>
            </a:r>
            <a:r>
              <a:rPr sz="4400" dirty="0">
                <a:solidFill>
                  <a:srgbClr val="031F3D"/>
                </a:solidFill>
              </a:rPr>
              <a:t>Pillars:</a:t>
            </a:r>
            <a:r>
              <a:rPr sz="4400" spc="-285" dirty="0">
                <a:solidFill>
                  <a:srgbClr val="031F3D"/>
                </a:solidFill>
              </a:rPr>
              <a:t> </a:t>
            </a:r>
            <a:r>
              <a:rPr sz="4400" spc="80" dirty="0">
                <a:solidFill>
                  <a:srgbClr val="031F3D"/>
                </a:solidFill>
              </a:rPr>
              <a:t>Privacy</a:t>
            </a:r>
            <a:r>
              <a:rPr sz="4400" spc="60" dirty="0">
                <a:solidFill>
                  <a:srgbClr val="031F3D"/>
                </a:solidFill>
              </a:rPr>
              <a:t> </a:t>
            </a:r>
            <a:r>
              <a:rPr sz="4400" spc="95" dirty="0">
                <a:solidFill>
                  <a:srgbClr val="031F3D"/>
                </a:solidFill>
              </a:rPr>
              <a:t>vs.</a:t>
            </a:r>
            <a:r>
              <a:rPr sz="4400" spc="-240" dirty="0">
                <a:solidFill>
                  <a:srgbClr val="031F3D"/>
                </a:solidFill>
              </a:rPr>
              <a:t> </a:t>
            </a:r>
            <a:r>
              <a:rPr sz="4400" spc="85" dirty="0">
                <a:solidFill>
                  <a:srgbClr val="031F3D"/>
                </a:solidFill>
              </a:rPr>
              <a:t>Security</a:t>
            </a:r>
            <a:endParaRPr sz="4400" dirty="0"/>
          </a:p>
        </p:txBody>
      </p:sp>
      <p:sp>
        <p:nvSpPr>
          <p:cNvPr id="28" name="object 28"/>
          <p:cNvSpPr txBox="1"/>
          <p:nvPr/>
        </p:nvSpPr>
        <p:spPr>
          <a:xfrm>
            <a:off x="977813" y="1840599"/>
            <a:ext cx="4027170" cy="1558290"/>
          </a:xfrm>
          <a:prstGeom prst="rect">
            <a:avLst/>
          </a:prstGeom>
        </p:spPr>
        <p:txBody>
          <a:bodyPr vert="horz" wrap="square" lIns="0" tIns="172720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1360"/>
              </a:spcBef>
            </a:pPr>
            <a:r>
              <a:rPr sz="3750" b="1" spc="215" dirty="0">
                <a:solidFill>
                  <a:srgbClr val="031F3D"/>
                </a:solidFill>
                <a:latin typeface="+mn-lt"/>
                <a:cs typeface="Arial"/>
              </a:rPr>
              <a:t>The</a:t>
            </a:r>
            <a:r>
              <a:rPr sz="3750" b="1" spc="-260" dirty="0">
                <a:solidFill>
                  <a:srgbClr val="031F3D"/>
                </a:solidFill>
                <a:latin typeface="+mn-lt"/>
                <a:cs typeface="Arial"/>
              </a:rPr>
              <a:t> </a:t>
            </a:r>
            <a:r>
              <a:rPr sz="3750" b="1" spc="90" dirty="0">
                <a:solidFill>
                  <a:srgbClr val="031F3D"/>
                </a:solidFill>
                <a:latin typeface="+mn-lt"/>
                <a:cs typeface="Arial"/>
              </a:rPr>
              <a:t>Privacy</a:t>
            </a:r>
            <a:r>
              <a:rPr sz="3750" b="1" spc="-140" dirty="0">
                <a:solidFill>
                  <a:srgbClr val="031F3D"/>
                </a:solidFill>
                <a:latin typeface="+mn-lt"/>
                <a:cs typeface="Arial"/>
              </a:rPr>
              <a:t> </a:t>
            </a:r>
            <a:r>
              <a:rPr sz="3750" b="1" spc="35" dirty="0">
                <a:solidFill>
                  <a:srgbClr val="031F3D"/>
                </a:solidFill>
                <a:latin typeface="+mn-lt"/>
                <a:cs typeface="Arial"/>
              </a:rPr>
              <a:t>Rule</a:t>
            </a:r>
            <a:endParaRPr sz="3750" dirty="0">
              <a:latin typeface="+mn-lt"/>
              <a:cs typeface="Arial"/>
            </a:endParaRPr>
          </a:p>
          <a:p>
            <a:pPr>
              <a:lnSpc>
                <a:spcPct val="100000"/>
              </a:lnSpc>
              <a:spcBef>
                <a:spcPts val="1380"/>
              </a:spcBef>
            </a:pPr>
            <a:r>
              <a:rPr sz="4100" spc="40" dirty="0">
                <a:solidFill>
                  <a:srgbClr val="0E0F0F"/>
                </a:solidFill>
                <a:latin typeface="+mn-lt"/>
                <a:cs typeface="Times New Roman"/>
              </a:rPr>
              <a:t>TheWho&amp;Why</a:t>
            </a:r>
            <a:endParaRPr sz="4100" dirty="0">
              <a:latin typeface="+mn-lt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046083" y="4340821"/>
            <a:ext cx="6970395" cy="2900152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21945" indent="-321945">
              <a:lnSpc>
                <a:spcPts val="4000"/>
              </a:lnSpc>
              <a:spcBef>
                <a:spcPts val="114"/>
              </a:spcBef>
              <a:buChar char="•"/>
              <a:tabLst>
                <a:tab pos="321945" algn="l"/>
              </a:tabLst>
            </a:pPr>
            <a:r>
              <a:rPr sz="3200" b="1" spc="-135" dirty="0">
                <a:solidFill>
                  <a:srgbClr val="0E0F0F"/>
                </a:solidFill>
                <a:latin typeface="+mn-lt"/>
                <a:cs typeface="Times New Roman"/>
              </a:rPr>
              <a:t>Focus:</a:t>
            </a:r>
            <a:r>
              <a:rPr sz="3200" spc="-254" dirty="0">
                <a:solidFill>
                  <a:srgbClr val="0E0F0F"/>
                </a:solidFill>
                <a:latin typeface="+mn-lt"/>
                <a:cs typeface="Times New Roman"/>
              </a:rPr>
              <a:t> </a:t>
            </a:r>
            <a:r>
              <a:rPr sz="3200" spc="-80" dirty="0">
                <a:solidFill>
                  <a:srgbClr val="0E0F0F"/>
                </a:solidFill>
                <a:latin typeface="+mn-lt"/>
                <a:cs typeface="Times New Roman"/>
              </a:rPr>
              <a:t>Authorization </a:t>
            </a:r>
            <a:r>
              <a:rPr sz="3200" dirty="0">
                <a:solidFill>
                  <a:srgbClr val="0E0F0F"/>
                </a:solidFill>
                <a:latin typeface="+mn-lt"/>
                <a:cs typeface="Times New Roman"/>
              </a:rPr>
              <a:t>and</a:t>
            </a:r>
            <a:r>
              <a:rPr sz="3200" spc="-50" dirty="0">
                <a:solidFill>
                  <a:srgbClr val="0E0F0F"/>
                </a:solidFill>
                <a:latin typeface="+mn-lt"/>
                <a:cs typeface="Times New Roman"/>
              </a:rPr>
              <a:t> </a:t>
            </a:r>
            <a:r>
              <a:rPr sz="3200" spc="-10" dirty="0">
                <a:solidFill>
                  <a:srgbClr val="0E0F0F"/>
                </a:solidFill>
                <a:latin typeface="+mn-lt"/>
                <a:cs typeface="Times New Roman"/>
              </a:rPr>
              <a:t>Rights.</a:t>
            </a:r>
            <a:endParaRPr sz="3200" dirty="0">
              <a:latin typeface="+mn-lt"/>
              <a:cs typeface="Times New Roman"/>
            </a:endParaRPr>
          </a:p>
          <a:p>
            <a:pPr marL="310515" marR="5080" indent="-311150">
              <a:lnSpc>
                <a:spcPts val="3520"/>
              </a:lnSpc>
              <a:spcBef>
                <a:spcPts val="505"/>
              </a:spcBef>
              <a:buChar char="•"/>
              <a:tabLst>
                <a:tab pos="310515" algn="l"/>
                <a:tab pos="321945" algn="l"/>
              </a:tabLst>
            </a:pPr>
            <a:r>
              <a:rPr sz="3200" dirty="0">
                <a:solidFill>
                  <a:srgbClr val="0E0F0F"/>
                </a:solidFill>
                <a:latin typeface="+mn-lt"/>
                <a:cs typeface="Times New Roman"/>
              </a:rPr>
              <a:t>	</a:t>
            </a:r>
            <a:r>
              <a:rPr sz="3200" b="1" spc="-105" dirty="0">
                <a:solidFill>
                  <a:srgbClr val="0E0F0F"/>
                </a:solidFill>
                <a:latin typeface="+mn-lt"/>
                <a:cs typeface="Times New Roman"/>
              </a:rPr>
              <a:t>Definition:</a:t>
            </a:r>
            <a:r>
              <a:rPr sz="3200" spc="-135" dirty="0">
                <a:solidFill>
                  <a:srgbClr val="0E0F0F"/>
                </a:solidFill>
                <a:latin typeface="+mn-lt"/>
                <a:cs typeface="Times New Roman"/>
              </a:rPr>
              <a:t> </a:t>
            </a:r>
            <a:r>
              <a:rPr sz="3200" spc="-70" dirty="0">
                <a:solidFill>
                  <a:srgbClr val="0E0F0F"/>
                </a:solidFill>
                <a:latin typeface="+mn-lt"/>
                <a:cs typeface="Times New Roman"/>
              </a:rPr>
              <a:t>Controls</a:t>
            </a:r>
            <a:r>
              <a:rPr sz="3200" spc="-175" dirty="0">
                <a:solidFill>
                  <a:srgbClr val="0E0F0F"/>
                </a:solidFill>
                <a:latin typeface="+mn-lt"/>
                <a:cs typeface="Times New Roman"/>
              </a:rPr>
              <a:t> </a:t>
            </a:r>
            <a:r>
              <a:rPr sz="3200" spc="-305" dirty="0">
                <a:solidFill>
                  <a:srgbClr val="0E0F0F"/>
                </a:solidFill>
                <a:latin typeface="+mn-lt"/>
                <a:cs typeface="Times New Roman"/>
              </a:rPr>
              <a:t>WHO</a:t>
            </a:r>
            <a:r>
              <a:rPr sz="3200" spc="-90" dirty="0">
                <a:solidFill>
                  <a:srgbClr val="0E0F0F"/>
                </a:solidFill>
                <a:latin typeface="+mn-lt"/>
                <a:cs typeface="Times New Roman"/>
              </a:rPr>
              <a:t> </a:t>
            </a:r>
            <a:r>
              <a:rPr sz="3200" spc="-10" dirty="0">
                <a:solidFill>
                  <a:srgbClr val="0E0F0F"/>
                </a:solidFill>
                <a:latin typeface="+mn-lt"/>
                <a:cs typeface="Times New Roman"/>
              </a:rPr>
              <a:t>is</a:t>
            </a:r>
            <a:r>
              <a:rPr sz="3200" spc="-330" dirty="0">
                <a:solidFill>
                  <a:srgbClr val="0E0F0F"/>
                </a:solidFill>
                <a:latin typeface="+mn-lt"/>
                <a:cs typeface="Times New Roman"/>
              </a:rPr>
              <a:t> </a:t>
            </a:r>
            <a:r>
              <a:rPr sz="3200" spc="-10" dirty="0">
                <a:solidFill>
                  <a:srgbClr val="0E0F0F"/>
                </a:solidFill>
                <a:latin typeface="+mn-lt"/>
                <a:cs typeface="Times New Roman"/>
              </a:rPr>
              <a:t>authorized </a:t>
            </a:r>
            <a:r>
              <a:rPr sz="3200" spc="130" dirty="0">
                <a:solidFill>
                  <a:srgbClr val="0E0F0F"/>
                </a:solidFill>
                <a:latin typeface="+mn-lt"/>
                <a:cs typeface="Times New Roman"/>
              </a:rPr>
              <a:t>to</a:t>
            </a:r>
            <a:r>
              <a:rPr sz="3200" spc="-345" dirty="0">
                <a:solidFill>
                  <a:srgbClr val="0E0F0F"/>
                </a:solidFill>
                <a:latin typeface="+mn-lt"/>
                <a:cs typeface="Times New Roman"/>
              </a:rPr>
              <a:t> </a:t>
            </a:r>
            <a:r>
              <a:rPr sz="3200" dirty="0">
                <a:solidFill>
                  <a:srgbClr val="0E0F0F"/>
                </a:solidFill>
                <a:latin typeface="+mn-lt"/>
                <a:cs typeface="Times New Roman"/>
              </a:rPr>
              <a:t>access</a:t>
            </a:r>
            <a:r>
              <a:rPr sz="3200" spc="-215" dirty="0">
                <a:solidFill>
                  <a:srgbClr val="0E0F0F"/>
                </a:solidFill>
                <a:latin typeface="+mn-lt"/>
                <a:cs typeface="Times New Roman"/>
              </a:rPr>
              <a:t> </a:t>
            </a:r>
            <a:r>
              <a:rPr sz="3200" spc="-10" dirty="0">
                <a:solidFill>
                  <a:srgbClr val="0E0F0F"/>
                </a:solidFill>
                <a:latin typeface="+mn-lt"/>
                <a:cs typeface="Times New Roman"/>
              </a:rPr>
              <a:t>patient</a:t>
            </a:r>
            <a:r>
              <a:rPr sz="3200" spc="-140" dirty="0">
                <a:solidFill>
                  <a:srgbClr val="0E0F0F"/>
                </a:solidFill>
                <a:latin typeface="+mn-lt"/>
                <a:cs typeface="Times New Roman"/>
              </a:rPr>
              <a:t> </a:t>
            </a:r>
            <a:r>
              <a:rPr sz="3200" spc="-65" dirty="0">
                <a:solidFill>
                  <a:srgbClr val="0E0F0F"/>
                </a:solidFill>
                <a:latin typeface="+mn-lt"/>
                <a:cs typeface="Times New Roman"/>
              </a:rPr>
              <a:t>information</a:t>
            </a:r>
            <a:r>
              <a:rPr sz="3200" spc="-5" dirty="0">
                <a:solidFill>
                  <a:srgbClr val="0E0F0F"/>
                </a:solidFill>
                <a:latin typeface="+mn-lt"/>
                <a:cs typeface="Times New Roman"/>
              </a:rPr>
              <a:t> </a:t>
            </a:r>
            <a:r>
              <a:rPr sz="3200" dirty="0">
                <a:solidFill>
                  <a:srgbClr val="0E0F0F"/>
                </a:solidFill>
                <a:latin typeface="+mn-lt"/>
                <a:cs typeface="Times New Roman"/>
              </a:rPr>
              <a:t>and</a:t>
            </a:r>
            <a:r>
              <a:rPr sz="3200" spc="-170" dirty="0">
                <a:solidFill>
                  <a:srgbClr val="0E0F0F"/>
                </a:solidFill>
                <a:latin typeface="+mn-lt"/>
                <a:cs typeface="Times New Roman"/>
              </a:rPr>
              <a:t> </a:t>
            </a:r>
            <a:r>
              <a:rPr sz="3200" spc="-20" dirty="0">
                <a:solidFill>
                  <a:srgbClr val="0E0F0F"/>
                </a:solidFill>
                <a:latin typeface="+mn-lt"/>
                <a:cs typeface="Times New Roman"/>
              </a:rPr>
              <a:t>under </a:t>
            </a:r>
            <a:r>
              <a:rPr sz="3200" spc="-465" dirty="0">
                <a:solidFill>
                  <a:srgbClr val="0E0F0F"/>
                </a:solidFill>
                <a:latin typeface="+mn-lt"/>
                <a:cs typeface="Times New Roman"/>
              </a:rPr>
              <a:t>WHAT</a:t>
            </a:r>
            <a:r>
              <a:rPr sz="3200" spc="35" dirty="0">
                <a:solidFill>
                  <a:srgbClr val="0E0F0F"/>
                </a:solidFill>
                <a:latin typeface="+mn-lt"/>
                <a:cs typeface="Times New Roman"/>
              </a:rPr>
              <a:t> </a:t>
            </a:r>
            <a:r>
              <a:rPr sz="3200" spc="-10" dirty="0">
                <a:solidFill>
                  <a:srgbClr val="0E0F0F"/>
                </a:solidFill>
                <a:latin typeface="+mn-lt"/>
                <a:cs typeface="Times New Roman"/>
              </a:rPr>
              <a:t>circumstances.</a:t>
            </a:r>
            <a:endParaRPr sz="3200" dirty="0">
              <a:latin typeface="+mn-lt"/>
              <a:cs typeface="Times New Roman"/>
            </a:endParaRPr>
          </a:p>
          <a:p>
            <a:pPr marL="312420" marR="316230" indent="-313055">
              <a:lnSpc>
                <a:spcPts val="3520"/>
              </a:lnSpc>
              <a:spcBef>
                <a:spcPts val="500"/>
              </a:spcBef>
              <a:buChar char="•"/>
              <a:tabLst>
                <a:tab pos="312420" algn="l"/>
                <a:tab pos="322580" algn="l"/>
              </a:tabLst>
            </a:pPr>
            <a:r>
              <a:rPr sz="3200" dirty="0">
                <a:solidFill>
                  <a:srgbClr val="0E0F0F"/>
                </a:solidFill>
                <a:latin typeface="+mn-lt"/>
                <a:cs typeface="Times New Roman"/>
              </a:rPr>
              <a:t>	</a:t>
            </a:r>
            <a:r>
              <a:rPr sz="3200" b="1" spc="-110" dirty="0">
                <a:solidFill>
                  <a:srgbClr val="0E0F0F"/>
                </a:solidFill>
                <a:latin typeface="+mn-lt"/>
                <a:cs typeface="Times New Roman"/>
              </a:rPr>
              <a:t>Managed</a:t>
            </a:r>
            <a:r>
              <a:rPr sz="3200" b="1" spc="35" dirty="0">
                <a:solidFill>
                  <a:srgbClr val="0E0F0F"/>
                </a:solidFill>
                <a:latin typeface="+mn-lt"/>
                <a:cs typeface="Times New Roman"/>
              </a:rPr>
              <a:t> </a:t>
            </a:r>
            <a:r>
              <a:rPr sz="3200" b="1" spc="-140" dirty="0">
                <a:solidFill>
                  <a:srgbClr val="0E0F0F"/>
                </a:solidFill>
                <a:latin typeface="+mn-lt"/>
                <a:cs typeface="Times New Roman"/>
              </a:rPr>
              <a:t>by:</a:t>
            </a:r>
            <a:r>
              <a:rPr sz="3200" b="1" spc="-265" dirty="0">
                <a:solidFill>
                  <a:srgbClr val="0E0F0F"/>
                </a:solidFill>
                <a:latin typeface="+mn-lt"/>
                <a:cs typeface="Times New Roman"/>
              </a:rPr>
              <a:t> </a:t>
            </a:r>
            <a:r>
              <a:rPr sz="3200" spc="-114" dirty="0">
                <a:solidFill>
                  <a:srgbClr val="0E0F0F"/>
                </a:solidFill>
                <a:latin typeface="+mn-lt"/>
                <a:cs typeface="Times New Roman"/>
              </a:rPr>
              <a:t>Policies,</a:t>
            </a:r>
            <a:r>
              <a:rPr sz="3200" spc="-95" dirty="0">
                <a:solidFill>
                  <a:srgbClr val="0E0F0F"/>
                </a:solidFill>
                <a:latin typeface="+mn-lt"/>
                <a:cs typeface="Times New Roman"/>
              </a:rPr>
              <a:t> </a:t>
            </a:r>
            <a:r>
              <a:rPr sz="3200" spc="-40" dirty="0">
                <a:solidFill>
                  <a:srgbClr val="0E0F0F"/>
                </a:solidFill>
                <a:latin typeface="+mn-lt"/>
                <a:cs typeface="Times New Roman"/>
              </a:rPr>
              <a:t>Procedures,</a:t>
            </a:r>
            <a:r>
              <a:rPr sz="3200" spc="-155" dirty="0">
                <a:solidFill>
                  <a:srgbClr val="0E0F0F"/>
                </a:solidFill>
                <a:latin typeface="+mn-lt"/>
                <a:cs typeface="Times New Roman"/>
              </a:rPr>
              <a:t> </a:t>
            </a:r>
            <a:r>
              <a:rPr sz="3200" spc="-25" dirty="0">
                <a:solidFill>
                  <a:srgbClr val="0E0F0F"/>
                </a:solidFill>
                <a:latin typeface="+mn-lt"/>
                <a:cs typeface="Times New Roman"/>
              </a:rPr>
              <a:t>and </a:t>
            </a:r>
            <a:r>
              <a:rPr sz="3200" spc="65" dirty="0">
                <a:solidFill>
                  <a:srgbClr val="0E0F0F"/>
                </a:solidFill>
                <a:latin typeface="+mn-lt"/>
                <a:cs typeface="Times New Roman"/>
              </a:rPr>
              <a:t>the</a:t>
            </a:r>
            <a:r>
              <a:rPr sz="3200" spc="-145" dirty="0">
                <a:solidFill>
                  <a:srgbClr val="0E0F0F"/>
                </a:solidFill>
                <a:latin typeface="+mn-lt"/>
                <a:cs typeface="Times New Roman"/>
              </a:rPr>
              <a:t> </a:t>
            </a:r>
            <a:r>
              <a:rPr sz="3200" spc="-120" dirty="0">
                <a:solidFill>
                  <a:srgbClr val="0E0F0F"/>
                </a:solidFill>
                <a:latin typeface="+mn-lt"/>
                <a:cs typeface="Times New Roman"/>
              </a:rPr>
              <a:t>Notice</a:t>
            </a:r>
            <a:r>
              <a:rPr sz="3200" spc="-95" dirty="0">
                <a:solidFill>
                  <a:srgbClr val="0E0F0F"/>
                </a:solidFill>
                <a:latin typeface="+mn-lt"/>
                <a:cs typeface="Times New Roman"/>
              </a:rPr>
              <a:t> </a:t>
            </a:r>
            <a:r>
              <a:rPr sz="3200" spc="-10" dirty="0">
                <a:solidFill>
                  <a:srgbClr val="0E0F0F"/>
                </a:solidFill>
                <a:latin typeface="+mn-lt"/>
                <a:cs typeface="Times New Roman"/>
              </a:rPr>
              <a:t>of </a:t>
            </a:r>
            <a:r>
              <a:rPr sz="3200" spc="-140" dirty="0">
                <a:solidFill>
                  <a:srgbClr val="0E0F0F"/>
                </a:solidFill>
                <a:latin typeface="+mn-lt"/>
                <a:cs typeface="Times New Roman"/>
              </a:rPr>
              <a:t>Privacy</a:t>
            </a:r>
            <a:r>
              <a:rPr sz="3200" spc="-70" dirty="0">
                <a:solidFill>
                  <a:srgbClr val="0E0F0F"/>
                </a:solidFill>
                <a:latin typeface="+mn-lt"/>
                <a:cs typeface="Times New Roman"/>
              </a:rPr>
              <a:t> </a:t>
            </a:r>
            <a:r>
              <a:rPr sz="3200" spc="-45" dirty="0">
                <a:solidFill>
                  <a:srgbClr val="0E0F0F"/>
                </a:solidFill>
                <a:latin typeface="+mn-lt"/>
                <a:cs typeface="Times New Roman"/>
              </a:rPr>
              <a:t>Practices</a:t>
            </a:r>
            <a:r>
              <a:rPr sz="3200" spc="-170" dirty="0">
                <a:solidFill>
                  <a:srgbClr val="0E0F0F"/>
                </a:solidFill>
                <a:latin typeface="+mn-lt"/>
                <a:cs typeface="Times New Roman"/>
              </a:rPr>
              <a:t> </a:t>
            </a:r>
            <a:r>
              <a:rPr sz="3200" spc="-60" dirty="0">
                <a:solidFill>
                  <a:srgbClr val="0E0F0F"/>
                </a:solidFill>
                <a:latin typeface="+mn-lt"/>
                <a:cs typeface="Times New Roman"/>
              </a:rPr>
              <a:t>(NPP).</a:t>
            </a:r>
            <a:endParaRPr sz="3200" dirty="0">
              <a:latin typeface="+mn-lt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9256847" y="1840599"/>
            <a:ext cx="4269105" cy="1558290"/>
          </a:xfrm>
          <a:prstGeom prst="rect">
            <a:avLst/>
          </a:prstGeom>
        </p:spPr>
        <p:txBody>
          <a:bodyPr vert="horz" wrap="square" lIns="0" tIns="172720" rIns="0" bIns="0" rtlCol="0">
            <a:spAutoFit/>
          </a:bodyPr>
          <a:lstStyle/>
          <a:p>
            <a:pPr marL="30480">
              <a:lnSpc>
                <a:spcPct val="100000"/>
              </a:lnSpc>
              <a:spcBef>
                <a:spcPts val="1360"/>
              </a:spcBef>
            </a:pPr>
            <a:r>
              <a:rPr sz="3750" b="1" spc="215" dirty="0">
                <a:solidFill>
                  <a:srgbClr val="031F3D"/>
                </a:solidFill>
                <a:latin typeface="+mn-lt"/>
                <a:cs typeface="Arial"/>
              </a:rPr>
              <a:t>The</a:t>
            </a:r>
            <a:r>
              <a:rPr sz="3750" b="1" spc="-215" dirty="0">
                <a:solidFill>
                  <a:srgbClr val="031F3D"/>
                </a:solidFill>
                <a:latin typeface="+mn-lt"/>
                <a:cs typeface="Arial"/>
              </a:rPr>
              <a:t> </a:t>
            </a:r>
            <a:r>
              <a:rPr sz="3750" b="1" spc="105" dirty="0">
                <a:solidFill>
                  <a:srgbClr val="031F3D"/>
                </a:solidFill>
                <a:latin typeface="+mn-lt"/>
                <a:cs typeface="Arial"/>
              </a:rPr>
              <a:t>Security</a:t>
            </a:r>
            <a:r>
              <a:rPr sz="3750" b="1" spc="-55" dirty="0">
                <a:solidFill>
                  <a:srgbClr val="031F3D"/>
                </a:solidFill>
                <a:latin typeface="+mn-lt"/>
                <a:cs typeface="Arial"/>
              </a:rPr>
              <a:t> </a:t>
            </a:r>
            <a:r>
              <a:rPr sz="3750" b="1" spc="35" dirty="0">
                <a:solidFill>
                  <a:srgbClr val="031F3D"/>
                </a:solidFill>
                <a:latin typeface="+mn-lt"/>
                <a:cs typeface="Arial"/>
              </a:rPr>
              <a:t>Rule</a:t>
            </a:r>
            <a:endParaRPr sz="3750">
              <a:latin typeface="+mn-lt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80"/>
              </a:spcBef>
            </a:pPr>
            <a:r>
              <a:rPr sz="4100" dirty="0">
                <a:solidFill>
                  <a:srgbClr val="0E0F0F"/>
                </a:solidFill>
                <a:latin typeface="+mn-lt"/>
                <a:cs typeface="Times New Roman"/>
              </a:rPr>
              <a:t>The</a:t>
            </a:r>
            <a:r>
              <a:rPr sz="4100" spc="-150" dirty="0">
                <a:solidFill>
                  <a:srgbClr val="0E0F0F"/>
                </a:solidFill>
                <a:latin typeface="+mn-lt"/>
                <a:cs typeface="Times New Roman"/>
              </a:rPr>
              <a:t> </a:t>
            </a:r>
            <a:r>
              <a:rPr sz="4100" spc="-25" dirty="0">
                <a:solidFill>
                  <a:srgbClr val="0E0F0F"/>
                </a:solidFill>
                <a:latin typeface="+mn-lt"/>
                <a:cs typeface="Times New Roman"/>
              </a:rPr>
              <a:t>How</a:t>
            </a:r>
            <a:endParaRPr sz="4100">
              <a:latin typeface="+mn-lt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9376064" y="4340821"/>
            <a:ext cx="7053053" cy="2903038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34645" indent="-321945" algn="just">
              <a:lnSpc>
                <a:spcPts val="4000"/>
              </a:lnSpc>
              <a:spcBef>
                <a:spcPts val="114"/>
              </a:spcBef>
              <a:buChar char="•"/>
              <a:tabLst>
                <a:tab pos="334645" algn="l"/>
              </a:tabLst>
            </a:pPr>
            <a:r>
              <a:rPr sz="3200" b="1" spc="-150" dirty="0">
                <a:solidFill>
                  <a:srgbClr val="0E0F0F"/>
                </a:solidFill>
                <a:latin typeface="+mn-lt"/>
                <a:cs typeface="Times New Roman"/>
              </a:rPr>
              <a:t>Focus:</a:t>
            </a:r>
            <a:r>
              <a:rPr sz="3200" spc="-229" dirty="0">
                <a:solidFill>
                  <a:srgbClr val="0E0F0F"/>
                </a:solidFill>
                <a:latin typeface="+mn-lt"/>
                <a:cs typeface="Times New Roman"/>
              </a:rPr>
              <a:t> </a:t>
            </a:r>
            <a:r>
              <a:rPr sz="3200" spc="-105" dirty="0">
                <a:solidFill>
                  <a:srgbClr val="0E0F0F"/>
                </a:solidFill>
                <a:latin typeface="+mn-lt"/>
                <a:cs typeface="Times New Roman"/>
              </a:rPr>
              <a:t>Technical</a:t>
            </a:r>
            <a:r>
              <a:rPr sz="3200" spc="15" dirty="0">
                <a:solidFill>
                  <a:srgbClr val="0E0F0F"/>
                </a:solidFill>
                <a:latin typeface="+mn-lt"/>
                <a:cs typeface="Times New Roman"/>
              </a:rPr>
              <a:t> </a:t>
            </a:r>
            <a:r>
              <a:rPr sz="3200" spc="-80" dirty="0">
                <a:solidFill>
                  <a:srgbClr val="0E0F0F"/>
                </a:solidFill>
                <a:latin typeface="+mn-lt"/>
                <a:cs typeface="Times New Roman"/>
              </a:rPr>
              <a:t>Safeguards</a:t>
            </a:r>
            <a:r>
              <a:rPr sz="3200" spc="-105" dirty="0">
                <a:solidFill>
                  <a:srgbClr val="0E0F0F"/>
                </a:solidFill>
                <a:latin typeface="+mn-lt"/>
                <a:cs typeface="Times New Roman"/>
              </a:rPr>
              <a:t> </a:t>
            </a:r>
            <a:r>
              <a:rPr sz="3200" spc="-20" dirty="0">
                <a:solidFill>
                  <a:srgbClr val="0E0F0F"/>
                </a:solidFill>
                <a:latin typeface="+mn-lt"/>
                <a:cs typeface="Times New Roman"/>
              </a:rPr>
              <a:t>for</a:t>
            </a:r>
            <a:r>
              <a:rPr sz="3200" spc="-260" dirty="0">
                <a:solidFill>
                  <a:srgbClr val="0E0F0F"/>
                </a:solidFill>
                <a:latin typeface="+mn-lt"/>
                <a:cs typeface="Times New Roman"/>
              </a:rPr>
              <a:t> </a:t>
            </a:r>
            <a:r>
              <a:rPr sz="3200" spc="-10" dirty="0">
                <a:solidFill>
                  <a:srgbClr val="0E0F0F"/>
                </a:solidFill>
                <a:latin typeface="+mn-lt"/>
                <a:cs typeface="Times New Roman"/>
              </a:rPr>
              <a:t>ePHI.</a:t>
            </a:r>
            <a:endParaRPr sz="3200" dirty="0">
              <a:latin typeface="+mn-lt"/>
              <a:cs typeface="Times New Roman"/>
            </a:endParaRPr>
          </a:p>
          <a:p>
            <a:pPr marL="313690" marR="5080" indent="-301625" algn="just">
              <a:lnSpc>
                <a:spcPts val="3520"/>
              </a:lnSpc>
              <a:spcBef>
                <a:spcPts val="505"/>
              </a:spcBef>
              <a:buChar char="•"/>
              <a:tabLst>
                <a:tab pos="313690" algn="l"/>
                <a:tab pos="333375" algn="l"/>
              </a:tabLst>
            </a:pPr>
            <a:r>
              <a:rPr sz="3200" dirty="0">
                <a:solidFill>
                  <a:srgbClr val="0E0F0F"/>
                </a:solidFill>
                <a:latin typeface="+mn-lt"/>
                <a:cs typeface="Times New Roman"/>
              </a:rPr>
              <a:t>	</a:t>
            </a:r>
            <a:r>
              <a:rPr sz="3200" b="1" spc="-120" dirty="0">
                <a:solidFill>
                  <a:srgbClr val="0E0F0F"/>
                </a:solidFill>
                <a:latin typeface="+mn-lt"/>
                <a:cs typeface="Times New Roman"/>
              </a:rPr>
              <a:t>Definition:</a:t>
            </a:r>
            <a:r>
              <a:rPr sz="3200" spc="-95" dirty="0">
                <a:solidFill>
                  <a:srgbClr val="0E0F0F"/>
                </a:solidFill>
                <a:latin typeface="+mn-lt"/>
                <a:cs typeface="Times New Roman"/>
              </a:rPr>
              <a:t> </a:t>
            </a:r>
            <a:r>
              <a:rPr sz="3200" spc="-125" dirty="0">
                <a:solidFill>
                  <a:srgbClr val="0E0F0F"/>
                </a:solidFill>
                <a:latin typeface="+mn-lt"/>
                <a:cs typeface="Times New Roman"/>
              </a:rPr>
              <a:t>The</a:t>
            </a:r>
            <a:r>
              <a:rPr sz="3200" spc="-85" dirty="0">
                <a:solidFill>
                  <a:srgbClr val="0E0F0F"/>
                </a:solidFill>
                <a:latin typeface="+mn-lt"/>
                <a:cs typeface="Times New Roman"/>
              </a:rPr>
              <a:t> </a:t>
            </a:r>
            <a:r>
              <a:rPr sz="3200" spc="-80" dirty="0">
                <a:solidFill>
                  <a:srgbClr val="0E0F0F"/>
                </a:solidFill>
                <a:latin typeface="+mn-lt"/>
                <a:cs typeface="Times New Roman"/>
              </a:rPr>
              <a:t>ability</a:t>
            </a:r>
            <a:r>
              <a:rPr sz="3200" spc="-55" dirty="0">
                <a:solidFill>
                  <a:srgbClr val="0E0F0F"/>
                </a:solidFill>
                <a:latin typeface="+mn-lt"/>
                <a:cs typeface="Times New Roman"/>
              </a:rPr>
              <a:t> </a:t>
            </a:r>
            <a:r>
              <a:rPr sz="3200" spc="65" dirty="0">
                <a:solidFill>
                  <a:srgbClr val="0E0F0F"/>
                </a:solidFill>
                <a:latin typeface="+mn-lt"/>
                <a:cs typeface="Times New Roman"/>
              </a:rPr>
              <a:t>to</a:t>
            </a:r>
            <a:r>
              <a:rPr sz="3200" spc="-200" dirty="0">
                <a:solidFill>
                  <a:srgbClr val="0E0F0F"/>
                </a:solidFill>
                <a:latin typeface="+mn-lt"/>
                <a:cs typeface="Times New Roman"/>
              </a:rPr>
              <a:t> </a:t>
            </a:r>
            <a:r>
              <a:rPr sz="3200" spc="-35" dirty="0">
                <a:solidFill>
                  <a:srgbClr val="0E0F0F"/>
                </a:solidFill>
                <a:latin typeface="+mn-lt"/>
                <a:cs typeface="Times New Roman"/>
              </a:rPr>
              <a:t>control</a:t>
            </a:r>
            <a:r>
              <a:rPr sz="3200" spc="-125" dirty="0">
                <a:solidFill>
                  <a:srgbClr val="0E0F0F"/>
                </a:solidFill>
                <a:latin typeface="+mn-lt"/>
                <a:cs typeface="Times New Roman"/>
              </a:rPr>
              <a:t> </a:t>
            </a:r>
            <a:r>
              <a:rPr sz="3200" spc="-10" dirty="0">
                <a:solidFill>
                  <a:srgbClr val="0E0F0F"/>
                </a:solidFill>
                <a:latin typeface="+mn-lt"/>
                <a:cs typeface="Times New Roman"/>
              </a:rPr>
              <a:t>access </a:t>
            </a:r>
            <a:r>
              <a:rPr sz="3200" dirty="0">
                <a:solidFill>
                  <a:srgbClr val="0E0F0F"/>
                </a:solidFill>
                <a:latin typeface="+mn-lt"/>
                <a:cs typeface="Times New Roman"/>
              </a:rPr>
              <a:t>and</a:t>
            </a:r>
            <a:r>
              <a:rPr sz="3200" spc="-75" dirty="0">
                <a:solidFill>
                  <a:srgbClr val="0E0F0F"/>
                </a:solidFill>
                <a:latin typeface="+mn-lt"/>
                <a:cs typeface="Times New Roman"/>
              </a:rPr>
              <a:t> </a:t>
            </a:r>
            <a:r>
              <a:rPr sz="3200" dirty="0">
                <a:solidFill>
                  <a:srgbClr val="0E0F0F"/>
                </a:solidFill>
                <a:latin typeface="+mn-lt"/>
                <a:cs typeface="Times New Roman"/>
              </a:rPr>
              <a:t>protect</a:t>
            </a:r>
            <a:r>
              <a:rPr sz="3200" spc="-130" dirty="0">
                <a:solidFill>
                  <a:srgbClr val="0E0F0F"/>
                </a:solidFill>
                <a:latin typeface="+mn-lt"/>
                <a:cs typeface="Times New Roman"/>
              </a:rPr>
              <a:t> </a:t>
            </a:r>
            <a:r>
              <a:rPr sz="3200" spc="-65" dirty="0">
                <a:solidFill>
                  <a:srgbClr val="0E0F0F"/>
                </a:solidFill>
                <a:latin typeface="+mn-lt"/>
                <a:cs typeface="Times New Roman"/>
              </a:rPr>
              <a:t>information</a:t>
            </a:r>
            <a:r>
              <a:rPr sz="3200" spc="-75" dirty="0">
                <a:solidFill>
                  <a:srgbClr val="0E0F0F"/>
                </a:solidFill>
                <a:latin typeface="+mn-lt"/>
                <a:cs typeface="Times New Roman"/>
              </a:rPr>
              <a:t> </a:t>
            </a:r>
            <a:r>
              <a:rPr sz="3200" spc="-55" dirty="0">
                <a:solidFill>
                  <a:srgbClr val="0E0F0F"/>
                </a:solidFill>
                <a:latin typeface="+mn-lt"/>
                <a:cs typeface="Times New Roman"/>
              </a:rPr>
              <a:t>from</a:t>
            </a:r>
            <a:r>
              <a:rPr sz="3200" spc="-114" dirty="0">
                <a:solidFill>
                  <a:srgbClr val="0E0F0F"/>
                </a:solidFill>
                <a:latin typeface="+mn-lt"/>
                <a:cs typeface="Times New Roman"/>
              </a:rPr>
              <a:t> </a:t>
            </a:r>
            <a:r>
              <a:rPr sz="3200" spc="-65" dirty="0">
                <a:solidFill>
                  <a:srgbClr val="0E0F0F"/>
                </a:solidFill>
                <a:latin typeface="+mn-lt"/>
                <a:cs typeface="Times New Roman"/>
              </a:rPr>
              <a:t>accidental </a:t>
            </a:r>
            <a:r>
              <a:rPr sz="3200" spc="55" dirty="0">
                <a:solidFill>
                  <a:srgbClr val="0E0F0F"/>
                </a:solidFill>
                <a:latin typeface="+mn-lt"/>
                <a:cs typeface="Times New Roman"/>
              </a:rPr>
              <a:t>or</a:t>
            </a:r>
            <a:r>
              <a:rPr sz="3200" spc="-215" dirty="0">
                <a:solidFill>
                  <a:srgbClr val="0E0F0F"/>
                </a:solidFill>
                <a:latin typeface="+mn-lt"/>
                <a:cs typeface="Times New Roman"/>
              </a:rPr>
              <a:t> </a:t>
            </a:r>
            <a:r>
              <a:rPr sz="3200" spc="-35" dirty="0">
                <a:solidFill>
                  <a:srgbClr val="0E0F0F"/>
                </a:solidFill>
                <a:latin typeface="+mn-lt"/>
                <a:cs typeface="Times New Roman"/>
              </a:rPr>
              <a:t>intentional</a:t>
            </a:r>
            <a:r>
              <a:rPr sz="3200" spc="-95" dirty="0">
                <a:solidFill>
                  <a:srgbClr val="0E0F0F"/>
                </a:solidFill>
                <a:latin typeface="+mn-lt"/>
                <a:cs typeface="Times New Roman"/>
              </a:rPr>
              <a:t> </a:t>
            </a:r>
            <a:r>
              <a:rPr sz="3200" spc="-10" dirty="0">
                <a:solidFill>
                  <a:srgbClr val="0E0F0F"/>
                </a:solidFill>
                <a:latin typeface="+mn-lt"/>
                <a:cs typeface="Times New Roman"/>
              </a:rPr>
              <a:t>intrusion.</a:t>
            </a:r>
            <a:endParaRPr sz="3200" dirty="0">
              <a:latin typeface="+mn-lt"/>
              <a:cs typeface="Times New Roman"/>
            </a:endParaRPr>
          </a:p>
          <a:p>
            <a:pPr marL="321945" marR="559435" indent="-309880" algn="l">
              <a:lnSpc>
                <a:spcPts val="3520"/>
              </a:lnSpc>
              <a:spcBef>
                <a:spcPts val="500"/>
              </a:spcBef>
              <a:buChar char="•"/>
              <a:tabLst>
                <a:tab pos="334645" algn="l"/>
              </a:tabLst>
            </a:pPr>
            <a:r>
              <a:rPr sz="3200" b="1" spc="-110" dirty="0">
                <a:solidFill>
                  <a:srgbClr val="0E0F0F"/>
                </a:solidFill>
                <a:latin typeface="+mn-lt"/>
                <a:cs typeface="Times New Roman"/>
              </a:rPr>
              <a:t>Managed</a:t>
            </a:r>
            <a:r>
              <a:rPr sz="3200" b="1" spc="-105" dirty="0">
                <a:solidFill>
                  <a:srgbClr val="0E0F0F"/>
                </a:solidFill>
                <a:latin typeface="+mn-lt"/>
                <a:cs typeface="Times New Roman"/>
              </a:rPr>
              <a:t> </a:t>
            </a:r>
            <a:r>
              <a:rPr sz="3200" b="1" spc="-190" dirty="0">
                <a:solidFill>
                  <a:srgbClr val="0E0F0F"/>
                </a:solidFill>
                <a:latin typeface="+mn-lt"/>
                <a:cs typeface="Times New Roman"/>
              </a:rPr>
              <a:t>by:</a:t>
            </a:r>
            <a:r>
              <a:rPr sz="3200" b="1" spc="-20" dirty="0">
                <a:solidFill>
                  <a:srgbClr val="0E0F0F"/>
                </a:solidFill>
                <a:latin typeface="+mn-lt"/>
                <a:cs typeface="Times New Roman"/>
              </a:rPr>
              <a:t> </a:t>
            </a:r>
            <a:r>
              <a:rPr sz="3200" spc="-70" dirty="0">
                <a:solidFill>
                  <a:srgbClr val="0E0F0F"/>
                </a:solidFill>
                <a:latin typeface="+mn-lt"/>
                <a:cs typeface="Times New Roman"/>
              </a:rPr>
              <a:t>Encryption,</a:t>
            </a:r>
            <a:r>
              <a:rPr lang="en-US" sz="3200" spc="-70" dirty="0">
                <a:solidFill>
                  <a:srgbClr val="0E0F0F"/>
                </a:solidFill>
                <a:latin typeface="+mn-lt"/>
                <a:cs typeface="Times New Roman"/>
              </a:rPr>
              <a:t> </a:t>
            </a:r>
            <a:r>
              <a:rPr sz="3200" spc="-50" dirty="0">
                <a:solidFill>
                  <a:srgbClr val="0E0F0F"/>
                </a:solidFill>
                <a:latin typeface="+mn-lt"/>
                <a:cs typeface="Times New Roman"/>
              </a:rPr>
              <a:t>Passwords</a:t>
            </a:r>
            <a:r>
              <a:rPr sz="3200" spc="-50" dirty="0">
                <a:solidFill>
                  <a:srgbClr val="313131"/>
                </a:solidFill>
                <a:latin typeface="+mn-lt"/>
                <a:cs typeface="Times New Roman"/>
              </a:rPr>
              <a:t>, 	</a:t>
            </a:r>
            <a:r>
              <a:rPr sz="3200" spc="-150" dirty="0">
                <a:solidFill>
                  <a:srgbClr val="0E0F0F"/>
                </a:solidFill>
                <a:latin typeface="+mn-lt"/>
                <a:cs typeface="Times New Roman"/>
              </a:rPr>
              <a:t>Firewalls,</a:t>
            </a:r>
            <a:r>
              <a:rPr sz="3200" spc="-65" dirty="0">
                <a:solidFill>
                  <a:srgbClr val="0E0F0F"/>
                </a:solidFill>
                <a:latin typeface="+mn-lt"/>
                <a:cs typeface="Times New Roman"/>
              </a:rPr>
              <a:t> </a:t>
            </a:r>
            <a:r>
              <a:rPr sz="3200" dirty="0">
                <a:solidFill>
                  <a:srgbClr val="0E0F0F"/>
                </a:solidFill>
                <a:latin typeface="+mn-lt"/>
                <a:cs typeface="Times New Roman"/>
              </a:rPr>
              <a:t>and</a:t>
            </a:r>
            <a:r>
              <a:rPr sz="3200" spc="-130" dirty="0">
                <a:solidFill>
                  <a:srgbClr val="0E0F0F"/>
                </a:solidFill>
                <a:latin typeface="+mn-lt"/>
                <a:cs typeface="Times New Roman"/>
              </a:rPr>
              <a:t> </a:t>
            </a:r>
            <a:r>
              <a:rPr sz="3200" spc="-120" dirty="0">
                <a:solidFill>
                  <a:srgbClr val="0E0F0F"/>
                </a:solidFill>
                <a:latin typeface="+mn-lt"/>
                <a:cs typeface="Times New Roman"/>
              </a:rPr>
              <a:t>Physical</a:t>
            </a:r>
            <a:r>
              <a:rPr sz="3200" spc="30" dirty="0">
                <a:solidFill>
                  <a:srgbClr val="0E0F0F"/>
                </a:solidFill>
                <a:latin typeface="+mn-lt"/>
                <a:cs typeface="Times New Roman"/>
              </a:rPr>
              <a:t> </a:t>
            </a:r>
            <a:r>
              <a:rPr sz="3200" spc="-10" dirty="0">
                <a:solidFill>
                  <a:srgbClr val="0E0F0F"/>
                </a:solidFill>
                <a:latin typeface="+mn-lt"/>
                <a:cs typeface="Times New Roman"/>
              </a:rPr>
              <a:t>Locks.</a:t>
            </a:r>
            <a:endParaRPr sz="3200" dirty="0">
              <a:latin typeface="+mn-lt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49582" y="7991869"/>
            <a:ext cx="16201390" cy="959878"/>
          </a:xfrm>
          <a:prstGeom prst="rect">
            <a:avLst/>
          </a:prstGeom>
          <a:ln w="38210">
            <a:noFill/>
          </a:ln>
        </p:spPr>
        <p:txBody>
          <a:bodyPr vert="horz" wrap="square" lIns="0" tIns="302895" rIns="0" bIns="0" rtlCol="0">
            <a:spAutoFit/>
          </a:bodyPr>
          <a:lstStyle/>
          <a:p>
            <a:pPr marL="739140">
              <a:lnSpc>
                <a:spcPct val="100000"/>
              </a:lnSpc>
              <a:spcBef>
                <a:spcPts val="2385"/>
              </a:spcBef>
            </a:pPr>
            <a:r>
              <a:rPr sz="4250" b="1" spc="-320" dirty="0">
                <a:solidFill>
                  <a:srgbClr val="0E0F0F"/>
                </a:solidFill>
                <a:latin typeface="+mn-lt"/>
                <a:cs typeface="Times New Roman"/>
              </a:rPr>
              <a:t>Key</a:t>
            </a:r>
            <a:r>
              <a:rPr sz="4250" b="1" spc="-285" dirty="0">
                <a:solidFill>
                  <a:srgbClr val="0E0F0F"/>
                </a:solidFill>
                <a:latin typeface="+mn-lt"/>
                <a:cs typeface="Times New Roman"/>
              </a:rPr>
              <a:t> </a:t>
            </a:r>
            <a:r>
              <a:rPr sz="4250" b="1" spc="-270" dirty="0">
                <a:solidFill>
                  <a:srgbClr val="0E0F0F"/>
                </a:solidFill>
                <a:latin typeface="+mn-lt"/>
                <a:cs typeface="Times New Roman"/>
              </a:rPr>
              <a:t>Takeaway:</a:t>
            </a:r>
            <a:r>
              <a:rPr sz="4250" b="1" spc="-75" dirty="0">
                <a:solidFill>
                  <a:srgbClr val="0E0F0F"/>
                </a:solidFill>
                <a:latin typeface="+mn-lt"/>
                <a:cs typeface="Times New Roman"/>
              </a:rPr>
              <a:t> </a:t>
            </a:r>
            <a:r>
              <a:rPr sz="4250" b="1" spc="-185" dirty="0">
                <a:solidFill>
                  <a:srgbClr val="031F3D"/>
                </a:solidFill>
                <a:latin typeface="+mn-lt"/>
                <a:cs typeface="Times New Roman"/>
              </a:rPr>
              <a:t>Privacy</a:t>
            </a:r>
            <a:r>
              <a:rPr sz="4250" b="1" spc="20" dirty="0">
                <a:solidFill>
                  <a:srgbClr val="031F3D"/>
                </a:solidFill>
                <a:latin typeface="+mn-lt"/>
                <a:cs typeface="Times New Roman"/>
              </a:rPr>
              <a:t> </a:t>
            </a:r>
            <a:r>
              <a:rPr sz="4250" b="1" spc="80" dirty="0">
                <a:solidFill>
                  <a:srgbClr val="0E0F0F"/>
                </a:solidFill>
                <a:latin typeface="+mn-lt"/>
                <a:cs typeface="Times New Roman"/>
              </a:rPr>
              <a:t>is</a:t>
            </a:r>
            <a:r>
              <a:rPr sz="4250" b="1" spc="-365" dirty="0">
                <a:solidFill>
                  <a:srgbClr val="0E0F0F"/>
                </a:solidFill>
                <a:latin typeface="+mn-lt"/>
                <a:cs typeface="Times New Roman"/>
              </a:rPr>
              <a:t> </a:t>
            </a:r>
            <a:r>
              <a:rPr sz="4250" b="1" dirty="0">
                <a:solidFill>
                  <a:srgbClr val="0E0F0F"/>
                </a:solidFill>
                <a:latin typeface="+mn-lt"/>
                <a:cs typeface="Times New Roman"/>
              </a:rPr>
              <a:t>the</a:t>
            </a:r>
            <a:r>
              <a:rPr sz="4250" b="1" spc="-125" dirty="0">
                <a:solidFill>
                  <a:srgbClr val="0E0F0F"/>
                </a:solidFill>
                <a:latin typeface="+mn-lt"/>
                <a:cs typeface="Times New Roman"/>
              </a:rPr>
              <a:t> </a:t>
            </a:r>
            <a:r>
              <a:rPr sz="4250" b="1" spc="-70" dirty="0">
                <a:solidFill>
                  <a:srgbClr val="9A2828"/>
                </a:solidFill>
                <a:latin typeface="+mn-lt"/>
                <a:cs typeface="Times New Roman"/>
              </a:rPr>
              <a:t>policy</a:t>
            </a:r>
            <a:r>
              <a:rPr sz="4250" b="1" spc="-70" dirty="0">
                <a:solidFill>
                  <a:srgbClr val="0E0F0F"/>
                </a:solidFill>
                <a:latin typeface="+mn-lt"/>
                <a:cs typeface="Times New Roman"/>
              </a:rPr>
              <a:t>;</a:t>
            </a:r>
            <a:r>
              <a:rPr lang="en-US" sz="4250" b="1" spc="-70" dirty="0">
                <a:solidFill>
                  <a:srgbClr val="0E0F0F"/>
                </a:solidFill>
                <a:latin typeface="+mn-lt"/>
                <a:cs typeface="Times New Roman"/>
              </a:rPr>
              <a:t> </a:t>
            </a:r>
            <a:r>
              <a:rPr sz="4250" b="1" spc="-70" dirty="0">
                <a:solidFill>
                  <a:srgbClr val="031F3D"/>
                </a:solidFill>
                <a:latin typeface="+mn-lt"/>
                <a:cs typeface="Times New Roman"/>
              </a:rPr>
              <a:t>Security</a:t>
            </a:r>
            <a:r>
              <a:rPr sz="4250" b="1" spc="-25" dirty="0">
                <a:solidFill>
                  <a:srgbClr val="031F3D"/>
                </a:solidFill>
                <a:latin typeface="+mn-lt"/>
                <a:cs typeface="Times New Roman"/>
              </a:rPr>
              <a:t> </a:t>
            </a:r>
            <a:r>
              <a:rPr sz="4250" b="1" spc="135" dirty="0">
                <a:solidFill>
                  <a:srgbClr val="0E0F0F"/>
                </a:solidFill>
                <a:latin typeface="+mn-lt"/>
                <a:cs typeface="Times New Roman"/>
              </a:rPr>
              <a:t>is</a:t>
            </a:r>
            <a:r>
              <a:rPr sz="4250" b="1" spc="-375" dirty="0">
                <a:solidFill>
                  <a:srgbClr val="0E0F0F"/>
                </a:solidFill>
                <a:latin typeface="+mn-lt"/>
                <a:cs typeface="Times New Roman"/>
              </a:rPr>
              <a:t> </a:t>
            </a:r>
            <a:r>
              <a:rPr sz="4250" b="1" dirty="0">
                <a:solidFill>
                  <a:srgbClr val="0E0F0F"/>
                </a:solidFill>
                <a:latin typeface="+mn-lt"/>
                <a:cs typeface="Times New Roman"/>
              </a:rPr>
              <a:t>the</a:t>
            </a:r>
            <a:r>
              <a:rPr sz="4250" b="1" spc="-240" dirty="0">
                <a:solidFill>
                  <a:srgbClr val="0E0F0F"/>
                </a:solidFill>
                <a:latin typeface="+mn-lt"/>
                <a:cs typeface="Times New Roman"/>
              </a:rPr>
              <a:t> </a:t>
            </a:r>
            <a:r>
              <a:rPr sz="4250" b="1" spc="-145" dirty="0">
                <a:solidFill>
                  <a:srgbClr val="9A2828"/>
                </a:solidFill>
                <a:latin typeface="+mn-lt"/>
                <a:cs typeface="Times New Roman"/>
              </a:rPr>
              <a:t>lock</a:t>
            </a:r>
            <a:r>
              <a:rPr sz="4250" b="1" spc="-160" dirty="0">
                <a:solidFill>
                  <a:srgbClr val="9A2828"/>
                </a:solidFill>
                <a:latin typeface="+mn-lt"/>
                <a:cs typeface="Times New Roman"/>
              </a:rPr>
              <a:t> </a:t>
            </a:r>
            <a:r>
              <a:rPr sz="4250" b="1" spc="-10" dirty="0">
                <a:solidFill>
                  <a:srgbClr val="9A2828"/>
                </a:solidFill>
                <a:latin typeface="+mn-lt"/>
                <a:cs typeface="Times New Roman"/>
              </a:rPr>
              <a:t>on</a:t>
            </a:r>
            <a:r>
              <a:rPr sz="4250" b="1" spc="-270" dirty="0">
                <a:solidFill>
                  <a:srgbClr val="9A2828"/>
                </a:solidFill>
                <a:latin typeface="+mn-lt"/>
                <a:cs typeface="Times New Roman"/>
              </a:rPr>
              <a:t> </a:t>
            </a:r>
            <a:r>
              <a:rPr sz="4250" b="1" dirty="0">
                <a:solidFill>
                  <a:srgbClr val="9A2828"/>
                </a:solidFill>
                <a:latin typeface="+mn-lt"/>
                <a:cs typeface="Times New Roman"/>
              </a:rPr>
              <a:t>the</a:t>
            </a:r>
            <a:r>
              <a:rPr sz="4250" b="1" spc="-210" dirty="0">
                <a:solidFill>
                  <a:srgbClr val="9A2828"/>
                </a:solidFill>
                <a:latin typeface="+mn-lt"/>
                <a:cs typeface="Times New Roman"/>
              </a:rPr>
              <a:t> </a:t>
            </a:r>
            <a:r>
              <a:rPr sz="4250" b="1" spc="-20" dirty="0">
                <a:solidFill>
                  <a:srgbClr val="9A2828"/>
                </a:solidFill>
                <a:latin typeface="+mn-lt"/>
                <a:cs typeface="Times New Roman"/>
              </a:rPr>
              <a:t>door</a:t>
            </a:r>
            <a:r>
              <a:rPr sz="4250" b="1" spc="-20" dirty="0">
                <a:solidFill>
                  <a:srgbClr val="0E0F0F"/>
                </a:solidFill>
                <a:latin typeface="+mn-lt"/>
                <a:cs typeface="Times New Roman"/>
              </a:rPr>
              <a:t>.</a:t>
            </a:r>
            <a:endParaRPr sz="4250" dirty="0">
              <a:latin typeface="+mn-lt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6158729" y="9396214"/>
            <a:ext cx="125158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10" dirty="0">
                <a:solidFill>
                  <a:srgbClr val="313131"/>
                </a:solidFill>
                <a:latin typeface="Times New Roman"/>
                <a:cs typeface="Times New Roman"/>
              </a:rPr>
              <a:t>I'S\</a:t>
            </a:r>
            <a:r>
              <a:rPr sz="1400" spc="20" dirty="0">
                <a:solidFill>
                  <a:srgbClr val="313131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E0F0F"/>
                </a:solidFill>
                <a:latin typeface="Arial"/>
                <a:cs typeface="Arial"/>
              </a:rPr>
              <a:t>N</a:t>
            </a:r>
            <a:r>
              <a:rPr sz="1350" spc="-10" dirty="0">
                <a:solidFill>
                  <a:srgbClr val="313131"/>
                </a:solidFill>
                <a:latin typeface="Arial"/>
                <a:cs typeface="Arial"/>
              </a:rPr>
              <a:t>otebookL</a:t>
            </a:r>
            <a:r>
              <a:rPr sz="1350" spc="-10" dirty="0">
                <a:solidFill>
                  <a:srgbClr val="0E0F0F"/>
                </a:solidFill>
                <a:latin typeface="Arial"/>
                <a:cs typeface="Arial"/>
              </a:rPr>
              <a:t>M</a:t>
            </a:r>
            <a:endParaRPr sz="1350">
              <a:latin typeface="Arial"/>
              <a:cs typeface="Arial"/>
            </a:endParaRPr>
          </a:p>
        </p:txBody>
      </p:sp>
      <p:pic>
        <p:nvPicPr>
          <p:cNvPr id="39" name="Graphic 38" descr="Employee badge outline">
            <a:extLst>
              <a:ext uri="{FF2B5EF4-FFF2-40B4-BE49-F238E27FC236}">
                <a16:creationId xmlns:a16="http://schemas.microsoft.com/office/drawing/2014/main" id="{5955C014-7E27-B0B4-4542-601FCBBB15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39186" y="1981200"/>
            <a:ext cx="2123952" cy="212395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3" name="Graphic 42" descr="Lock outline">
            <a:extLst>
              <a:ext uri="{FF2B5EF4-FFF2-40B4-BE49-F238E27FC236}">
                <a16:creationId xmlns:a16="http://schemas.microsoft.com/office/drawing/2014/main" id="{EB338883-5F4D-5F13-F63D-FFC0870D8B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690600" y="2075543"/>
            <a:ext cx="1983635" cy="198363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1" name="Graphic 40" descr="Shield Cross outline">
            <a:extLst>
              <a:ext uri="{FF2B5EF4-FFF2-40B4-BE49-F238E27FC236}">
                <a16:creationId xmlns:a16="http://schemas.microsoft.com/office/drawing/2014/main" id="{45AD8AA7-6554-A74E-6306-4301B0001A3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556757" y="3124200"/>
            <a:ext cx="1380174" cy="138017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4" name="object 17">
            <a:extLst>
              <a:ext uri="{FF2B5EF4-FFF2-40B4-BE49-F238E27FC236}">
                <a16:creationId xmlns:a16="http://schemas.microsoft.com/office/drawing/2014/main" id="{2ED2DEC4-A0D3-DBB6-1A60-8D1597513E15}"/>
              </a:ext>
            </a:extLst>
          </p:cNvPr>
          <p:cNvSpPr txBox="1"/>
          <p:nvPr/>
        </p:nvSpPr>
        <p:spPr>
          <a:xfrm>
            <a:off x="143795" y="9185464"/>
            <a:ext cx="17221200" cy="37574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10"/>
              </a:spcBef>
            </a:pPr>
            <a:r>
              <a:rPr lang="en-US" sz="235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Times New Roman"/>
              </a:rPr>
              <a:t>Copyright 2026 Transworld Medical Management, LLC. All rights reserved.</a:t>
            </a:r>
            <a:endParaRPr sz="1350" dirty="0">
              <a:solidFill>
                <a:schemeClr val="tx1">
                  <a:lumMod val="50000"/>
                  <a:lumOff val="50000"/>
                </a:schemeClr>
              </a:solidFill>
              <a:latin typeface="+mn-lt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Rectangle: Rounded Corners 127">
            <a:extLst>
              <a:ext uri="{FF2B5EF4-FFF2-40B4-BE49-F238E27FC236}">
                <a16:creationId xmlns:a16="http://schemas.microsoft.com/office/drawing/2014/main" id="{C24BDDDB-BE0E-5F41-6CF6-415CA3F8DB99}"/>
              </a:ext>
            </a:extLst>
          </p:cNvPr>
          <p:cNvSpPr/>
          <p:nvPr/>
        </p:nvSpPr>
        <p:spPr>
          <a:xfrm>
            <a:off x="8737600" y="2438400"/>
            <a:ext cx="7772400" cy="5931801"/>
          </a:xfrm>
          <a:prstGeom prst="roundRect">
            <a:avLst>
              <a:gd name="adj" fmla="val 5167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Rectangle: Rounded Corners 126">
            <a:extLst>
              <a:ext uri="{FF2B5EF4-FFF2-40B4-BE49-F238E27FC236}">
                <a16:creationId xmlns:a16="http://schemas.microsoft.com/office/drawing/2014/main" id="{168194BD-14E0-C1B2-36F7-AAAD139596C2}"/>
              </a:ext>
            </a:extLst>
          </p:cNvPr>
          <p:cNvSpPr/>
          <p:nvPr/>
        </p:nvSpPr>
        <p:spPr>
          <a:xfrm>
            <a:off x="457659" y="2368100"/>
            <a:ext cx="7772400" cy="5931801"/>
          </a:xfrm>
          <a:prstGeom prst="roundRect">
            <a:avLst>
              <a:gd name="adj" fmla="val 5167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/>
          <p:nvPr/>
        </p:nvSpPr>
        <p:spPr>
          <a:xfrm>
            <a:off x="431800" y="345468"/>
            <a:ext cx="15377613" cy="7073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0"/>
              </a:spcBef>
            </a:pPr>
            <a:r>
              <a:rPr sz="4400" b="1" spc="195" dirty="0">
                <a:solidFill>
                  <a:srgbClr val="031F3D"/>
                </a:solidFill>
                <a:latin typeface="Arial"/>
                <a:ea typeface="+mj-ea"/>
                <a:cs typeface="Arial"/>
              </a:rPr>
              <a:t>The Patient's Bill of Rights &amp; The NPP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47118" y="2627861"/>
            <a:ext cx="4418330" cy="4775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950" b="1" spc="70" dirty="0">
                <a:solidFill>
                  <a:srgbClr val="052146"/>
                </a:solidFill>
                <a:latin typeface="Arial"/>
                <a:cs typeface="Arial"/>
              </a:rPr>
              <a:t>Patient</a:t>
            </a:r>
            <a:r>
              <a:rPr sz="2950" b="1" spc="-114" dirty="0">
                <a:solidFill>
                  <a:srgbClr val="052146"/>
                </a:solidFill>
                <a:latin typeface="Arial"/>
                <a:cs typeface="Arial"/>
              </a:rPr>
              <a:t> </a:t>
            </a:r>
            <a:r>
              <a:rPr sz="2950" b="1" dirty="0">
                <a:solidFill>
                  <a:srgbClr val="052146"/>
                </a:solidFill>
                <a:latin typeface="Arial"/>
                <a:cs typeface="Arial"/>
              </a:rPr>
              <a:t>Rights</a:t>
            </a:r>
            <a:r>
              <a:rPr sz="2950" b="1" spc="-75" dirty="0">
                <a:solidFill>
                  <a:srgbClr val="052146"/>
                </a:solidFill>
                <a:latin typeface="Arial"/>
                <a:cs typeface="Arial"/>
              </a:rPr>
              <a:t> </a:t>
            </a:r>
            <a:r>
              <a:rPr sz="2950" b="1" spc="-10" dirty="0">
                <a:solidFill>
                  <a:srgbClr val="052146"/>
                </a:solidFill>
                <a:latin typeface="Arial"/>
                <a:cs typeface="Arial"/>
              </a:rPr>
              <a:t>Checklist</a:t>
            </a:r>
            <a:endParaRPr sz="29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48222" y="3387448"/>
            <a:ext cx="6752590" cy="4523418"/>
          </a:xfrm>
          <a:prstGeom prst="rect">
            <a:avLst/>
          </a:prstGeom>
        </p:spPr>
        <p:txBody>
          <a:bodyPr vert="horz" wrap="square" lIns="0" tIns="18415" rIns="0" bIns="0" rtlCol="0">
            <a:spAutoFit/>
          </a:bodyPr>
          <a:lstStyle/>
          <a:p>
            <a:pPr marL="469900" marR="386080" indent="-457200">
              <a:lnSpc>
                <a:spcPct val="99600"/>
              </a:lnSpc>
              <a:spcBef>
                <a:spcPts val="145"/>
              </a:spcBef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sz="2800" b="1" spc="-110" dirty="0">
                <a:solidFill>
                  <a:srgbClr val="050708"/>
                </a:solidFill>
                <a:latin typeface="Arial"/>
                <a:cs typeface="Arial"/>
              </a:rPr>
              <a:t>Access</a:t>
            </a:r>
            <a:r>
              <a:rPr sz="2750" b="1" spc="-110" dirty="0">
                <a:solidFill>
                  <a:srgbClr val="050708"/>
                </a:solidFill>
                <a:latin typeface="Arial"/>
                <a:cs typeface="Arial"/>
              </a:rPr>
              <a:t>:</a:t>
            </a:r>
            <a:r>
              <a:rPr sz="2750" b="1" spc="10" dirty="0">
                <a:solidFill>
                  <a:srgbClr val="050708"/>
                </a:solidFill>
                <a:latin typeface="Arial"/>
                <a:cs typeface="Arial"/>
              </a:rPr>
              <a:t> </a:t>
            </a:r>
            <a:r>
              <a:rPr sz="2800" spc="55" dirty="0">
                <a:solidFill>
                  <a:srgbClr val="161818"/>
                </a:solidFill>
                <a:latin typeface="Arial"/>
                <a:cs typeface="Arial"/>
              </a:rPr>
              <a:t>Right</a:t>
            </a:r>
            <a:r>
              <a:rPr sz="2800" spc="5" dirty="0">
                <a:solidFill>
                  <a:srgbClr val="161818"/>
                </a:solidFill>
                <a:latin typeface="Arial"/>
                <a:cs typeface="Arial"/>
              </a:rPr>
              <a:t> </a:t>
            </a:r>
            <a:r>
              <a:rPr sz="2800" spc="50" dirty="0">
                <a:solidFill>
                  <a:srgbClr val="161818"/>
                </a:solidFill>
                <a:latin typeface="Arial"/>
                <a:cs typeface="Arial"/>
              </a:rPr>
              <a:t>to</a:t>
            </a:r>
            <a:r>
              <a:rPr sz="2800" spc="220" dirty="0">
                <a:solidFill>
                  <a:srgbClr val="161818"/>
                </a:solidFill>
                <a:latin typeface="Arial"/>
                <a:cs typeface="Arial"/>
              </a:rPr>
              <a:t> </a:t>
            </a:r>
            <a:r>
              <a:rPr sz="2400" spc="95" dirty="0">
                <a:solidFill>
                  <a:srgbClr val="161818"/>
                </a:solidFill>
                <a:latin typeface="Arial"/>
                <a:cs typeface="Arial"/>
              </a:rPr>
              <a:t>in</a:t>
            </a:r>
            <a:r>
              <a:rPr sz="2400" spc="95" dirty="0">
                <a:solidFill>
                  <a:srgbClr val="313131"/>
                </a:solidFill>
                <a:latin typeface="Arial"/>
                <a:cs typeface="Arial"/>
              </a:rPr>
              <a:t>s</a:t>
            </a:r>
            <a:r>
              <a:rPr sz="2400" spc="95" dirty="0">
                <a:solidFill>
                  <a:srgbClr val="161818"/>
                </a:solidFill>
                <a:latin typeface="Arial"/>
                <a:cs typeface="Arial"/>
              </a:rPr>
              <a:t>pect</a:t>
            </a:r>
            <a:r>
              <a:rPr sz="2800" spc="204" dirty="0">
                <a:solidFill>
                  <a:srgbClr val="161818"/>
                </a:solidFill>
                <a:latin typeface="Arial"/>
                <a:cs typeface="Arial"/>
              </a:rPr>
              <a:t> </a:t>
            </a:r>
            <a:r>
              <a:rPr sz="2800" spc="120" dirty="0">
                <a:solidFill>
                  <a:srgbClr val="161818"/>
                </a:solidFill>
                <a:latin typeface="Arial"/>
                <a:cs typeface="Arial"/>
              </a:rPr>
              <a:t>and</a:t>
            </a:r>
            <a:r>
              <a:rPr sz="2800" spc="-65" dirty="0">
                <a:solidFill>
                  <a:srgbClr val="161818"/>
                </a:solidFill>
                <a:latin typeface="Arial"/>
                <a:cs typeface="Arial"/>
              </a:rPr>
              <a:t> </a:t>
            </a:r>
            <a:r>
              <a:rPr sz="2800" spc="65" dirty="0">
                <a:solidFill>
                  <a:srgbClr val="313131"/>
                </a:solidFill>
                <a:latin typeface="Arial"/>
                <a:cs typeface="Arial"/>
              </a:rPr>
              <a:t>c</a:t>
            </a:r>
            <a:r>
              <a:rPr sz="2800" spc="65" dirty="0">
                <a:solidFill>
                  <a:srgbClr val="161818"/>
                </a:solidFill>
                <a:latin typeface="Arial"/>
                <a:cs typeface="Arial"/>
              </a:rPr>
              <a:t>opy </a:t>
            </a:r>
            <a:r>
              <a:rPr sz="2800" spc="80" dirty="0">
                <a:solidFill>
                  <a:srgbClr val="161818"/>
                </a:solidFill>
                <a:latin typeface="Arial"/>
                <a:cs typeface="Arial"/>
              </a:rPr>
              <a:t>medical</a:t>
            </a:r>
            <a:r>
              <a:rPr sz="2800" spc="15" dirty="0">
                <a:solidFill>
                  <a:srgbClr val="161818"/>
                </a:solidFill>
                <a:latin typeface="Arial"/>
                <a:cs typeface="Arial"/>
              </a:rPr>
              <a:t> </a:t>
            </a:r>
            <a:r>
              <a:rPr sz="2800" spc="100" dirty="0">
                <a:solidFill>
                  <a:srgbClr val="050708"/>
                </a:solidFill>
                <a:latin typeface="Arial"/>
                <a:cs typeface="Arial"/>
              </a:rPr>
              <a:t>records</a:t>
            </a:r>
            <a:r>
              <a:rPr sz="2800" spc="100" dirty="0">
                <a:solidFill>
                  <a:srgbClr val="313131"/>
                </a:solidFill>
                <a:latin typeface="Arial"/>
                <a:cs typeface="Arial"/>
              </a:rPr>
              <a:t>.</a:t>
            </a:r>
            <a:endParaRPr sz="2800" dirty="0">
              <a:latin typeface="Arial"/>
              <a:cs typeface="Arial"/>
            </a:endParaRPr>
          </a:p>
          <a:p>
            <a:pPr marL="469900" marR="1076960" indent="-457200">
              <a:lnSpc>
                <a:spcPct val="99600"/>
              </a:lnSpc>
              <a:spcBef>
                <a:spcPts val="740"/>
              </a:spcBef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sz="2800" b="1" spc="-95" dirty="0">
                <a:solidFill>
                  <a:srgbClr val="050708"/>
                </a:solidFill>
                <a:latin typeface="Arial"/>
                <a:cs typeface="Arial"/>
              </a:rPr>
              <a:t>Amendment</a:t>
            </a:r>
            <a:r>
              <a:rPr sz="2750" b="1" spc="-95" dirty="0">
                <a:solidFill>
                  <a:srgbClr val="050708"/>
                </a:solidFill>
                <a:latin typeface="Arial"/>
                <a:cs typeface="Arial"/>
              </a:rPr>
              <a:t>:</a:t>
            </a:r>
            <a:r>
              <a:rPr sz="2750" b="1" spc="10" dirty="0">
                <a:solidFill>
                  <a:srgbClr val="050708"/>
                </a:solidFill>
                <a:latin typeface="Arial"/>
                <a:cs typeface="Arial"/>
              </a:rPr>
              <a:t> </a:t>
            </a:r>
            <a:r>
              <a:rPr sz="2400" spc="55" dirty="0">
                <a:solidFill>
                  <a:srgbClr val="050708"/>
                </a:solidFill>
                <a:latin typeface="Arial"/>
                <a:cs typeface="Arial"/>
              </a:rPr>
              <a:t>Right</a:t>
            </a:r>
            <a:r>
              <a:rPr sz="2400" spc="100" dirty="0">
                <a:solidFill>
                  <a:srgbClr val="050708"/>
                </a:solidFill>
                <a:latin typeface="Arial"/>
                <a:cs typeface="Arial"/>
              </a:rPr>
              <a:t> </a:t>
            </a:r>
            <a:r>
              <a:rPr sz="2400" spc="50" dirty="0">
                <a:solidFill>
                  <a:srgbClr val="050708"/>
                </a:solidFill>
                <a:latin typeface="Arial"/>
                <a:cs typeface="Arial"/>
              </a:rPr>
              <a:t>to</a:t>
            </a:r>
            <a:r>
              <a:rPr sz="2400" spc="220" dirty="0">
                <a:solidFill>
                  <a:srgbClr val="050708"/>
                </a:solidFill>
                <a:latin typeface="Arial"/>
                <a:cs typeface="Arial"/>
              </a:rPr>
              <a:t> </a:t>
            </a:r>
            <a:r>
              <a:rPr sz="2400" spc="65" dirty="0">
                <a:solidFill>
                  <a:srgbClr val="161818"/>
                </a:solidFill>
                <a:latin typeface="Arial"/>
                <a:cs typeface="Arial"/>
              </a:rPr>
              <a:t>request </a:t>
            </a:r>
            <a:r>
              <a:rPr sz="2400" spc="100" dirty="0">
                <a:solidFill>
                  <a:srgbClr val="161818"/>
                </a:solidFill>
                <a:latin typeface="Arial"/>
                <a:cs typeface="Arial"/>
              </a:rPr>
              <a:t>corrections</a:t>
            </a:r>
            <a:r>
              <a:rPr sz="2400" spc="175" dirty="0">
                <a:solidFill>
                  <a:srgbClr val="161818"/>
                </a:solidFill>
                <a:latin typeface="Arial"/>
                <a:cs typeface="Arial"/>
              </a:rPr>
              <a:t> </a:t>
            </a:r>
            <a:r>
              <a:rPr sz="2400" spc="90" dirty="0">
                <a:solidFill>
                  <a:srgbClr val="161818"/>
                </a:solidFill>
                <a:latin typeface="Arial"/>
                <a:cs typeface="Arial"/>
              </a:rPr>
              <a:t>to</a:t>
            </a:r>
            <a:r>
              <a:rPr sz="2400" spc="160" dirty="0">
                <a:solidFill>
                  <a:srgbClr val="161818"/>
                </a:solidFill>
                <a:latin typeface="Arial"/>
                <a:cs typeface="Arial"/>
              </a:rPr>
              <a:t> </a:t>
            </a:r>
            <a:r>
              <a:rPr sz="2400" spc="75" dirty="0">
                <a:solidFill>
                  <a:srgbClr val="050708"/>
                </a:solidFill>
                <a:latin typeface="Arial"/>
                <a:cs typeface="Arial"/>
              </a:rPr>
              <a:t>records.</a:t>
            </a:r>
            <a:endParaRPr sz="2400" dirty="0">
              <a:latin typeface="Arial"/>
              <a:cs typeface="Arial"/>
            </a:endParaRPr>
          </a:p>
          <a:p>
            <a:pPr marL="469900" marR="142875" indent="-457200">
              <a:lnSpc>
                <a:spcPct val="99600"/>
              </a:lnSpc>
              <a:spcBef>
                <a:spcPts val="740"/>
              </a:spcBef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sz="2800" b="1" spc="-110" dirty="0">
                <a:solidFill>
                  <a:srgbClr val="050708"/>
                </a:solidFill>
                <a:latin typeface="Arial"/>
                <a:cs typeface="Arial"/>
              </a:rPr>
              <a:t>Accounting</a:t>
            </a:r>
            <a:r>
              <a:rPr sz="2750" b="1" spc="-110" dirty="0">
                <a:solidFill>
                  <a:srgbClr val="050708"/>
                </a:solidFill>
                <a:latin typeface="Arial"/>
                <a:cs typeface="Arial"/>
              </a:rPr>
              <a:t>:</a:t>
            </a:r>
            <a:r>
              <a:rPr sz="2750" b="1" spc="-60" dirty="0">
                <a:solidFill>
                  <a:srgbClr val="050708"/>
                </a:solidFill>
                <a:latin typeface="Arial"/>
                <a:cs typeface="Arial"/>
              </a:rPr>
              <a:t> </a:t>
            </a:r>
            <a:r>
              <a:rPr sz="2400" spc="65" dirty="0">
                <a:solidFill>
                  <a:srgbClr val="161818"/>
                </a:solidFill>
                <a:latin typeface="Arial"/>
                <a:cs typeface="Arial"/>
              </a:rPr>
              <a:t>Right</a:t>
            </a:r>
            <a:r>
              <a:rPr sz="2400" spc="70" dirty="0">
                <a:solidFill>
                  <a:srgbClr val="161818"/>
                </a:solidFill>
                <a:latin typeface="Arial"/>
                <a:cs typeface="Arial"/>
              </a:rPr>
              <a:t> </a:t>
            </a:r>
            <a:r>
              <a:rPr sz="2400" spc="60" dirty="0">
                <a:solidFill>
                  <a:srgbClr val="161818"/>
                </a:solidFill>
                <a:latin typeface="Arial"/>
                <a:cs typeface="Arial"/>
              </a:rPr>
              <a:t>to</a:t>
            </a:r>
            <a:r>
              <a:rPr sz="2400" spc="235" dirty="0">
                <a:solidFill>
                  <a:srgbClr val="161818"/>
                </a:solidFill>
                <a:latin typeface="Arial"/>
                <a:cs typeface="Arial"/>
              </a:rPr>
              <a:t> </a:t>
            </a:r>
            <a:r>
              <a:rPr sz="2400" spc="125" dirty="0">
                <a:solidFill>
                  <a:srgbClr val="161818"/>
                </a:solidFill>
                <a:latin typeface="Arial"/>
                <a:cs typeface="Arial"/>
              </a:rPr>
              <a:t>know</a:t>
            </a:r>
            <a:r>
              <a:rPr sz="2400" spc="85" dirty="0">
                <a:solidFill>
                  <a:srgbClr val="161818"/>
                </a:solidFill>
                <a:latin typeface="Arial"/>
                <a:cs typeface="Arial"/>
              </a:rPr>
              <a:t> </a:t>
            </a:r>
            <a:r>
              <a:rPr sz="2400" spc="135" dirty="0">
                <a:solidFill>
                  <a:srgbClr val="161818"/>
                </a:solidFill>
                <a:latin typeface="Arial"/>
                <a:cs typeface="Arial"/>
              </a:rPr>
              <a:t>who</a:t>
            </a:r>
            <a:r>
              <a:rPr sz="2400" spc="50" dirty="0">
                <a:solidFill>
                  <a:srgbClr val="161818"/>
                </a:solidFill>
                <a:latin typeface="Arial"/>
                <a:cs typeface="Arial"/>
              </a:rPr>
              <a:t> </a:t>
            </a:r>
            <a:r>
              <a:rPr sz="2400" spc="40" dirty="0">
                <a:solidFill>
                  <a:srgbClr val="161818"/>
                </a:solidFill>
                <a:latin typeface="Arial"/>
                <a:cs typeface="Arial"/>
              </a:rPr>
              <a:t>has </a:t>
            </a:r>
            <a:r>
              <a:rPr sz="2400" spc="75" dirty="0">
                <a:solidFill>
                  <a:srgbClr val="161818"/>
                </a:solidFill>
                <a:latin typeface="Arial"/>
                <a:cs typeface="Arial"/>
              </a:rPr>
              <a:t>seen</a:t>
            </a:r>
            <a:r>
              <a:rPr sz="2400" spc="-15" dirty="0">
                <a:solidFill>
                  <a:srgbClr val="161818"/>
                </a:solidFill>
                <a:latin typeface="Arial"/>
                <a:cs typeface="Arial"/>
              </a:rPr>
              <a:t> </a:t>
            </a:r>
            <a:r>
              <a:rPr sz="2400" spc="105" dirty="0">
                <a:solidFill>
                  <a:srgbClr val="161818"/>
                </a:solidFill>
                <a:latin typeface="Arial"/>
                <a:cs typeface="Arial"/>
              </a:rPr>
              <a:t>their</a:t>
            </a:r>
            <a:r>
              <a:rPr sz="2400" spc="60" dirty="0">
                <a:solidFill>
                  <a:srgbClr val="161818"/>
                </a:solidFill>
                <a:latin typeface="Arial"/>
                <a:cs typeface="Arial"/>
              </a:rPr>
              <a:t> </a:t>
            </a:r>
            <a:r>
              <a:rPr sz="2400" spc="125" dirty="0">
                <a:solidFill>
                  <a:srgbClr val="161818"/>
                </a:solidFill>
                <a:latin typeface="Arial"/>
                <a:cs typeface="Arial"/>
              </a:rPr>
              <a:t>data</a:t>
            </a:r>
            <a:r>
              <a:rPr sz="2400" spc="125" dirty="0">
                <a:solidFill>
                  <a:srgbClr val="313131"/>
                </a:solidFill>
                <a:latin typeface="Arial"/>
                <a:cs typeface="Arial"/>
              </a:rPr>
              <a:t>.</a:t>
            </a:r>
            <a:endParaRPr sz="2400" dirty="0">
              <a:latin typeface="Arial"/>
              <a:cs typeface="Arial"/>
            </a:endParaRPr>
          </a:p>
          <a:p>
            <a:pPr marL="469900" marR="5080" indent="-457200">
              <a:lnSpc>
                <a:spcPct val="101699"/>
              </a:lnSpc>
              <a:spcBef>
                <a:spcPts val="630"/>
              </a:spcBef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sz="2800" b="1" spc="-80" dirty="0">
                <a:solidFill>
                  <a:srgbClr val="050708"/>
                </a:solidFill>
                <a:latin typeface="Arial"/>
                <a:cs typeface="Arial"/>
              </a:rPr>
              <a:t>Restriction</a:t>
            </a:r>
            <a:r>
              <a:rPr sz="2750" b="1" spc="-80" dirty="0">
                <a:solidFill>
                  <a:srgbClr val="050708"/>
                </a:solidFill>
                <a:latin typeface="Arial"/>
                <a:cs typeface="Arial"/>
              </a:rPr>
              <a:t>:</a:t>
            </a:r>
            <a:r>
              <a:rPr sz="2750" b="1" dirty="0">
                <a:solidFill>
                  <a:srgbClr val="050708"/>
                </a:solidFill>
                <a:latin typeface="Arial"/>
                <a:cs typeface="Arial"/>
              </a:rPr>
              <a:t> </a:t>
            </a:r>
            <a:r>
              <a:rPr sz="2400" spc="55" dirty="0">
                <a:solidFill>
                  <a:srgbClr val="161818"/>
                </a:solidFill>
                <a:latin typeface="Arial"/>
                <a:cs typeface="Arial"/>
              </a:rPr>
              <a:t>Right</a:t>
            </a:r>
            <a:r>
              <a:rPr sz="2400" spc="5" dirty="0">
                <a:solidFill>
                  <a:srgbClr val="161818"/>
                </a:solidFill>
                <a:latin typeface="Arial"/>
                <a:cs typeface="Arial"/>
              </a:rPr>
              <a:t> </a:t>
            </a:r>
            <a:r>
              <a:rPr sz="2400" spc="50" dirty="0">
                <a:solidFill>
                  <a:srgbClr val="161818"/>
                </a:solidFill>
                <a:latin typeface="Arial"/>
                <a:cs typeface="Arial"/>
              </a:rPr>
              <a:t>to</a:t>
            </a:r>
            <a:r>
              <a:rPr sz="2400" spc="200" dirty="0">
                <a:solidFill>
                  <a:srgbClr val="161818"/>
                </a:solidFill>
                <a:latin typeface="Arial"/>
                <a:cs typeface="Arial"/>
              </a:rPr>
              <a:t> </a:t>
            </a:r>
            <a:r>
              <a:rPr sz="2400" spc="90" dirty="0">
                <a:solidFill>
                  <a:srgbClr val="161818"/>
                </a:solidFill>
                <a:latin typeface="Arial"/>
                <a:cs typeface="Arial"/>
              </a:rPr>
              <a:t>ask</a:t>
            </a:r>
            <a:r>
              <a:rPr sz="2400" spc="5" dirty="0">
                <a:solidFill>
                  <a:srgbClr val="161818"/>
                </a:solidFill>
                <a:latin typeface="Arial"/>
                <a:cs typeface="Arial"/>
              </a:rPr>
              <a:t> </a:t>
            </a:r>
            <a:r>
              <a:rPr sz="2400" spc="65" dirty="0">
                <a:solidFill>
                  <a:srgbClr val="161818"/>
                </a:solidFill>
                <a:latin typeface="Arial"/>
                <a:cs typeface="Arial"/>
              </a:rPr>
              <a:t>for</a:t>
            </a:r>
            <a:r>
              <a:rPr sz="2400" spc="155" dirty="0">
                <a:solidFill>
                  <a:srgbClr val="161818"/>
                </a:solidFill>
                <a:latin typeface="Arial"/>
                <a:cs typeface="Arial"/>
              </a:rPr>
              <a:t> </a:t>
            </a:r>
            <a:r>
              <a:rPr sz="2400" spc="95" dirty="0">
                <a:solidFill>
                  <a:srgbClr val="050708"/>
                </a:solidFill>
                <a:latin typeface="Arial"/>
                <a:cs typeface="Arial"/>
              </a:rPr>
              <a:t>limits</a:t>
            </a:r>
            <a:r>
              <a:rPr sz="2400" spc="-30" dirty="0">
                <a:solidFill>
                  <a:srgbClr val="050708"/>
                </a:solidFill>
                <a:latin typeface="Arial"/>
                <a:cs typeface="Arial"/>
              </a:rPr>
              <a:t> </a:t>
            </a:r>
            <a:r>
              <a:rPr sz="2400" spc="110" dirty="0">
                <a:solidFill>
                  <a:srgbClr val="161818"/>
                </a:solidFill>
                <a:latin typeface="Arial"/>
                <a:cs typeface="Arial"/>
              </a:rPr>
              <a:t>on </a:t>
            </a:r>
            <a:r>
              <a:rPr sz="2400" spc="105" dirty="0">
                <a:solidFill>
                  <a:srgbClr val="161818"/>
                </a:solidFill>
                <a:latin typeface="Arial"/>
                <a:cs typeface="Arial"/>
              </a:rPr>
              <a:t>data</a:t>
            </a:r>
            <a:r>
              <a:rPr sz="2400" spc="15" dirty="0">
                <a:solidFill>
                  <a:srgbClr val="161818"/>
                </a:solidFill>
                <a:latin typeface="Arial"/>
                <a:cs typeface="Arial"/>
              </a:rPr>
              <a:t> </a:t>
            </a:r>
            <a:r>
              <a:rPr sz="2400" spc="70" dirty="0">
                <a:solidFill>
                  <a:srgbClr val="161818"/>
                </a:solidFill>
                <a:latin typeface="Arial"/>
                <a:cs typeface="Arial"/>
              </a:rPr>
              <a:t>usage.</a:t>
            </a:r>
            <a:endParaRPr sz="2400" dirty="0">
              <a:latin typeface="Arial"/>
              <a:cs typeface="Arial"/>
            </a:endParaRPr>
          </a:p>
          <a:p>
            <a:pPr marL="469900" marR="15875" indent="-457200">
              <a:lnSpc>
                <a:spcPct val="99600"/>
              </a:lnSpc>
              <a:spcBef>
                <a:spcPts val="635"/>
              </a:spcBef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sz="2800" b="1" spc="-55" dirty="0">
                <a:solidFill>
                  <a:srgbClr val="050708"/>
                </a:solidFill>
                <a:latin typeface="Arial"/>
                <a:cs typeface="Arial"/>
              </a:rPr>
              <a:t>Confidentiality</a:t>
            </a:r>
            <a:r>
              <a:rPr sz="2750" b="1" spc="-55" dirty="0">
                <a:solidFill>
                  <a:srgbClr val="050708"/>
                </a:solidFill>
                <a:latin typeface="Arial"/>
                <a:cs typeface="Arial"/>
              </a:rPr>
              <a:t>:</a:t>
            </a:r>
            <a:r>
              <a:rPr sz="2750" b="1" spc="-235" dirty="0">
                <a:solidFill>
                  <a:srgbClr val="050708"/>
                </a:solidFill>
                <a:latin typeface="Arial"/>
                <a:cs typeface="Arial"/>
              </a:rPr>
              <a:t> </a:t>
            </a:r>
            <a:r>
              <a:rPr sz="2400" spc="55" dirty="0">
                <a:solidFill>
                  <a:srgbClr val="161818"/>
                </a:solidFill>
                <a:latin typeface="Arial"/>
                <a:cs typeface="Arial"/>
              </a:rPr>
              <a:t>Right</a:t>
            </a:r>
            <a:r>
              <a:rPr sz="2400" spc="135" dirty="0">
                <a:solidFill>
                  <a:srgbClr val="161818"/>
                </a:solidFill>
                <a:latin typeface="Arial"/>
                <a:cs typeface="Arial"/>
              </a:rPr>
              <a:t> </a:t>
            </a:r>
            <a:r>
              <a:rPr sz="2400" spc="50" dirty="0">
                <a:solidFill>
                  <a:srgbClr val="050708"/>
                </a:solidFill>
                <a:latin typeface="Arial"/>
                <a:cs typeface="Arial"/>
              </a:rPr>
              <a:t>to</a:t>
            </a:r>
            <a:r>
              <a:rPr sz="2400" spc="260" dirty="0">
                <a:solidFill>
                  <a:srgbClr val="050708"/>
                </a:solidFill>
                <a:latin typeface="Arial"/>
                <a:cs typeface="Arial"/>
              </a:rPr>
              <a:t> </a:t>
            </a:r>
            <a:r>
              <a:rPr sz="2400" spc="65" dirty="0">
                <a:solidFill>
                  <a:srgbClr val="161818"/>
                </a:solidFill>
                <a:latin typeface="Arial"/>
                <a:cs typeface="Arial"/>
              </a:rPr>
              <a:t>request </a:t>
            </a:r>
            <a:r>
              <a:rPr sz="2400" spc="90" dirty="0">
                <a:solidFill>
                  <a:srgbClr val="161818"/>
                </a:solidFill>
                <a:latin typeface="Arial"/>
                <a:cs typeface="Arial"/>
              </a:rPr>
              <a:t>alternative</a:t>
            </a:r>
            <a:r>
              <a:rPr sz="2400" spc="-30" dirty="0">
                <a:solidFill>
                  <a:srgbClr val="161818"/>
                </a:solidFill>
                <a:latin typeface="Arial"/>
                <a:cs typeface="Arial"/>
              </a:rPr>
              <a:t> </a:t>
            </a:r>
            <a:r>
              <a:rPr sz="2400" spc="100" dirty="0">
                <a:solidFill>
                  <a:srgbClr val="161818"/>
                </a:solidFill>
                <a:latin typeface="Arial"/>
                <a:cs typeface="Arial"/>
              </a:rPr>
              <a:t>communication</a:t>
            </a:r>
            <a:r>
              <a:rPr sz="2400" spc="125" dirty="0">
                <a:solidFill>
                  <a:srgbClr val="161818"/>
                </a:solidFill>
                <a:latin typeface="Arial"/>
                <a:cs typeface="Arial"/>
              </a:rPr>
              <a:t> </a:t>
            </a:r>
            <a:r>
              <a:rPr sz="2400" spc="100" dirty="0">
                <a:solidFill>
                  <a:srgbClr val="161818"/>
                </a:solidFill>
                <a:latin typeface="Arial"/>
                <a:cs typeface="Arial"/>
              </a:rPr>
              <a:t>methods.</a:t>
            </a:r>
            <a:endParaRPr sz="255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325325" y="2367931"/>
            <a:ext cx="6944995" cy="2129173"/>
          </a:xfrm>
          <a:prstGeom prst="rect">
            <a:avLst/>
          </a:prstGeom>
        </p:spPr>
        <p:txBody>
          <a:bodyPr vert="horz" wrap="square" lIns="0" tIns="274320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2160"/>
              </a:spcBef>
            </a:pPr>
            <a:r>
              <a:rPr sz="2800" b="1" spc="114" dirty="0">
                <a:solidFill>
                  <a:srgbClr val="052146"/>
                </a:solidFill>
                <a:latin typeface="Arial"/>
                <a:cs typeface="Arial"/>
              </a:rPr>
              <a:t>The</a:t>
            </a:r>
            <a:r>
              <a:rPr sz="2800" b="1" spc="-215" dirty="0">
                <a:solidFill>
                  <a:srgbClr val="052146"/>
                </a:solidFill>
                <a:latin typeface="Arial"/>
                <a:cs typeface="Arial"/>
              </a:rPr>
              <a:t> </a:t>
            </a:r>
            <a:r>
              <a:rPr sz="2800" b="1" spc="70" dirty="0">
                <a:solidFill>
                  <a:srgbClr val="052146"/>
                </a:solidFill>
                <a:latin typeface="Arial"/>
                <a:cs typeface="Arial"/>
              </a:rPr>
              <a:t>Notice</a:t>
            </a:r>
            <a:r>
              <a:rPr sz="2800" b="1" spc="5" dirty="0">
                <a:solidFill>
                  <a:srgbClr val="052146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052146"/>
                </a:solidFill>
                <a:latin typeface="Arial"/>
                <a:cs typeface="Arial"/>
              </a:rPr>
              <a:t>of</a:t>
            </a:r>
            <a:r>
              <a:rPr sz="2800" b="1" spc="5" dirty="0">
                <a:solidFill>
                  <a:srgbClr val="052146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052146"/>
                </a:solidFill>
                <a:latin typeface="Arial"/>
                <a:cs typeface="Arial"/>
              </a:rPr>
              <a:t>Privacy</a:t>
            </a:r>
            <a:r>
              <a:rPr sz="2800" b="1" spc="-45" dirty="0">
                <a:solidFill>
                  <a:srgbClr val="052146"/>
                </a:solidFill>
                <a:latin typeface="Arial"/>
                <a:cs typeface="Arial"/>
              </a:rPr>
              <a:t> </a:t>
            </a:r>
            <a:r>
              <a:rPr sz="2800" b="1" spc="50" dirty="0">
                <a:solidFill>
                  <a:srgbClr val="052146"/>
                </a:solidFill>
                <a:latin typeface="Arial"/>
                <a:cs typeface="Arial"/>
              </a:rPr>
              <a:t>Practices</a:t>
            </a:r>
            <a:r>
              <a:rPr sz="2800" b="1" spc="-10" dirty="0">
                <a:solidFill>
                  <a:srgbClr val="052146"/>
                </a:solidFill>
                <a:latin typeface="Arial"/>
                <a:cs typeface="Arial"/>
              </a:rPr>
              <a:t> (NPP)</a:t>
            </a:r>
            <a:endParaRPr sz="2800" dirty="0">
              <a:latin typeface="Arial"/>
              <a:cs typeface="Arial"/>
            </a:endParaRPr>
          </a:p>
          <a:p>
            <a:pPr marL="12700" marR="5080">
              <a:lnSpc>
                <a:spcPct val="113300"/>
              </a:lnSpc>
              <a:spcBef>
                <a:spcPts val="1380"/>
              </a:spcBef>
            </a:pPr>
            <a:r>
              <a:rPr sz="2400" spc="120" dirty="0">
                <a:solidFill>
                  <a:srgbClr val="161818"/>
                </a:solidFill>
                <a:latin typeface="Arial"/>
                <a:cs typeface="Arial"/>
              </a:rPr>
              <a:t>Must</a:t>
            </a:r>
            <a:r>
              <a:rPr sz="2400" spc="95" dirty="0">
                <a:solidFill>
                  <a:srgbClr val="161818"/>
                </a:solidFill>
                <a:latin typeface="Arial"/>
                <a:cs typeface="Arial"/>
              </a:rPr>
              <a:t> </a:t>
            </a:r>
            <a:r>
              <a:rPr sz="2400" spc="120" dirty="0">
                <a:solidFill>
                  <a:srgbClr val="161818"/>
                </a:solidFill>
                <a:latin typeface="Arial"/>
                <a:cs typeface="Arial"/>
              </a:rPr>
              <a:t>be</a:t>
            </a:r>
            <a:r>
              <a:rPr sz="2400" spc="-10" dirty="0">
                <a:solidFill>
                  <a:srgbClr val="161818"/>
                </a:solidFill>
                <a:latin typeface="Arial"/>
                <a:cs typeface="Arial"/>
              </a:rPr>
              <a:t> </a:t>
            </a:r>
            <a:r>
              <a:rPr sz="2400" spc="130" dirty="0">
                <a:solidFill>
                  <a:srgbClr val="161818"/>
                </a:solidFill>
                <a:latin typeface="Arial"/>
                <a:cs typeface="Arial"/>
              </a:rPr>
              <a:t>offered</a:t>
            </a:r>
            <a:r>
              <a:rPr sz="2400" spc="10" dirty="0">
                <a:solidFill>
                  <a:srgbClr val="161818"/>
                </a:solidFill>
                <a:latin typeface="Arial"/>
                <a:cs typeface="Arial"/>
              </a:rPr>
              <a:t> </a:t>
            </a:r>
            <a:r>
              <a:rPr sz="2400" spc="165" dirty="0">
                <a:solidFill>
                  <a:srgbClr val="161818"/>
                </a:solidFill>
                <a:latin typeface="Arial"/>
                <a:cs typeface="Arial"/>
              </a:rPr>
              <a:t>on</a:t>
            </a:r>
            <a:r>
              <a:rPr sz="2400" spc="-135" dirty="0">
                <a:solidFill>
                  <a:srgbClr val="161818"/>
                </a:solidFill>
                <a:latin typeface="Arial"/>
                <a:cs typeface="Arial"/>
              </a:rPr>
              <a:t> </a:t>
            </a:r>
            <a:r>
              <a:rPr sz="2400" spc="135" dirty="0">
                <a:solidFill>
                  <a:srgbClr val="161818"/>
                </a:solidFill>
                <a:latin typeface="Arial"/>
                <a:cs typeface="Arial"/>
              </a:rPr>
              <a:t>the</a:t>
            </a:r>
            <a:r>
              <a:rPr sz="2400" spc="-55" dirty="0">
                <a:solidFill>
                  <a:srgbClr val="161818"/>
                </a:solidFill>
                <a:latin typeface="Arial"/>
                <a:cs typeface="Arial"/>
              </a:rPr>
              <a:t> </a:t>
            </a:r>
            <a:r>
              <a:rPr sz="2400" spc="125" dirty="0">
                <a:solidFill>
                  <a:srgbClr val="161818"/>
                </a:solidFill>
                <a:latin typeface="Arial"/>
                <a:cs typeface="Arial"/>
              </a:rPr>
              <a:t>first</a:t>
            </a:r>
            <a:r>
              <a:rPr sz="2400" spc="145" dirty="0">
                <a:solidFill>
                  <a:srgbClr val="161818"/>
                </a:solidFill>
                <a:latin typeface="Arial"/>
                <a:cs typeface="Arial"/>
              </a:rPr>
              <a:t> </a:t>
            </a:r>
            <a:r>
              <a:rPr sz="2400" spc="85" dirty="0">
                <a:solidFill>
                  <a:srgbClr val="161818"/>
                </a:solidFill>
                <a:latin typeface="Arial"/>
                <a:cs typeface="Arial"/>
              </a:rPr>
              <a:t>visit. </a:t>
            </a:r>
            <a:r>
              <a:rPr sz="2400" spc="120" dirty="0">
                <a:solidFill>
                  <a:srgbClr val="161818"/>
                </a:solidFill>
                <a:latin typeface="Arial"/>
                <a:cs typeface="Arial"/>
              </a:rPr>
              <a:t>Acknowledgement</a:t>
            </a:r>
            <a:r>
              <a:rPr sz="2400" spc="-170" dirty="0">
                <a:solidFill>
                  <a:srgbClr val="161818"/>
                </a:solidFill>
                <a:latin typeface="Arial"/>
                <a:cs typeface="Arial"/>
              </a:rPr>
              <a:t> </a:t>
            </a:r>
            <a:r>
              <a:rPr sz="2400" spc="90" dirty="0">
                <a:solidFill>
                  <a:srgbClr val="161818"/>
                </a:solidFill>
                <a:latin typeface="Arial"/>
                <a:cs typeface="Arial"/>
              </a:rPr>
              <a:t>of</a:t>
            </a:r>
            <a:r>
              <a:rPr sz="2400" spc="210" dirty="0">
                <a:solidFill>
                  <a:srgbClr val="161818"/>
                </a:solidFill>
                <a:latin typeface="Arial"/>
                <a:cs typeface="Arial"/>
              </a:rPr>
              <a:t> </a:t>
            </a:r>
            <a:r>
              <a:rPr sz="2400" spc="90" dirty="0">
                <a:solidFill>
                  <a:srgbClr val="050708"/>
                </a:solidFill>
                <a:latin typeface="Arial"/>
                <a:cs typeface="Arial"/>
              </a:rPr>
              <a:t>receipt</a:t>
            </a:r>
            <a:r>
              <a:rPr sz="2400" spc="65" dirty="0">
                <a:solidFill>
                  <a:srgbClr val="050708"/>
                </a:solidFill>
                <a:latin typeface="Arial"/>
                <a:cs typeface="Arial"/>
              </a:rPr>
              <a:t> </a:t>
            </a:r>
            <a:r>
              <a:rPr sz="2400" spc="120" dirty="0">
                <a:solidFill>
                  <a:srgbClr val="161818"/>
                </a:solidFill>
                <a:latin typeface="Arial"/>
                <a:cs typeface="Arial"/>
              </a:rPr>
              <a:t>must</a:t>
            </a:r>
            <a:r>
              <a:rPr sz="2400" spc="85" dirty="0">
                <a:solidFill>
                  <a:srgbClr val="161818"/>
                </a:solidFill>
                <a:latin typeface="Arial"/>
                <a:cs typeface="Arial"/>
              </a:rPr>
              <a:t> </a:t>
            </a:r>
            <a:r>
              <a:rPr sz="2400" spc="120" dirty="0">
                <a:solidFill>
                  <a:srgbClr val="161818"/>
                </a:solidFill>
                <a:latin typeface="Arial"/>
                <a:cs typeface="Arial"/>
              </a:rPr>
              <a:t>be</a:t>
            </a:r>
            <a:r>
              <a:rPr sz="2400" spc="-5" dirty="0">
                <a:solidFill>
                  <a:srgbClr val="161818"/>
                </a:solidFill>
                <a:latin typeface="Arial"/>
                <a:cs typeface="Arial"/>
              </a:rPr>
              <a:t> </a:t>
            </a:r>
            <a:r>
              <a:rPr sz="2400" spc="80" dirty="0">
                <a:solidFill>
                  <a:srgbClr val="161818"/>
                </a:solidFill>
                <a:latin typeface="Arial"/>
                <a:cs typeface="Arial"/>
              </a:rPr>
              <a:t>signed </a:t>
            </a:r>
            <a:r>
              <a:rPr sz="2400" spc="120" dirty="0">
                <a:solidFill>
                  <a:srgbClr val="161818"/>
                </a:solidFill>
                <a:latin typeface="Arial"/>
                <a:cs typeface="Arial"/>
              </a:rPr>
              <a:t>and</a:t>
            </a:r>
            <a:r>
              <a:rPr sz="2400" spc="-65" dirty="0">
                <a:solidFill>
                  <a:srgbClr val="161818"/>
                </a:solidFill>
                <a:latin typeface="Arial"/>
                <a:cs typeface="Arial"/>
              </a:rPr>
              <a:t> </a:t>
            </a:r>
            <a:r>
              <a:rPr sz="2400" spc="100" dirty="0">
                <a:solidFill>
                  <a:srgbClr val="161818"/>
                </a:solidFill>
                <a:latin typeface="Arial"/>
                <a:cs typeface="Arial"/>
              </a:rPr>
              <a:t>filed</a:t>
            </a:r>
            <a:r>
              <a:rPr sz="2550" spc="100" dirty="0">
                <a:solidFill>
                  <a:srgbClr val="161818"/>
                </a:solidFill>
                <a:latin typeface="Arial"/>
                <a:cs typeface="Arial"/>
              </a:rPr>
              <a:t>.</a:t>
            </a:r>
            <a:endParaRPr sz="2550" dirty="0">
              <a:latin typeface="Arial"/>
              <a:cs typeface="Arial"/>
            </a:endParaRPr>
          </a:p>
        </p:txBody>
      </p:sp>
      <p:pic>
        <p:nvPicPr>
          <p:cNvPr id="126" name="Picture 125">
            <a:extLst>
              <a:ext uri="{FF2B5EF4-FFF2-40B4-BE49-F238E27FC236}">
                <a16:creationId xmlns:a16="http://schemas.microsoft.com/office/drawing/2014/main" id="{2731C677-F711-8030-43B8-D563921FA3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4419" y="4489730"/>
            <a:ext cx="2948641" cy="36830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49E453A-1274-3026-51CA-F65C8DC5C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>
            <a:extLst>
              <a:ext uri="{FF2B5EF4-FFF2-40B4-BE49-F238E27FC236}">
                <a16:creationId xmlns:a16="http://schemas.microsoft.com/office/drawing/2014/main" id="{538459C6-853D-848A-35EE-DEC3E59A5ED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51415" y="217299"/>
            <a:ext cx="12572365" cy="2643031"/>
          </a:xfrm>
          <a:prstGeom prst="rect">
            <a:avLst/>
          </a:prstGeom>
        </p:spPr>
        <p:txBody>
          <a:bodyPr vert="horz" wrap="square" lIns="0" tIns="17399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70"/>
              </a:spcBef>
            </a:pPr>
            <a:r>
              <a:rPr sz="4400" spc="185" dirty="0">
                <a:solidFill>
                  <a:srgbClr val="070708"/>
                </a:solidFill>
              </a:rPr>
              <a:t>The</a:t>
            </a:r>
            <a:r>
              <a:rPr sz="4400" spc="-290" dirty="0">
                <a:solidFill>
                  <a:srgbClr val="070708"/>
                </a:solidFill>
              </a:rPr>
              <a:t> </a:t>
            </a:r>
            <a:r>
              <a:rPr sz="4400" spc="55" dirty="0">
                <a:solidFill>
                  <a:srgbClr val="070708"/>
                </a:solidFill>
              </a:rPr>
              <a:t>Golden</a:t>
            </a:r>
            <a:r>
              <a:rPr sz="4400" spc="-190" dirty="0">
                <a:solidFill>
                  <a:srgbClr val="070708"/>
                </a:solidFill>
              </a:rPr>
              <a:t> </a:t>
            </a:r>
            <a:r>
              <a:rPr sz="4400" dirty="0">
                <a:solidFill>
                  <a:srgbClr val="070708"/>
                </a:solidFill>
              </a:rPr>
              <a:t>Rule:</a:t>
            </a:r>
            <a:r>
              <a:rPr sz="4400" spc="-400" dirty="0">
                <a:solidFill>
                  <a:srgbClr val="070708"/>
                </a:solidFill>
              </a:rPr>
              <a:t> </a:t>
            </a:r>
            <a:r>
              <a:rPr sz="4400" spc="125" dirty="0">
                <a:solidFill>
                  <a:srgbClr val="070708"/>
                </a:solidFill>
              </a:rPr>
              <a:t>Minimum</a:t>
            </a:r>
            <a:r>
              <a:rPr sz="4400" spc="-55" dirty="0">
                <a:solidFill>
                  <a:srgbClr val="070708"/>
                </a:solidFill>
              </a:rPr>
              <a:t> </a:t>
            </a:r>
            <a:r>
              <a:rPr sz="4400" spc="100" dirty="0">
                <a:solidFill>
                  <a:srgbClr val="070708"/>
                </a:solidFill>
              </a:rPr>
              <a:t>Necessary</a:t>
            </a:r>
            <a:br>
              <a:rPr lang="en-US" sz="5300" spc="100" dirty="0">
                <a:solidFill>
                  <a:srgbClr val="070708"/>
                </a:solidFill>
              </a:rPr>
            </a:br>
            <a:endParaRPr sz="5300" dirty="0"/>
          </a:p>
          <a:p>
            <a:pPr marL="177800" marR="184150" algn="ctr">
              <a:lnSpc>
                <a:spcPts val="3320"/>
              </a:lnSpc>
              <a:spcBef>
                <a:spcPts val="1010"/>
              </a:spcBef>
              <a:tabLst>
                <a:tab pos="4097020" algn="l"/>
                <a:tab pos="6220460" algn="l"/>
                <a:tab pos="9557385" algn="l"/>
              </a:tabLst>
            </a:pPr>
            <a:r>
              <a:rPr sz="2800" spc="70" dirty="0">
                <a:solidFill>
                  <a:srgbClr val="161618"/>
                </a:solidFill>
                <a:latin typeface="+mn-lt"/>
                <a:cs typeface="Times New Roman"/>
              </a:rPr>
              <a:t>Use</a:t>
            </a:r>
            <a:r>
              <a:rPr sz="2800" spc="-130" dirty="0">
                <a:solidFill>
                  <a:srgbClr val="161618"/>
                </a:solidFill>
                <a:latin typeface="+mn-lt"/>
                <a:cs typeface="Times New Roman"/>
              </a:rPr>
              <a:t> </a:t>
            </a:r>
            <a:r>
              <a:rPr sz="2800" spc="60" dirty="0">
                <a:solidFill>
                  <a:srgbClr val="161618"/>
                </a:solidFill>
                <a:latin typeface="+mn-lt"/>
                <a:cs typeface="Times New Roman"/>
              </a:rPr>
              <a:t>or</a:t>
            </a:r>
            <a:r>
              <a:rPr sz="2800" spc="200" dirty="0">
                <a:solidFill>
                  <a:srgbClr val="161618"/>
                </a:solidFill>
                <a:latin typeface="+mn-lt"/>
                <a:cs typeface="Times New Roman"/>
              </a:rPr>
              <a:t> </a:t>
            </a:r>
            <a:r>
              <a:rPr sz="2800" spc="65" dirty="0">
                <a:solidFill>
                  <a:srgbClr val="161618"/>
                </a:solidFill>
                <a:latin typeface="+mn-lt"/>
                <a:cs typeface="Times New Roman"/>
              </a:rPr>
              <a:t>disclose</a:t>
            </a:r>
            <a:r>
              <a:rPr sz="2800" spc="110" dirty="0">
                <a:solidFill>
                  <a:srgbClr val="161618"/>
                </a:solidFill>
                <a:latin typeface="+mn-lt"/>
                <a:cs typeface="Times New Roman"/>
              </a:rPr>
              <a:t> </a:t>
            </a:r>
            <a:r>
              <a:rPr sz="2800" spc="65" dirty="0">
                <a:solidFill>
                  <a:srgbClr val="161618"/>
                </a:solidFill>
                <a:latin typeface="+mn-lt"/>
                <a:cs typeface="Times New Roman"/>
              </a:rPr>
              <a:t>only</a:t>
            </a:r>
            <a:r>
              <a:rPr sz="2800" spc="-165" dirty="0">
                <a:solidFill>
                  <a:srgbClr val="161618"/>
                </a:solidFill>
                <a:latin typeface="+mn-lt"/>
                <a:cs typeface="Times New Roman"/>
              </a:rPr>
              <a:t> </a:t>
            </a:r>
            <a:r>
              <a:rPr sz="2800" spc="30" dirty="0">
                <a:solidFill>
                  <a:srgbClr val="161618"/>
                </a:solidFill>
                <a:latin typeface="+mn-lt"/>
                <a:cs typeface="Times New Roman"/>
              </a:rPr>
              <a:t>the</a:t>
            </a:r>
            <a:r>
              <a:rPr sz="2800" dirty="0">
                <a:solidFill>
                  <a:srgbClr val="161618"/>
                </a:solidFill>
                <a:latin typeface="+mn-lt"/>
                <a:cs typeface="Times New Roman"/>
              </a:rPr>
              <a:t>	</a:t>
            </a:r>
            <a:r>
              <a:rPr sz="2800" spc="50" dirty="0">
                <a:solidFill>
                  <a:srgbClr val="161618"/>
                </a:solidFill>
                <a:latin typeface="+mn-lt"/>
                <a:cs typeface="Times New Roman"/>
              </a:rPr>
              <a:t>specific</a:t>
            </a:r>
            <a:r>
              <a:rPr sz="2800" spc="-10" dirty="0">
                <a:solidFill>
                  <a:srgbClr val="161618"/>
                </a:solidFill>
                <a:latin typeface="+mn-lt"/>
                <a:cs typeface="Times New Roman"/>
              </a:rPr>
              <a:t> </a:t>
            </a:r>
            <a:r>
              <a:rPr sz="2800" spc="140" dirty="0">
                <a:solidFill>
                  <a:srgbClr val="161618"/>
                </a:solidFill>
                <a:latin typeface="+mn-lt"/>
                <a:cs typeface="Times New Roman"/>
              </a:rPr>
              <a:t>amount</a:t>
            </a:r>
            <a:r>
              <a:rPr sz="2800" spc="-60" dirty="0">
                <a:solidFill>
                  <a:srgbClr val="161618"/>
                </a:solidFill>
                <a:latin typeface="+mn-lt"/>
                <a:cs typeface="Times New Roman"/>
              </a:rPr>
              <a:t> </a:t>
            </a:r>
            <a:r>
              <a:rPr sz="2800" dirty="0">
                <a:solidFill>
                  <a:srgbClr val="161618"/>
                </a:solidFill>
                <a:latin typeface="+mn-lt"/>
                <a:cs typeface="Times New Roman"/>
              </a:rPr>
              <a:t>of</a:t>
            </a:r>
            <a:r>
              <a:rPr sz="2800" spc="90" dirty="0">
                <a:solidFill>
                  <a:srgbClr val="161618"/>
                </a:solidFill>
                <a:latin typeface="+mn-lt"/>
                <a:cs typeface="Times New Roman"/>
              </a:rPr>
              <a:t> </a:t>
            </a:r>
            <a:r>
              <a:rPr sz="2800" dirty="0">
                <a:solidFill>
                  <a:srgbClr val="070708"/>
                </a:solidFill>
                <a:latin typeface="+mn-lt"/>
                <a:cs typeface="Times New Roman"/>
              </a:rPr>
              <a:t>PHI</a:t>
            </a:r>
            <a:r>
              <a:rPr sz="2800" spc="75" dirty="0">
                <a:solidFill>
                  <a:srgbClr val="070708"/>
                </a:solidFill>
                <a:latin typeface="+mn-lt"/>
                <a:cs typeface="Times New Roman"/>
              </a:rPr>
              <a:t> </a:t>
            </a:r>
            <a:r>
              <a:rPr sz="2800" spc="100" dirty="0">
                <a:solidFill>
                  <a:srgbClr val="161618"/>
                </a:solidFill>
                <a:latin typeface="+mn-lt"/>
                <a:cs typeface="Times New Roman"/>
              </a:rPr>
              <a:t>necessary</a:t>
            </a:r>
            <a:r>
              <a:rPr sz="2800" spc="70" dirty="0">
                <a:solidFill>
                  <a:srgbClr val="161618"/>
                </a:solidFill>
                <a:latin typeface="+mn-lt"/>
                <a:cs typeface="Times New Roman"/>
              </a:rPr>
              <a:t> </a:t>
            </a:r>
            <a:r>
              <a:rPr sz="2800" spc="90" dirty="0">
                <a:solidFill>
                  <a:srgbClr val="161618"/>
                </a:solidFill>
                <a:latin typeface="+mn-lt"/>
                <a:cs typeface="Times New Roman"/>
              </a:rPr>
              <a:t>to</a:t>
            </a:r>
            <a:r>
              <a:rPr sz="2800" spc="110" dirty="0">
                <a:solidFill>
                  <a:srgbClr val="161618"/>
                </a:solidFill>
                <a:latin typeface="+mn-lt"/>
                <a:cs typeface="Times New Roman"/>
              </a:rPr>
              <a:t> </a:t>
            </a:r>
            <a:r>
              <a:rPr sz="2800" spc="80" dirty="0">
                <a:solidFill>
                  <a:srgbClr val="161618"/>
                </a:solidFill>
                <a:latin typeface="+mn-lt"/>
                <a:cs typeface="Times New Roman"/>
              </a:rPr>
              <a:t>accomplish</a:t>
            </a:r>
            <a:r>
              <a:rPr sz="2800" spc="100" dirty="0">
                <a:solidFill>
                  <a:srgbClr val="161618"/>
                </a:solidFill>
                <a:latin typeface="+mn-lt"/>
                <a:cs typeface="Times New Roman"/>
              </a:rPr>
              <a:t> </a:t>
            </a:r>
            <a:r>
              <a:rPr sz="2800" spc="40" dirty="0">
                <a:solidFill>
                  <a:srgbClr val="161618"/>
                </a:solidFill>
                <a:latin typeface="+mn-lt"/>
                <a:cs typeface="Times New Roman"/>
              </a:rPr>
              <a:t>the </a:t>
            </a:r>
            <a:r>
              <a:rPr sz="2800" spc="75" dirty="0">
                <a:solidFill>
                  <a:srgbClr val="070708"/>
                </a:solidFill>
                <a:latin typeface="+mn-lt"/>
                <a:cs typeface="Times New Roman"/>
              </a:rPr>
              <a:t>immediate</a:t>
            </a:r>
            <a:r>
              <a:rPr sz="2800" spc="305" dirty="0">
                <a:solidFill>
                  <a:srgbClr val="070708"/>
                </a:solidFill>
                <a:latin typeface="+mn-lt"/>
                <a:cs typeface="Times New Roman"/>
              </a:rPr>
              <a:t> </a:t>
            </a:r>
            <a:r>
              <a:rPr sz="2800" spc="95" dirty="0">
                <a:solidFill>
                  <a:srgbClr val="161618"/>
                </a:solidFill>
                <a:latin typeface="+mn-lt"/>
                <a:cs typeface="Times New Roman"/>
              </a:rPr>
              <a:t>task.</a:t>
            </a:r>
            <a:r>
              <a:rPr sz="2800" spc="-5" dirty="0">
                <a:solidFill>
                  <a:srgbClr val="161618"/>
                </a:solidFill>
                <a:latin typeface="+mn-lt"/>
                <a:cs typeface="Times New Roman"/>
              </a:rPr>
              <a:t> </a:t>
            </a:r>
            <a:r>
              <a:rPr sz="2800" dirty="0">
                <a:solidFill>
                  <a:srgbClr val="161618"/>
                </a:solidFill>
                <a:latin typeface="+mn-lt"/>
                <a:cs typeface="Times New Roman"/>
              </a:rPr>
              <a:t>Distinguish</a:t>
            </a:r>
            <a:r>
              <a:rPr sz="2800" spc="135" dirty="0">
                <a:solidFill>
                  <a:srgbClr val="161618"/>
                </a:solidFill>
                <a:latin typeface="+mn-lt"/>
                <a:cs typeface="Times New Roman"/>
              </a:rPr>
              <a:t> </a:t>
            </a:r>
            <a:r>
              <a:rPr sz="2800" dirty="0">
                <a:solidFill>
                  <a:srgbClr val="2D2F31"/>
                </a:solidFill>
                <a:latin typeface="+mn-lt"/>
                <a:cs typeface="Times New Roman"/>
              </a:rPr>
              <a:t>"</a:t>
            </a:r>
            <a:r>
              <a:rPr sz="2800" dirty="0">
                <a:solidFill>
                  <a:srgbClr val="161618"/>
                </a:solidFill>
                <a:latin typeface="+mn-lt"/>
                <a:cs typeface="Times New Roman"/>
              </a:rPr>
              <a:t>Need</a:t>
            </a:r>
            <a:r>
              <a:rPr sz="2800" spc="290" dirty="0">
                <a:solidFill>
                  <a:srgbClr val="161618"/>
                </a:solidFill>
                <a:latin typeface="+mn-lt"/>
                <a:cs typeface="Times New Roman"/>
              </a:rPr>
              <a:t> </a:t>
            </a:r>
            <a:r>
              <a:rPr sz="2800" spc="-25" dirty="0">
                <a:solidFill>
                  <a:srgbClr val="161618"/>
                </a:solidFill>
                <a:latin typeface="+mn-lt"/>
                <a:cs typeface="Times New Roman"/>
              </a:rPr>
              <a:t>to</a:t>
            </a:r>
            <a:r>
              <a:rPr sz="2800" dirty="0">
                <a:solidFill>
                  <a:srgbClr val="161618"/>
                </a:solidFill>
                <a:latin typeface="+mn-lt"/>
                <a:cs typeface="Times New Roman"/>
              </a:rPr>
              <a:t>	</a:t>
            </a:r>
            <a:r>
              <a:rPr sz="2800" spc="-60" dirty="0">
                <a:solidFill>
                  <a:srgbClr val="161618"/>
                </a:solidFill>
                <a:latin typeface="+mn-lt"/>
                <a:cs typeface="Times New Roman"/>
              </a:rPr>
              <a:t>Know"</a:t>
            </a:r>
            <a:r>
              <a:rPr sz="2800" spc="-265" dirty="0">
                <a:solidFill>
                  <a:srgbClr val="161618"/>
                </a:solidFill>
                <a:latin typeface="+mn-lt"/>
                <a:cs typeface="Times New Roman"/>
              </a:rPr>
              <a:t> </a:t>
            </a:r>
            <a:r>
              <a:rPr sz="2800" spc="95" dirty="0">
                <a:solidFill>
                  <a:srgbClr val="161618"/>
                </a:solidFill>
                <a:latin typeface="+mn-lt"/>
                <a:cs typeface="Times New Roman"/>
              </a:rPr>
              <a:t>from</a:t>
            </a:r>
            <a:r>
              <a:rPr sz="2800" spc="-185" dirty="0">
                <a:solidFill>
                  <a:srgbClr val="161618"/>
                </a:solidFill>
                <a:latin typeface="+mn-lt"/>
                <a:cs typeface="Times New Roman"/>
              </a:rPr>
              <a:t> </a:t>
            </a:r>
            <a:r>
              <a:rPr sz="2800" dirty="0">
                <a:solidFill>
                  <a:srgbClr val="2D2F31"/>
                </a:solidFill>
                <a:latin typeface="+mn-lt"/>
                <a:cs typeface="Times New Roman"/>
              </a:rPr>
              <a:t>"</a:t>
            </a:r>
            <a:r>
              <a:rPr sz="2800" dirty="0">
                <a:solidFill>
                  <a:srgbClr val="161618"/>
                </a:solidFill>
                <a:latin typeface="+mn-lt"/>
                <a:cs typeface="Times New Roman"/>
              </a:rPr>
              <a:t>Nice</a:t>
            </a:r>
            <a:r>
              <a:rPr sz="2800" spc="10" dirty="0">
                <a:solidFill>
                  <a:srgbClr val="161618"/>
                </a:solidFill>
                <a:latin typeface="+mn-lt"/>
                <a:cs typeface="Times New Roman"/>
              </a:rPr>
              <a:t> </a:t>
            </a:r>
            <a:r>
              <a:rPr sz="2800" spc="-25" dirty="0">
                <a:solidFill>
                  <a:srgbClr val="161618"/>
                </a:solidFill>
                <a:latin typeface="+mn-lt"/>
                <a:cs typeface="Times New Roman"/>
              </a:rPr>
              <a:t>to</a:t>
            </a:r>
            <a:r>
              <a:rPr sz="2800" dirty="0">
                <a:solidFill>
                  <a:srgbClr val="161618"/>
                </a:solidFill>
                <a:latin typeface="+mn-lt"/>
                <a:cs typeface="Times New Roman"/>
              </a:rPr>
              <a:t>	</a:t>
            </a:r>
            <a:r>
              <a:rPr sz="2800" spc="-10" dirty="0">
                <a:solidFill>
                  <a:srgbClr val="161618"/>
                </a:solidFill>
                <a:latin typeface="+mn-lt"/>
                <a:cs typeface="Times New Roman"/>
              </a:rPr>
              <a:t>Know</a:t>
            </a:r>
            <a:r>
              <a:rPr sz="2800" spc="-10" dirty="0">
                <a:solidFill>
                  <a:srgbClr val="2D2F31"/>
                </a:solidFill>
                <a:latin typeface="+mn-lt"/>
                <a:cs typeface="Times New Roman"/>
              </a:rPr>
              <a:t>"</a:t>
            </a:r>
            <a:r>
              <a:rPr sz="2800" spc="-10" dirty="0">
                <a:solidFill>
                  <a:srgbClr val="161618"/>
                </a:solidFill>
                <a:latin typeface="+mn-lt"/>
                <a:cs typeface="Times New Roman"/>
              </a:rPr>
              <a:t>.</a:t>
            </a:r>
            <a:endParaRPr sz="2800" dirty="0">
              <a:latin typeface="+mn-lt"/>
              <a:cs typeface="Times New Roman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0B12CBBB-62E4-9227-366F-9C34859BAE11}"/>
              </a:ext>
            </a:extLst>
          </p:cNvPr>
          <p:cNvSpPr txBox="1"/>
          <p:nvPr/>
        </p:nvSpPr>
        <p:spPr>
          <a:xfrm>
            <a:off x="2725442" y="8073461"/>
            <a:ext cx="12024312" cy="50718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14"/>
              </a:spcBef>
            </a:pPr>
            <a:r>
              <a:rPr sz="3200" b="1" spc="-25" dirty="0">
                <a:solidFill>
                  <a:srgbClr val="4B5259"/>
                </a:solidFill>
                <a:latin typeface="+mn-lt"/>
                <a:cs typeface="Times New Roman"/>
              </a:rPr>
              <a:t>"Every</a:t>
            </a:r>
            <a:r>
              <a:rPr sz="3200" b="1" spc="-85" dirty="0">
                <a:solidFill>
                  <a:srgbClr val="4B5259"/>
                </a:solidFill>
                <a:latin typeface="+mn-lt"/>
                <a:cs typeface="Times New Roman"/>
              </a:rPr>
              <a:t> </a:t>
            </a:r>
            <a:r>
              <a:rPr sz="3200" b="1" spc="60" dirty="0">
                <a:solidFill>
                  <a:srgbClr val="4B5259"/>
                </a:solidFill>
                <a:latin typeface="+mn-lt"/>
                <a:cs typeface="Times New Roman"/>
              </a:rPr>
              <a:t>action</a:t>
            </a:r>
            <a:r>
              <a:rPr sz="3200" b="1" spc="45" dirty="0">
                <a:solidFill>
                  <a:srgbClr val="4B5259"/>
                </a:solidFill>
                <a:latin typeface="+mn-lt"/>
                <a:cs typeface="Times New Roman"/>
              </a:rPr>
              <a:t> </a:t>
            </a:r>
            <a:r>
              <a:rPr sz="3200" b="1" dirty="0">
                <a:solidFill>
                  <a:srgbClr val="4B5259"/>
                </a:solidFill>
                <a:latin typeface="+mn-lt"/>
                <a:cs typeface="Times New Roman"/>
              </a:rPr>
              <a:t>you</a:t>
            </a:r>
            <a:r>
              <a:rPr sz="3200" b="1" spc="-25" dirty="0">
                <a:solidFill>
                  <a:srgbClr val="4B5259"/>
                </a:solidFill>
                <a:latin typeface="+mn-lt"/>
                <a:cs typeface="Times New Roman"/>
              </a:rPr>
              <a:t> </a:t>
            </a:r>
            <a:r>
              <a:rPr sz="3200" b="1" dirty="0">
                <a:solidFill>
                  <a:srgbClr val="4B5259"/>
                </a:solidFill>
                <a:latin typeface="+mn-lt"/>
                <a:cs typeface="Times New Roman"/>
              </a:rPr>
              <a:t>take</a:t>
            </a:r>
            <a:r>
              <a:rPr sz="3200" b="1" spc="35" dirty="0">
                <a:solidFill>
                  <a:srgbClr val="4B5259"/>
                </a:solidFill>
                <a:latin typeface="+mn-lt"/>
                <a:cs typeface="Times New Roman"/>
              </a:rPr>
              <a:t> </a:t>
            </a:r>
            <a:r>
              <a:rPr sz="3200" b="1" dirty="0">
                <a:solidFill>
                  <a:srgbClr val="4B5259"/>
                </a:solidFill>
                <a:latin typeface="+mn-lt"/>
                <a:cs typeface="Times New Roman"/>
              </a:rPr>
              <a:t>with</a:t>
            </a:r>
            <a:r>
              <a:rPr sz="3200" b="1" spc="110" dirty="0">
                <a:solidFill>
                  <a:srgbClr val="4B5259"/>
                </a:solidFill>
                <a:latin typeface="+mn-lt"/>
                <a:cs typeface="Times New Roman"/>
              </a:rPr>
              <a:t> </a:t>
            </a:r>
            <a:r>
              <a:rPr sz="3200" b="1" spc="45" dirty="0">
                <a:solidFill>
                  <a:srgbClr val="3B4449"/>
                </a:solidFill>
                <a:latin typeface="+mn-lt"/>
                <a:cs typeface="Times New Roman"/>
              </a:rPr>
              <a:t>pat</a:t>
            </a:r>
            <a:r>
              <a:rPr sz="3200" b="1" spc="45" dirty="0">
                <a:solidFill>
                  <a:srgbClr val="2D2F31"/>
                </a:solidFill>
                <a:latin typeface="+mn-lt"/>
                <a:cs typeface="Times New Roman"/>
              </a:rPr>
              <a:t>i</a:t>
            </a:r>
            <a:r>
              <a:rPr sz="3200" b="1" spc="45" dirty="0">
                <a:solidFill>
                  <a:srgbClr val="4B5259"/>
                </a:solidFill>
                <a:latin typeface="+mn-lt"/>
                <a:cs typeface="Times New Roman"/>
              </a:rPr>
              <a:t>ent</a:t>
            </a:r>
            <a:r>
              <a:rPr sz="3200" b="1" spc="145" dirty="0">
                <a:solidFill>
                  <a:srgbClr val="4B5259"/>
                </a:solidFill>
                <a:latin typeface="+mn-lt"/>
                <a:cs typeface="Times New Roman"/>
              </a:rPr>
              <a:t> </a:t>
            </a:r>
            <a:r>
              <a:rPr sz="3200" b="1" dirty="0">
                <a:solidFill>
                  <a:srgbClr val="4B5259"/>
                </a:solidFill>
                <a:latin typeface="+mn-lt"/>
                <a:cs typeface="Times New Roman"/>
              </a:rPr>
              <a:t>information</a:t>
            </a:r>
            <a:r>
              <a:rPr sz="3200" b="1" spc="90" dirty="0">
                <a:solidFill>
                  <a:srgbClr val="4B5259"/>
                </a:solidFill>
                <a:latin typeface="+mn-lt"/>
                <a:cs typeface="Times New Roman"/>
              </a:rPr>
              <a:t> </a:t>
            </a:r>
            <a:r>
              <a:rPr sz="3200" b="1" spc="75" dirty="0">
                <a:solidFill>
                  <a:srgbClr val="3B4449"/>
                </a:solidFill>
                <a:latin typeface="+mn-lt"/>
                <a:cs typeface="Times New Roman"/>
              </a:rPr>
              <a:t>has</a:t>
            </a:r>
            <a:r>
              <a:rPr sz="3200" b="1" spc="-145" dirty="0">
                <a:solidFill>
                  <a:srgbClr val="3B4449"/>
                </a:solidFill>
                <a:latin typeface="+mn-lt"/>
                <a:cs typeface="Times New Roman"/>
              </a:rPr>
              <a:t> </a:t>
            </a:r>
            <a:r>
              <a:rPr sz="3200" b="1" spc="75" dirty="0">
                <a:solidFill>
                  <a:srgbClr val="4B5259"/>
                </a:solidFill>
                <a:latin typeface="+mn-lt"/>
                <a:cs typeface="Times New Roman"/>
              </a:rPr>
              <a:t>a</a:t>
            </a:r>
            <a:r>
              <a:rPr sz="3200" b="1" spc="125" dirty="0">
                <a:solidFill>
                  <a:srgbClr val="4B5259"/>
                </a:solidFill>
                <a:latin typeface="+mn-lt"/>
                <a:cs typeface="Times New Roman"/>
              </a:rPr>
              <a:t> </a:t>
            </a:r>
            <a:r>
              <a:rPr sz="3200" b="1" dirty="0">
                <a:solidFill>
                  <a:srgbClr val="3B4449"/>
                </a:solidFill>
                <a:latin typeface="+mn-lt"/>
                <a:cs typeface="Times New Roman"/>
              </a:rPr>
              <a:t>ripple</a:t>
            </a:r>
            <a:r>
              <a:rPr sz="3200" b="1" spc="-10" dirty="0">
                <a:solidFill>
                  <a:srgbClr val="3B4449"/>
                </a:solidFill>
                <a:latin typeface="+mn-lt"/>
                <a:cs typeface="Times New Roman"/>
              </a:rPr>
              <a:t> </a:t>
            </a:r>
            <a:r>
              <a:rPr sz="3200" b="1" spc="-10" dirty="0">
                <a:solidFill>
                  <a:srgbClr val="4B5259"/>
                </a:solidFill>
                <a:latin typeface="+mn-lt"/>
                <a:cs typeface="Times New Roman"/>
              </a:rPr>
              <a:t>effect."</a:t>
            </a:r>
            <a:endParaRPr sz="3200" b="1" dirty="0">
              <a:latin typeface="+mn-lt"/>
              <a:cs typeface="Times New Roman"/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BC9F8729-D84D-5432-3B3B-879D8CFCA5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0538744"/>
              </p:ext>
            </p:extLst>
          </p:nvPr>
        </p:nvGraphicFramePr>
        <p:xfrm>
          <a:off x="2172666" y="3295325"/>
          <a:ext cx="13129862" cy="4123717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8566006">
                  <a:extLst>
                    <a:ext uri="{9D8B030D-6E8A-4147-A177-3AD203B41FA5}">
                      <a16:colId xmlns:a16="http://schemas.microsoft.com/office/drawing/2014/main" val="2652392013"/>
                    </a:ext>
                  </a:extLst>
                </a:gridCol>
                <a:gridCol w="4563856">
                  <a:extLst>
                    <a:ext uri="{9D8B030D-6E8A-4147-A177-3AD203B41FA5}">
                      <a16:colId xmlns:a16="http://schemas.microsoft.com/office/drawing/2014/main" val="3493808626"/>
                    </a:ext>
                  </a:extLst>
                </a:gridCol>
              </a:tblGrid>
              <a:tr h="553920">
                <a:tc gridSpan="2"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>
                          <a:solidFill>
                            <a:srgbClr val="081C3F"/>
                          </a:solidFill>
                          <a:latin typeface="Arial"/>
                          <a:cs typeface="Arial"/>
                        </a:rPr>
                        <a:t>Operational</a:t>
                      </a:r>
                      <a:r>
                        <a:rPr lang="en-US" sz="2800" b="1" spc="365" dirty="0">
                          <a:solidFill>
                            <a:srgbClr val="081C3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2800" b="1" spc="-10" dirty="0">
                          <a:solidFill>
                            <a:srgbClr val="081C3F"/>
                          </a:solidFill>
                          <a:latin typeface="Arial"/>
                          <a:cs typeface="Arial"/>
                        </a:rPr>
                        <a:t>Scenarios</a:t>
                      </a:r>
                      <a:endParaRPr lang="en-US" sz="2800" dirty="0">
                        <a:latin typeface="Arial"/>
                        <a:cs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2339070"/>
                  </a:ext>
                </a:extLst>
              </a:tr>
              <a:tr h="553920">
                <a:tc>
                  <a:txBody>
                    <a:bodyPr/>
                    <a:lstStyle/>
                    <a:p>
                      <a:pPr algn="l"/>
                      <a:r>
                        <a:rPr lang="en-US" sz="2800" b="1" spc="-10" dirty="0">
                          <a:solidFill>
                            <a:srgbClr val="081C3F"/>
                          </a:solidFill>
                          <a:latin typeface="Arial"/>
                          <a:cs typeface="Arial"/>
                        </a:rPr>
                        <a:t>Scenario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b="1" spc="-10" dirty="0">
                          <a:solidFill>
                            <a:srgbClr val="081C3F"/>
                          </a:solidFill>
                          <a:latin typeface="Arial"/>
                          <a:ea typeface="+mn-ea"/>
                          <a:cs typeface="Arial"/>
                        </a:rPr>
                        <a:t>Verdict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7779476"/>
                  </a:ext>
                </a:extLst>
              </a:tr>
              <a:tr h="682915">
                <a:tc>
                  <a:txBody>
                    <a:bodyPr/>
                    <a:lstStyle/>
                    <a:p>
                      <a:r>
                        <a:rPr lang="en-US" sz="2400" dirty="0"/>
                        <a:t>Doctors/Nurses sharing full history for care?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        Allowed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6324018"/>
                  </a:ext>
                </a:extLst>
              </a:tr>
              <a:tr h="734005">
                <a:tc>
                  <a:txBody>
                    <a:bodyPr/>
                    <a:lstStyle/>
                    <a:p>
                      <a:pPr marL="0"/>
                      <a:r>
                        <a:rPr lang="en-US" sz="24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Billing sending full clinical notes when only a diagnostic code is needed?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         Violation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9851506"/>
                  </a:ext>
                </a:extLst>
              </a:tr>
              <a:tr h="553920">
                <a:tc>
                  <a:txBody>
                    <a:bodyPr/>
                    <a:lstStyle/>
                    <a:p>
                      <a:pPr marL="0"/>
                      <a:r>
                        <a:rPr lang="en-US" sz="24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Discussing a patient by name in a crowded waiting room?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          Violation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6771734"/>
                  </a:ext>
                </a:extLst>
              </a:tr>
              <a:tr h="956082">
                <a:tc>
                  <a:txBody>
                    <a:bodyPr/>
                    <a:lstStyle/>
                    <a:p>
                      <a:pPr marL="0"/>
                      <a:r>
                        <a:rPr lang="en-US" sz="24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Accessing a colleague's or family member's record out of curiosity?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         Major Violation</a:t>
                      </a:r>
                    </a:p>
                    <a:p>
                      <a:r>
                        <a:rPr lang="en-US" sz="2400" b="1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         (Termination Offence)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5002777"/>
                  </a:ext>
                </a:extLst>
              </a:tr>
            </a:tbl>
          </a:graphicData>
        </a:graphic>
      </p:graphicFrame>
      <p:pic>
        <p:nvPicPr>
          <p:cNvPr id="17" name="Graphic 16" descr="Checkbox Checked with solid fill">
            <a:extLst>
              <a:ext uri="{FF2B5EF4-FFF2-40B4-BE49-F238E27FC236}">
                <a16:creationId xmlns:a16="http://schemas.microsoft.com/office/drawing/2014/main" id="{D6F519AC-64AD-0A99-77A6-171A586E36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38442" y="4289240"/>
            <a:ext cx="762000" cy="762000"/>
          </a:xfrm>
          <a:prstGeom prst="rect">
            <a:avLst/>
          </a:prstGeom>
        </p:spPr>
      </p:pic>
      <p:pic>
        <p:nvPicPr>
          <p:cNvPr id="19" name="Graphic 18" descr="Badge Cross with solid fill">
            <a:extLst>
              <a:ext uri="{FF2B5EF4-FFF2-40B4-BE49-F238E27FC236}">
                <a16:creationId xmlns:a16="http://schemas.microsoft.com/office/drawing/2014/main" id="{4A025B77-5FF8-C9A2-4762-9C2FCB1CBD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71200" y="5112788"/>
            <a:ext cx="488793" cy="488793"/>
          </a:xfrm>
          <a:prstGeom prst="rect">
            <a:avLst/>
          </a:prstGeom>
        </p:spPr>
      </p:pic>
      <p:pic>
        <p:nvPicPr>
          <p:cNvPr id="20" name="Graphic 19" descr="Badge Cross with solid fill">
            <a:extLst>
              <a:ext uri="{FF2B5EF4-FFF2-40B4-BE49-F238E27FC236}">
                <a16:creationId xmlns:a16="http://schemas.microsoft.com/office/drawing/2014/main" id="{53997DF3-8DC0-072D-B293-D52EE71372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71200" y="5907526"/>
            <a:ext cx="478972" cy="478972"/>
          </a:xfrm>
          <a:prstGeom prst="rect">
            <a:avLst/>
          </a:prstGeom>
        </p:spPr>
      </p:pic>
      <p:pic>
        <p:nvPicPr>
          <p:cNvPr id="24" name="Graphic 23" descr="Thumbs Down with solid fill">
            <a:extLst>
              <a:ext uri="{FF2B5EF4-FFF2-40B4-BE49-F238E27FC236}">
                <a16:creationId xmlns:a16="http://schemas.microsoft.com/office/drawing/2014/main" id="{7003C00E-C224-2634-AF41-F56CD4BF1A7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881020" y="6940069"/>
            <a:ext cx="478973" cy="478973"/>
          </a:xfrm>
          <a:prstGeom prst="rect">
            <a:avLst/>
          </a:prstGeom>
        </p:spPr>
      </p:pic>
      <p:pic>
        <p:nvPicPr>
          <p:cNvPr id="25" name="Graphic 24" descr="Badge Cross with solid fill">
            <a:extLst>
              <a:ext uri="{FF2B5EF4-FFF2-40B4-BE49-F238E27FC236}">
                <a16:creationId xmlns:a16="http://schemas.microsoft.com/office/drawing/2014/main" id="{0CB52333-1BE6-B644-5F6E-C91B28623C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71200" y="6509595"/>
            <a:ext cx="478972" cy="478972"/>
          </a:xfrm>
          <a:prstGeom prst="rect">
            <a:avLst/>
          </a:prstGeom>
        </p:spPr>
      </p:pic>
      <p:sp>
        <p:nvSpPr>
          <p:cNvPr id="26" name="object 17">
            <a:extLst>
              <a:ext uri="{FF2B5EF4-FFF2-40B4-BE49-F238E27FC236}">
                <a16:creationId xmlns:a16="http://schemas.microsoft.com/office/drawing/2014/main" id="{0B2F1537-37E8-4D47-540D-945C895A4B96}"/>
              </a:ext>
            </a:extLst>
          </p:cNvPr>
          <p:cNvSpPr txBox="1"/>
          <p:nvPr/>
        </p:nvSpPr>
        <p:spPr>
          <a:xfrm>
            <a:off x="143795" y="9185464"/>
            <a:ext cx="17221200" cy="37574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10"/>
              </a:spcBef>
            </a:pPr>
            <a:r>
              <a:rPr lang="en-US" sz="235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Times New Roman"/>
              </a:rPr>
              <a:t>Copyright 2026 Transworld Medical Management, LLC. All rights reserved.</a:t>
            </a:r>
            <a:endParaRPr sz="1350" dirty="0">
              <a:solidFill>
                <a:schemeClr val="tx1">
                  <a:lumMod val="50000"/>
                  <a:lumOff val="50000"/>
                </a:schemeClr>
              </a:solidFill>
              <a:latin typeface="+mn-lt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775934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1C36B1D8-F4AC-58A7-0DD1-756ECF53E6F2}"/>
              </a:ext>
            </a:extLst>
          </p:cNvPr>
          <p:cNvSpPr/>
          <p:nvPr/>
        </p:nvSpPr>
        <p:spPr>
          <a:xfrm>
            <a:off x="13004800" y="543766"/>
            <a:ext cx="3475289" cy="949742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194F243F-D8E6-312D-2B98-1912819188F4}"/>
              </a:ext>
            </a:extLst>
          </p:cNvPr>
          <p:cNvSpPr/>
          <p:nvPr/>
        </p:nvSpPr>
        <p:spPr>
          <a:xfrm>
            <a:off x="584201" y="2438603"/>
            <a:ext cx="15895888" cy="20231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B7BF5409-7656-537C-2F7E-DC77B0D7E6E4}"/>
              </a:ext>
            </a:extLst>
          </p:cNvPr>
          <p:cNvSpPr/>
          <p:nvPr/>
        </p:nvSpPr>
        <p:spPr>
          <a:xfrm>
            <a:off x="6017544" y="4887686"/>
            <a:ext cx="5029200" cy="4191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8E3EEC64-F5C6-B611-3581-9754A93A9B76}"/>
              </a:ext>
            </a:extLst>
          </p:cNvPr>
          <p:cNvSpPr/>
          <p:nvPr/>
        </p:nvSpPr>
        <p:spPr>
          <a:xfrm>
            <a:off x="11450889" y="4876800"/>
            <a:ext cx="5029200" cy="4191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64EADEDF-E584-4734-F428-5886F7978A15}"/>
              </a:ext>
            </a:extLst>
          </p:cNvPr>
          <p:cNvSpPr/>
          <p:nvPr/>
        </p:nvSpPr>
        <p:spPr>
          <a:xfrm>
            <a:off x="584200" y="4876800"/>
            <a:ext cx="5029200" cy="4191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bject 16" descr="$PPTXTitle"/>
          <p:cNvSpPr txBox="1">
            <a:spLocks noGrp="1"/>
          </p:cNvSpPr>
          <p:nvPr>
            <p:ph type="title"/>
          </p:nvPr>
        </p:nvSpPr>
        <p:spPr>
          <a:xfrm>
            <a:off x="764060" y="434380"/>
            <a:ext cx="10619740" cy="15358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7780">
              <a:lnSpc>
                <a:spcPts val="6215"/>
              </a:lnSpc>
              <a:spcBef>
                <a:spcPts val="125"/>
              </a:spcBef>
            </a:pPr>
            <a:r>
              <a:rPr sz="4400" dirty="0">
                <a:solidFill>
                  <a:srgbClr val="032346"/>
                </a:solidFill>
              </a:rPr>
              <a:t>CRITICAL</a:t>
            </a:r>
            <a:r>
              <a:rPr sz="4400" spc="-85" dirty="0">
                <a:solidFill>
                  <a:srgbClr val="032346"/>
                </a:solidFill>
              </a:rPr>
              <a:t> </a:t>
            </a:r>
            <a:r>
              <a:rPr sz="4400" spc="-25" dirty="0">
                <a:solidFill>
                  <a:srgbClr val="032346"/>
                </a:solidFill>
              </a:rPr>
              <a:t>UPDATE:</a:t>
            </a:r>
            <a:r>
              <a:rPr sz="4400" spc="-180" dirty="0">
                <a:solidFill>
                  <a:srgbClr val="032346"/>
                </a:solidFill>
              </a:rPr>
              <a:t> </a:t>
            </a:r>
            <a:r>
              <a:rPr sz="4400" spc="475" dirty="0">
                <a:solidFill>
                  <a:srgbClr val="032346"/>
                </a:solidFill>
              </a:rPr>
              <a:t>2024/2025</a:t>
            </a:r>
            <a:endParaRPr sz="4400" dirty="0"/>
          </a:p>
          <a:p>
            <a:pPr marL="12700">
              <a:lnSpc>
                <a:spcPts val="6215"/>
              </a:lnSpc>
            </a:pPr>
            <a:r>
              <a:rPr sz="4400" spc="80" dirty="0">
                <a:solidFill>
                  <a:srgbClr val="032346"/>
                </a:solidFill>
              </a:rPr>
              <a:t>Reproductive</a:t>
            </a:r>
            <a:r>
              <a:rPr sz="4400" spc="210" dirty="0">
                <a:solidFill>
                  <a:srgbClr val="032346"/>
                </a:solidFill>
              </a:rPr>
              <a:t> </a:t>
            </a:r>
            <a:r>
              <a:rPr sz="4400" spc="135" dirty="0">
                <a:solidFill>
                  <a:srgbClr val="032346"/>
                </a:solidFill>
              </a:rPr>
              <a:t>Health</a:t>
            </a:r>
            <a:r>
              <a:rPr sz="4400" spc="-330" dirty="0">
                <a:solidFill>
                  <a:srgbClr val="032346"/>
                </a:solidFill>
              </a:rPr>
              <a:t> </a:t>
            </a:r>
            <a:r>
              <a:rPr sz="4400" spc="-10" dirty="0">
                <a:solidFill>
                  <a:srgbClr val="032346"/>
                </a:solidFill>
              </a:rPr>
              <a:t>Privacy</a:t>
            </a:r>
            <a:endParaRPr sz="4400" dirty="0"/>
          </a:p>
        </p:txBody>
      </p:sp>
      <p:sp>
        <p:nvSpPr>
          <p:cNvPr id="17" name="object 17"/>
          <p:cNvSpPr txBox="1"/>
          <p:nvPr/>
        </p:nvSpPr>
        <p:spPr>
          <a:xfrm>
            <a:off x="13845189" y="767177"/>
            <a:ext cx="1794510" cy="502920"/>
          </a:xfrm>
          <a:prstGeom prst="rect">
            <a:avLst/>
          </a:prstGeom>
          <a:noFill/>
        </p:spPr>
        <p:txBody>
          <a:bodyPr vert="horz" wrap="square" lIns="0" tIns="209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65"/>
              </a:spcBef>
            </a:pPr>
            <a:r>
              <a:rPr sz="2750" b="1" spc="125" dirty="0">
                <a:solidFill>
                  <a:srgbClr val="FDF4F2"/>
                </a:solidFill>
                <a:latin typeface="Arial"/>
                <a:cs typeface="Arial"/>
              </a:rPr>
              <a:t>NEW</a:t>
            </a:r>
            <a:r>
              <a:rPr sz="2750" b="1" spc="-70" dirty="0">
                <a:solidFill>
                  <a:srgbClr val="FDF4F2"/>
                </a:solidFill>
                <a:latin typeface="Arial"/>
                <a:cs typeface="Arial"/>
              </a:rPr>
              <a:t> </a:t>
            </a:r>
            <a:r>
              <a:rPr sz="2750" b="1" spc="50" dirty="0">
                <a:solidFill>
                  <a:srgbClr val="FDF4F2"/>
                </a:solidFill>
                <a:latin typeface="Arial"/>
                <a:cs typeface="Arial"/>
              </a:rPr>
              <a:t>LAW</a:t>
            </a:r>
            <a:endParaRPr sz="2750" dirty="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38741" y="2323702"/>
            <a:ext cx="16036290" cy="1940275"/>
          </a:xfrm>
          <a:prstGeom prst="rect">
            <a:avLst/>
          </a:prstGeom>
          <a:ln w="25473">
            <a:noFill/>
          </a:ln>
        </p:spPr>
        <p:txBody>
          <a:bodyPr vert="horz" wrap="square" lIns="0" tIns="295910" rIns="0" bIns="0" rtlCol="0">
            <a:spAutoFit/>
          </a:bodyPr>
          <a:lstStyle/>
          <a:p>
            <a:pPr marL="511809">
              <a:lnSpc>
                <a:spcPct val="100000"/>
              </a:lnSpc>
              <a:spcBef>
                <a:spcPts val="2330"/>
              </a:spcBef>
            </a:pPr>
            <a:r>
              <a:rPr sz="3500" b="1" spc="100" dirty="0">
                <a:solidFill>
                  <a:srgbClr val="032346"/>
                </a:solidFill>
                <a:latin typeface="Arial"/>
                <a:cs typeface="Arial"/>
              </a:rPr>
              <a:t>The</a:t>
            </a:r>
            <a:r>
              <a:rPr sz="3500" b="1" spc="-280" dirty="0">
                <a:solidFill>
                  <a:srgbClr val="032346"/>
                </a:solidFill>
                <a:latin typeface="Arial"/>
                <a:cs typeface="Arial"/>
              </a:rPr>
              <a:t> </a:t>
            </a:r>
            <a:r>
              <a:rPr sz="3500" b="1" spc="114" dirty="0">
                <a:solidFill>
                  <a:srgbClr val="032346"/>
                </a:solidFill>
                <a:latin typeface="Arial"/>
                <a:cs typeface="Arial"/>
              </a:rPr>
              <a:t>New</a:t>
            </a:r>
            <a:r>
              <a:rPr sz="3500" b="1" spc="-204" dirty="0">
                <a:solidFill>
                  <a:srgbClr val="032346"/>
                </a:solidFill>
                <a:latin typeface="Arial"/>
                <a:cs typeface="Arial"/>
              </a:rPr>
              <a:t> </a:t>
            </a:r>
            <a:r>
              <a:rPr sz="3500" b="1" spc="75" dirty="0">
                <a:solidFill>
                  <a:srgbClr val="032346"/>
                </a:solidFill>
                <a:latin typeface="Arial"/>
                <a:cs typeface="Arial"/>
              </a:rPr>
              <a:t>Mandate</a:t>
            </a:r>
            <a:r>
              <a:rPr sz="3500" b="1" spc="150" dirty="0">
                <a:solidFill>
                  <a:srgbClr val="032346"/>
                </a:solidFill>
                <a:latin typeface="Arial"/>
                <a:cs typeface="Arial"/>
              </a:rPr>
              <a:t> </a:t>
            </a:r>
            <a:r>
              <a:rPr sz="3500" b="1" spc="50" dirty="0">
                <a:solidFill>
                  <a:srgbClr val="032346"/>
                </a:solidFill>
                <a:latin typeface="Arial"/>
                <a:cs typeface="Arial"/>
              </a:rPr>
              <a:t>(Dec</a:t>
            </a:r>
            <a:r>
              <a:rPr sz="3500" b="1" spc="-75" dirty="0">
                <a:solidFill>
                  <a:srgbClr val="032346"/>
                </a:solidFill>
                <a:latin typeface="Arial"/>
                <a:cs typeface="Arial"/>
              </a:rPr>
              <a:t> </a:t>
            </a:r>
            <a:r>
              <a:rPr sz="3500" b="1" spc="265" dirty="0">
                <a:solidFill>
                  <a:srgbClr val="032346"/>
                </a:solidFill>
                <a:latin typeface="Arial"/>
                <a:cs typeface="Arial"/>
              </a:rPr>
              <a:t>2024</a:t>
            </a:r>
            <a:r>
              <a:rPr sz="3500" b="1" spc="-310" dirty="0">
                <a:solidFill>
                  <a:srgbClr val="032346"/>
                </a:solidFill>
                <a:latin typeface="Arial"/>
                <a:cs typeface="Arial"/>
              </a:rPr>
              <a:t> </a:t>
            </a:r>
            <a:r>
              <a:rPr sz="3500" b="1" spc="-10" dirty="0">
                <a:solidFill>
                  <a:srgbClr val="032346"/>
                </a:solidFill>
                <a:latin typeface="Arial"/>
                <a:cs typeface="Arial"/>
              </a:rPr>
              <a:t>Deadline)</a:t>
            </a:r>
            <a:endParaRPr sz="3500" dirty="0">
              <a:latin typeface="Arial"/>
              <a:cs typeface="Arial"/>
            </a:endParaRPr>
          </a:p>
          <a:p>
            <a:pPr marL="508634" marR="967105" indent="5715">
              <a:lnSpc>
                <a:spcPts val="3820"/>
              </a:lnSpc>
              <a:spcBef>
                <a:spcPts val="965"/>
              </a:spcBef>
            </a:pPr>
            <a:r>
              <a:rPr sz="3450" spc="-40" dirty="0">
                <a:solidFill>
                  <a:srgbClr val="131315"/>
                </a:solidFill>
                <a:latin typeface="+mn-lt"/>
                <a:cs typeface="Times New Roman"/>
              </a:rPr>
              <a:t>PHI</a:t>
            </a:r>
            <a:r>
              <a:rPr sz="3450" spc="50" dirty="0">
                <a:solidFill>
                  <a:srgbClr val="131315"/>
                </a:solidFill>
                <a:latin typeface="+mn-lt"/>
                <a:cs typeface="Times New Roman"/>
              </a:rPr>
              <a:t> </a:t>
            </a:r>
            <a:r>
              <a:rPr sz="3450" spc="65" dirty="0">
                <a:solidFill>
                  <a:srgbClr val="131315"/>
                </a:solidFill>
                <a:latin typeface="+mn-lt"/>
                <a:cs typeface="Times New Roman"/>
              </a:rPr>
              <a:t>related</a:t>
            </a:r>
            <a:r>
              <a:rPr sz="3450" spc="-10" dirty="0">
                <a:solidFill>
                  <a:srgbClr val="131315"/>
                </a:solidFill>
                <a:latin typeface="+mn-lt"/>
                <a:cs typeface="Times New Roman"/>
              </a:rPr>
              <a:t> </a:t>
            </a:r>
            <a:r>
              <a:rPr sz="3450" spc="80" dirty="0">
                <a:solidFill>
                  <a:srgbClr val="131315"/>
                </a:solidFill>
                <a:latin typeface="+mn-lt"/>
                <a:cs typeface="Times New Roman"/>
              </a:rPr>
              <a:t>to</a:t>
            </a:r>
            <a:r>
              <a:rPr sz="3450" spc="130" dirty="0">
                <a:solidFill>
                  <a:srgbClr val="131315"/>
                </a:solidFill>
                <a:latin typeface="+mn-lt"/>
                <a:cs typeface="Times New Roman"/>
              </a:rPr>
              <a:t> </a:t>
            </a:r>
            <a:r>
              <a:rPr sz="3450" dirty="0">
                <a:solidFill>
                  <a:srgbClr val="131315"/>
                </a:solidFill>
                <a:latin typeface="+mn-lt"/>
                <a:cs typeface="Times New Roman"/>
              </a:rPr>
              <a:t>lawful </a:t>
            </a:r>
            <a:r>
              <a:rPr sz="3450" spc="65" dirty="0">
                <a:solidFill>
                  <a:srgbClr val="131315"/>
                </a:solidFill>
                <a:latin typeface="+mn-lt"/>
                <a:cs typeface="Times New Roman"/>
              </a:rPr>
              <a:t>reproductive</a:t>
            </a:r>
            <a:r>
              <a:rPr sz="3450" spc="180" dirty="0">
                <a:solidFill>
                  <a:srgbClr val="131315"/>
                </a:solidFill>
                <a:latin typeface="+mn-lt"/>
                <a:cs typeface="Times New Roman"/>
              </a:rPr>
              <a:t> </a:t>
            </a:r>
            <a:r>
              <a:rPr sz="3450" spc="95" dirty="0">
                <a:solidFill>
                  <a:srgbClr val="131315"/>
                </a:solidFill>
                <a:latin typeface="+mn-lt"/>
                <a:cs typeface="Times New Roman"/>
              </a:rPr>
              <a:t>health</a:t>
            </a:r>
            <a:r>
              <a:rPr sz="3450" spc="-75" dirty="0">
                <a:solidFill>
                  <a:srgbClr val="131315"/>
                </a:solidFill>
                <a:latin typeface="+mn-lt"/>
                <a:cs typeface="Times New Roman"/>
              </a:rPr>
              <a:t> </a:t>
            </a:r>
            <a:r>
              <a:rPr sz="3450" spc="125" dirty="0">
                <a:solidFill>
                  <a:srgbClr val="131315"/>
                </a:solidFill>
                <a:latin typeface="+mn-lt"/>
                <a:cs typeface="Times New Roman"/>
              </a:rPr>
              <a:t>care</a:t>
            </a:r>
            <a:r>
              <a:rPr sz="3450" spc="-65" dirty="0">
                <a:solidFill>
                  <a:srgbClr val="131315"/>
                </a:solidFill>
                <a:latin typeface="+mn-lt"/>
                <a:cs typeface="Times New Roman"/>
              </a:rPr>
              <a:t> </a:t>
            </a:r>
            <a:r>
              <a:rPr sz="3450" spc="100" dirty="0">
                <a:solidFill>
                  <a:srgbClr val="131315"/>
                </a:solidFill>
                <a:latin typeface="+mn-lt"/>
                <a:cs typeface="Times New Roman"/>
              </a:rPr>
              <a:t>cannot</a:t>
            </a:r>
            <a:r>
              <a:rPr sz="3450" spc="55" dirty="0">
                <a:solidFill>
                  <a:srgbClr val="131315"/>
                </a:solidFill>
                <a:latin typeface="+mn-lt"/>
                <a:cs typeface="Times New Roman"/>
              </a:rPr>
              <a:t> </a:t>
            </a:r>
            <a:r>
              <a:rPr sz="3450" spc="140" dirty="0">
                <a:solidFill>
                  <a:srgbClr val="131315"/>
                </a:solidFill>
                <a:latin typeface="+mn-lt"/>
                <a:cs typeface="Times New Roman"/>
              </a:rPr>
              <a:t>be</a:t>
            </a:r>
            <a:r>
              <a:rPr sz="3450" spc="-15" dirty="0">
                <a:solidFill>
                  <a:srgbClr val="131315"/>
                </a:solidFill>
                <a:latin typeface="+mn-lt"/>
                <a:cs typeface="Times New Roman"/>
              </a:rPr>
              <a:t> </a:t>
            </a:r>
            <a:r>
              <a:rPr sz="3450" spc="75" dirty="0">
                <a:solidFill>
                  <a:srgbClr val="131315"/>
                </a:solidFill>
                <a:latin typeface="+mn-lt"/>
                <a:cs typeface="Times New Roman"/>
              </a:rPr>
              <a:t>used</a:t>
            </a:r>
            <a:r>
              <a:rPr sz="3450" spc="-10" dirty="0">
                <a:solidFill>
                  <a:srgbClr val="131315"/>
                </a:solidFill>
                <a:latin typeface="+mn-lt"/>
                <a:cs typeface="Times New Roman"/>
              </a:rPr>
              <a:t> </a:t>
            </a:r>
            <a:r>
              <a:rPr sz="3450" spc="70" dirty="0">
                <a:solidFill>
                  <a:srgbClr val="131315"/>
                </a:solidFill>
                <a:latin typeface="+mn-lt"/>
                <a:cs typeface="Times New Roman"/>
              </a:rPr>
              <a:t>or</a:t>
            </a:r>
            <a:r>
              <a:rPr sz="3450" spc="135" dirty="0">
                <a:solidFill>
                  <a:srgbClr val="131315"/>
                </a:solidFill>
                <a:latin typeface="+mn-lt"/>
                <a:cs typeface="Times New Roman"/>
              </a:rPr>
              <a:t> </a:t>
            </a:r>
            <a:r>
              <a:rPr sz="3450" dirty="0">
                <a:solidFill>
                  <a:srgbClr val="131315"/>
                </a:solidFill>
                <a:latin typeface="+mn-lt"/>
                <a:cs typeface="Times New Roman"/>
              </a:rPr>
              <a:t>disclosed </a:t>
            </a:r>
            <a:r>
              <a:rPr sz="3450" spc="40" dirty="0">
                <a:solidFill>
                  <a:srgbClr val="131315"/>
                </a:solidFill>
                <a:latin typeface="+mn-lt"/>
                <a:cs typeface="Times New Roman"/>
              </a:rPr>
              <a:t>for </a:t>
            </a:r>
            <a:r>
              <a:rPr sz="3450" dirty="0">
                <a:solidFill>
                  <a:srgbClr val="131315"/>
                </a:solidFill>
                <a:latin typeface="+mn-lt"/>
                <a:cs typeface="Times New Roman"/>
              </a:rPr>
              <a:t>investigating</a:t>
            </a:r>
            <a:r>
              <a:rPr sz="3450" spc="105" dirty="0">
                <a:solidFill>
                  <a:srgbClr val="131315"/>
                </a:solidFill>
                <a:latin typeface="+mn-lt"/>
                <a:cs typeface="Times New Roman"/>
              </a:rPr>
              <a:t> </a:t>
            </a:r>
            <a:r>
              <a:rPr sz="3450" dirty="0">
                <a:solidFill>
                  <a:srgbClr val="131315"/>
                </a:solidFill>
                <a:latin typeface="+mn-lt"/>
                <a:cs typeface="Times New Roman"/>
              </a:rPr>
              <a:t>or</a:t>
            </a:r>
            <a:r>
              <a:rPr sz="3450" spc="300" dirty="0">
                <a:solidFill>
                  <a:srgbClr val="131315"/>
                </a:solidFill>
                <a:latin typeface="+mn-lt"/>
                <a:cs typeface="Times New Roman"/>
              </a:rPr>
              <a:t> </a:t>
            </a:r>
            <a:r>
              <a:rPr sz="3450" dirty="0">
                <a:solidFill>
                  <a:srgbClr val="131315"/>
                </a:solidFill>
                <a:latin typeface="+mn-lt"/>
                <a:cs typeface="Times New Roman"/>
              </a:rPr>
              <a:t>imposing</a:t>
            </a:r>
            <a:r>
              <a:rPr sz="3450" spc="-15" dirty="0">
                <a:solidFill>
                  <a:srgbClr val="131315"/>
                </a:solidFill>
                <a:latin typeface="+mn-lt"/>
                <a:cs typeface="Times New Roman"/>
              </a:rPr>
              <a:t> </a:t>
            </a:r>
            <a:r>
              <a:rPr sz="3450" dirty="0">
                <a:solidFill>
                  <a:srgbClr val="131315"/>
                </a:solidFill>
                <a:latin typeface="+mn-lt"/>
                <a:cs typeface="Times New Roman"/>
              </a:rPr>
              <a:t>liability</a:t>
            </a:r>
            <a:r>
              <a:rPr sz="3450" spc="65" dirty="0">
                <a:solidFill>
                  <a:srgbClr val="131315"/>
                </a:solidFill>
                <a:latin typeface="+mn-lt"/>
                <a:cs typeface="Times New Roman"/>
              </a:rPr>
              <a:t> </a:t>
            </a:r>
            <a:r>
              <a:rPr sz="3450" spc="120" dirty="0">
                <a:solidFill>
                  <a:srgbClr val="131315"/>
                </a:solidFill>
                <a:latin typeface="+mn-lt"/>
                <a:cs typeface="Times New Roman"/>
              </a:rPr>
              <a:t>on</a:t>
            </a:r>
            <a:r>
              <a:rPr sz="3450" spc="-105" dirty="0">
                <a:solidFill>
                  <a:srgbClr val="131315"/>
                </a:solidFill>
                <a:latin typeface="+mn-lt"/>
                <a:cs typeface="Times New Roman"/>
              </a:rPr>
              <a:t> </a:t>
            </a:r>
            <a:r>
              <a:rPr sz="3450" spc="95" dirty="0">
                <a:solidFill>
                  <a:srgbClr val="131315"/>
                </a:solidFill>
                <a:latin typeface="+mn-lt"/>
                <a:cs typeface="Times New Roman"/>
              </a:rPr>
              <a:t>any</a:t>
            </a:r>
            <a:r>
              <a:rPr sz="3450" spc="-55" dirty="0">
                <a:solidFill>
                  <a:srgbClr val="131315"/>
                </a:solidFill>
                <a:latin typeface="+mn-lt"/>
                <a:cs typeface="Times New Roman"/>
              </a:rPr>
              <a:t> </a:t>
            </a:r>
            <a:r>
              <a:rPr sz="3450" spc="105" dirty="0">
                <a:solidFill>
                  <a:srgbClr val="131315"/>
                </a:solidFill>
                <a:latin typeface="+mn-lt"/>
                <a:cs typeface="Times New Roman"/>
              </a:rPr>
              <a:t>person</a:t>
            </a:r>
            <a:r>
              <a:rPr sz="3450" spc="-35" dirty="0">
                <a:solidFill>
                  <a:srgbClr val="131315"/>
                </a:solidFill>
                <a:latin typeface="+mn-lt"/>
                <a:cs typeface="Times New Roman"/>
              </a:rPr>
              <a:t> </a:t>
            </a:r>
            <a:r>
              <a:rPr sz="3450" spc="75" dirty="0">
                <a:solidFill>
                  <a:srgbClr val="131315"/>
                </a:solidFill>
                <a:latin typeface="+mn-lt"/>
                <a:cs typeface="Times New Roman"/>
              </a:rPr>
              <a:t>seeking</a:t>
            </a:r>
            <a:r>
              <a:rPr sz="3450" spc="-130" dirty="0">
                <a:solidFill>
                  <a:srgbClr val="131315"/>
                </a:solidFill>
                <a:latin typeface="+mn-lt"/>
                <a:cs typeface="Times New Roman"/>
              </a:rPr>
              <a:t> </a:t>
            </a:r>
            <a:r>
              <a:rPr sz="3450" spc="70" dirty="0">
                <a:solidFill>
                  <a:srgbClr val="131315"/>
                </a:solidFill>
                <a:latin typeface="+mn-lt"/>
                <a:cs typeface="Times New Roman"/>
              </a:rPr>
              <a:t>or</a:t>
            </a:r>
            <a:r>
              <a:rPr sz="3450" spc="335" dirty="0">
                <a:solidFill>
                  <a:srgbClr val="131315"/>
                </a:solidFill>
                <a:latin typeface="+mn-lt"/>
                <a:cs typeface="Times New Roman"/>
              </a:rPr>
              <a:t> </a:t>
            </a:r>
            <a:r>
              <a:rPr sz="3450" dirty="0">
                <a:solidFill>
                  <a:srgbClr val="131315"/>
                </a:solidFill>
                <a:latin typeface="+mn-lt"/>
                <a:cs typeface="Times New Roman"/>
              </a:rPr>
              <a:t>providing</a:t>
            </a:r>
            <a:r>
              <a:rPr sz="3450" spc="-45" dirty="0">
                <a:solidFill>
                  <a:srgbClr val="131315"/>
                </a:solidFill>
                <a:latin typeface="+mn-lt"/>
                <a:cs typeface="Times New Roman"/>
              </a:rPr>
              <a:t> </a:t>
            </a:r>
            <a:r>
              <a:rPr sz="3450" spc="90" dirty="0">
                <a:solidFill>
                  <a:srgbClr val="131315"/>
                </a:solidFill>
                <a:latin typeface="+mn-lt"/>
                <a:cs typeface="Times New Roman"/>
              </a:rPr>
              <a:t>such</a:t>
            </a:r>
            <a:r>
              <a:rPr sz="3450" spc="40" dirty="0">
                <a:solidFill>
                  <a:srgbClr val="131315"/>
                </a:solidFill>
                <a:latin typeface="+mn-lt"/>
                <a:cs typeface="Times New Roman"/>
              </a:rPr>
              <a:t> </a:t>
            </a:r>
            <a:r>
              <a:rPr sz="3450" spc="65" dirty="0">
                <a:solidFill>
                  <a:srgbClr val="131315"/>
                </a:solidFill>
                <a:latin typeface="+mn-lt"/>
                <a:cs typeface="Times New Roman"/>
              </a:rPr>
              <a:t>care.</a:t>
            </a:r>
            <a:endParaRPr sz="3450" dirty="0">
              <a:latin typeface="+mn-lt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972476" y="5291897"/>
            <a:ext cx="3896360" cy="3580211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4130" marR="1441450" indent="15240">
              <a:lnSpc>
                <a:spcPts val="3820"/>
              </a:lnSpc>
              <a:spcBef>
                <a:spcPts val="110"/>
              </a:spcBef>
            </a:pPr>
            <a:r>
              <a:rPr sz="2800" b="1" spc="40" dirty="0">
                <a:solidFill>
                  <a:srgbClr val="032346"/>
                </a:solidFill>
                <a:latin typeface="Arial"/>
                <a:cs typeface="Arial"/>
              </a:rPr>
              <a:t>Attestation </a:t>
            </a:r>
            <a:r>
              <a:rPr sz="2800" b="1" spc="-10" dirty="0">
                <a:solidFill>
                  <a:srgbClr val="032346"/>
                </a:solidFill>
                <a:latin typeface="Arial"/>
                <a:cs typeface="Arial"/>
              </a:rPr>
              <a:t>Requirement</a:t>
            </a:r>
            <a:endParaRPr sz="2800" dirty="0">
              <a:latin typeface="Arial"/>
              <a:cs typeface="Arial"/>
            </a:endParaRPr>
          </a:p>
          <a:p>
            <a:pPr marL="12700" marR="5080" indent="20955">
              <a:lnSpc>
                <a:spcPct val="88000"/>
              </a:lnSpc>
              <a:spcBef>
                <a:spcPts val="1190"/>
              </a:spcBef>
            </a:pPr>
            <a:r>
              <a:rPr sz="3000" spc="-100" dirty="0">
                <a:solidFill>
                  <a:srgbClr val="131315"/>
                </a:solidFill>
                <a:latin typeface="+mn-lt"/>
                <a:cs typeface="Times New Roman"/>
              </a:rPr>
              <a:t>Must </a:t>
            </a:r>
            <a:r>
              <a:rPr sz="3000" spc="-10" dirty="0">
                <a:solidFill>
                  <a:srgbClr val="131315"/>
                </a:solidFill>
                <a:latin typeface="+mn-lt"/>
                <a:cs typeface="Times New Roman"/>
              </a:rPr>
              <a:t>obtain</a:t>
            </a:r>
            <a:r>
              <a:rPr sz="3000" spc="-114" dirty="0">
                <a:solidFill>
                  <a:srgbClr val="131315"/>
                </a:solidFill>
                <a:latin typeface="+mn-lt"/>
                <a:cs typeface="Times New Roman"/>
              </a:rPr>
              <a:t> </a:t>
            </a:r>
            <a:r>
              <a:rPr sz="3000" spc="-10" dirty="0">
                <a:solidFill>
                  <a:srgbClr val="262628"/>
                </a:solidFill>
                <a:latin typeface="+mn-lt"/>
                <a:cs typeface="Times New Roman"/>
              </a:rPr>
              <a:t>signed </a:t>
            </a:r>
            <a:r>
              <a:rPr sz="3000" dirty="0">
                <a:solidFill>
                  <a:srgbClr val="131315"/>
                </a:solidFill>
                <a:latin typeface="+mn-lt"/>
                <a:cs typeface="Times New Roman"/>
              </a:rPr>
              <a:t>attestation</a:t>
            </a:r>
            <a:r>
              <a:rPr sz="3000" spc="215" dirty="0">
                <a:solidFill>
                  <a:srgbClr val="131315"/>
                </a:solidFill>
                <a:latin typeface="+mn-lt"/>
                <a:cs typeface="Times New Roman"/>
              </a:rPr>
              <a:t> </a:t>
            </a:r>
            <a:r>
              <a:rPr sz="3000" spc="-10" dirty="0">
                <a:solidFill>
                  <a:srgbClr val="131315"/>
                </a:solidFill>
                <a:latin typeface="+mn-lt"/>
                <a:cs typeface="Times New Roman"/>
              </a:rPr>
              <a:t>confirming </a:t>
            </a:r>
            <a:r>
              <a:rPr sz="3000" dirty="0">
                <a:solidFill>
                  <a:srgbClr val="131315"/>
                </a:solidFill>
                <a:latin typeface="+mn-lt"/>
                <a:cs typeface="Times New Roman"/>
              </a:rPr>
              <a:t>requests</a:t>
            </a:r>
            <a:r>
              <a:rPr sz="3000" spc="-20" dirty="0">
                <a:solidFill>
                  <a:srgbClr val="131315"/>
                </a:solidFill>
                <a:latin typeface="+mn-lt"/>
                <a:cs typeface="Times New Roman"/>
              </a:rPr>
              <a:t> </a:t>
            </a:r>
            <a:r>
              <a:rPr sz="3000" dirty="0">
                <a:solidFill>
                  <a:srgbClr val="131315"/>
                </a:solidFill>
                <a:latin typeface="+mn-lt"/>
                <a:cs typeface="Times New Roman"/>
              </a:rPr>
              <a:t>are</a:t>
            </a:r>
            <a:r>
              <a:rPr sz="3000" spc="-5" dirty="0">
                <a:solidFill>
                  <a:srgbClr val="131315"/>
                </a:solidFill>
                <a:latin typeface="+mn-lt"/>
                <a:cs typeface="Times New Roman"/>
              </a:rPr>
              <a:t> </a:t>
            </a:r>
            <a:r>
              <a:rPr sz="3000" spc="-295" dirty="0">
                <a:solidFill>
                  <a:srgbClr val="262628"/>
                </a:solidFill>
                <a:latin typeface="+mn-lt"/>
                <a:cs typeface="Times New Roman"/>
              </a:rPr>
              <a:t>NOT</a:t>
            </a:r>
            <a:r>
              <a:rPr sz="3000" spc="-175" dirty="0">
                <a:solidFill>
                  <a:srgbClr val="262628"/>
                </a:solidFill>
                <a:latin typeface="+mn-lt"/>
                <a:cs typeface="Times New Roman"/>
              </a:rPr>
              <a:t> </a:t>
            </a:r>
            <a:r>
              <a:rPr sz="3000" spc="-25" dirty="0">
                <a:solidFill>
                  <a:srgbClr val="131315"/>
                </a:solidFill>
                <a:latin typeface="+mn-lt"/>
                <a:cs typeface="Times New Roman"/>
              </a:rPr>
              <a:t>for </a:t>
            </a:r>
            <a:r>
              <a:rPr sz="3000" spc="-20" dirty="0">
                <a:solidFill>
                  <a:srgbClr val="131315"/>
                </a:solidFill>
                <a:latin typeface="+mn-lt"/>
                <a:cs typeface="Times New Roman"/>
              </a:rPr>
              <a:t>prohibited</a:t>
            </a:r>
            <a:r>
              <a:rPr sz="3000" spc="-35" dirty="0">
                <a:solidFill>
                  <a:srgbClr val="131315"/>
                </a:solidFill>
                <a:latin typeface="+mn-lt"/>
                <a:cs typeface="Times New Roman"/>
              </a:rPr>
              <a:t> </a:t>
            </a:r>
            <a:r>
              <a:rPr sz="3000" spc="-20" dirty="0">
                <a:solidFill>
                  <a:srgbClr val="131315"/>
                </a:solidFill>
                <a:latin typeface="+mn-lt"/>
                <a:cs typeface="Times New Roman"/>
              </a:rPr>
              <a:t>purposes</a:t>
            </a:r>
            <a:r>
              <a:rPr sz="3000" spc="-170" dirty="0">
                <a:solidFill>
                  <a:srgbClr val="131315"/>
                </a:solidFill>
                <a:latin typeface="+mn-lt"/>
                <a:cs typeface="Times New Roman"/>
              </a:rPr>
              <a:t> </a:t>
            </a:r>
            <a:r>
              <a:rPr sz="3000" spc="-45" dirty="0">
                <a:solidFill>
                  <a:srgbClr val="131315"/>
                </a:solidFill>
                <a:latin typeface="+mn-lt"/>
                <a:cs typeface="Times New Roman"/>
              </a:rPr>
              <a:t>(even </a:t>
            </a:r>
            <a:r>
              <a:rPr sz="3000" spc="-35" dirty="0">
                <a:solidFill>
                  <a:srgbClr val="131315"/>
                </a:solidFill>
                <a:latin typeface="+mn-lt"/>
                <a:cs typeface="Times New Roman"/>
              </a:rPr>
              <a:t>from</a:t>
            </a:r>
            <a:r>
              <a:rPr sz="3000" spc="-125" dirty="0">
                <a:solidFill>
                  <a:srgbClr val="131315"/>
                </a:solidFill>
                <a:latin typeface="+mn-lt"/>
                <a:cs typeface="Times New Roman"/>
              </a:rPr>
              <a:t> </a:t>
            </a:r>
            <a:r>
              <a:rPr sz="3000" spc="-110" dirty="0">
                <a:solidFill>
                  <a:srgbClr val="131315"/>
                </a:solidFill>
                <a:latin typeface="+mn-lt"/>
                <a:cs typeface="Times New Roman"/>
              </a:rPr>
              <a:t>law</a:t>
            </a:r>
            <a:r>
              <a:rPr sz="3000" spc="-185" dirty="0">
                <a:solidFill>
                  <a:srgbClr val="131315"/>
                </a:solidFill>
                <a:latin typeface="+mn-lt"/>
                <a:cs typeface="Times New Roman"/>
              </a:rPr>
              <a:t> </a:t>
            </a:r>
            <a:r>
              <a:rPr sz="3000" spc="-10" dirty="0">
                <a:solidFill>
                  <a:srgbClr val="131315"/>
                </a:solidFill>
                <a:latin typeface="+mn-lt"/>
                <a:cs typeface="Times New Roman"/>
              </a:rPr>
              <a:t>enforcement)</a:t>
            </a:r>
            <a:r>
              <a:rPr sz="3000" spc="-10" dirty="0">
                <a:solidFill>
                  <a:srgbClr val="383838"/>
                </a:solidFill>
                <a:latin typeface="+mn-lt"/>
                <a:cs typeface="Times New Roman"/>
              </a:rPr>
              <a:t>.</a:t>
            </a:r>
            <a:endParaRPr sz="3000" dirty="0">
              <a:latin typeface="+mn-lt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518400" y="5122388"/>
            <a:ext cx="2796540" cy="2610970"/>
          </a:xfrm>
          <a:prstGeom prst="rect">
            <a:avLst/>
          </a:prstGeom>
        </p:spPr>
        <p:txBody>
          <a:bodyPr vert="horz" wrap="square" lIns="0" tIns="2209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39"/>
              </a:spcBef>
            </a:pPr>
            <a:r>
              <a:rPr sz="2800" b="1" dirty="0">
                <a:solidFill>
                  <a:srgbClr val="032346"/>
                </a:solidFill>
                <a:latin typeface="Arial"/>
                <a:cs typeface="Arial"/>
              </a:rPr>
              <a:t>NPP</a:t>
            </a:r>
            <a:r>
              <a:rPr sz="2800" b="1" spc="-225" dirty="0">
                <a:solidFill>
                  <a:srgbClr val="032346"/>
                </a:solidFill>
                <a:latin typeface="Arial"/>
                <a:cs typeface="Arial"/>
              </a:rPr>
              <a:t> </a:t>
            </a:r>
            <a:r>
              <a:rPr sz="2800" b="1" spc="70" dirty="0">
                <a:solidFill>
                  <a:srgbClr val="032346"/>
                </a:solidFill>
                <a:latin typeface="Arial"/>
                <a:cs typeface="Arial"/>
              </a:rPr>
              <a:t>Update</a:t>
            </a:r>
            <a:endParaRPr sz="2800" dirty="0">
              <a:latin typeface="Arial"/>
              <a:cs typeface="Arial"/>
            </a:endParaRPr>
          </a:p>
          <a:p>
            <a:pPr marL="20955" marR="5080" indent="12065">
              <a:lnSpc>
                <a:spcPct val="89600"/>
              </a:lnSpc>
              <a:spcBef>
                <a:spcPts val="1989"/>
              </a:spcBef>
            </a:pPr>
            <a:r>
              <a:rPr lang="en-US" sz="3000" spc="-70" dirty="0">
                <a:solidFill>
                  <a:srgbClr val="262628"/>
                </a:solidFill>
                <a:latin typeface="+mn-lt"/>
                <a:cs typeface="Times New Roman"/>
              </a:rPr>
              <a:t>Notice</a:t>
            </a:r>
            <a:r>
              <a:rPr lang="en-US" sz="3000" spc="-120" dirty="0">
                <a:solidFill>
                  <a:srgbClr val="262628"/>
                </a:solidFill>
                <a:latin typeface="+mn-lt"/>
                <a:cs typeface="Times New Roman"/>
              </a:rPr>
              <a:t> </a:t>
            </a:r>
            <a:r>
              <a:rPr lang="en-US" sz="3000" spc="-10" dirty="0">
                <a:solidFill>
                  <a:srgbClr val="131315"/>
                </a:solidFill>
                <a:latin typeface="+mn-lt"/>
                <a:cs typeface="Times New Roman"/>
              </a:rPr>
              <a:t>of</a:t>
            </a:r>
            <a:r>
              <a:rPr lang="en-US" sz="3000" spc="-140" dirty="0">
                <a:solidFill>
                  <a:srgbClr val="131315"/>
                </a:solidFill>
                <a:latin typeface="+mn-lt"/>
                <a:cs typeface="Times New Roman"/>
              </a:rPr>
              <a:t> </a:t>
            </a:r>
            <a:r>
              <a:rPr lang="en-US" sz="3000" spc="-10" dirty="0">
                <a:solidFill>
                  <a:srgbClr val="131315"/>
                </a:solidFill>
                <a:latin typeface="+mn-lt"/>
                <a:cs typeface="Times New Roman"/>
              </a:rPr>
              <a:t>Privacy Practices</a:t>
            </a:r>
            <a:r>
              <a:rPr lang="en-US" sz="3000" spc="-95" dirty="0">
                <a:solidFill>
                  <a:srgbClr val="131315"/>
                </a:solidFill>
                <a:latin typeface="+mn-lt"/>
                <a:cs typeface="Times New Roman"/>
              </a:rPr>
              <a:t> </a:t>
            </a:r>
            <a:r>
              <a:rPr lang="en-US" sz="3000" dirty="0">
                <a:solidFill>
                  <a:srgbClr val="131315"/>
                </a:solidFill>
                <a:latin typeface="+mn-lt"/>
                <a:cs typeface="Times New Roman"/>
              </a:rPr>
              <a:t>must</a:t>
            </a:r>
            <a:r>
              <a:rPr lang="en-US" sz="3000" spc="-165" dirty="0">
                <a:solidFill>
                  <a:srgbClr val="131315"/>
                </a:solidFill>
                <a:latin typeface="+mn-lt"/>
                <a:cs typeface="Times New Roman"/>
              </a:rPr>
              <a:t> </a:t>
            </a:r>
            <a:r>
              <a:rPr lang="en-US" sz="3000" spc="-25" dirty="0">
                <a:solidFill>
                  <a:srgbClr val="131315"/>
                </a:solidFill>
                <a:latin typeface="+mn-lt"/>
                <a:cs typeface="Times New Roman"/>
              </a:rPr>
              <a:t>be </a:t>
            </a:r>
            <a:r>
              <a:rPr lang="en-US" sz="3000" dirty="0">
                <a:solidFill>
                  <a:srgbClr val="131315"/>
                </a:solidFill>
                <a:latin typeface="+mn-lt"/>
                <a:cs typeface="Times New Roman"/>
              </a:rPr>
              <a:t>updated</a:t>
            </a:r>
            <a:r>
              <a:rPr lang="en-US" sz="3000" spc="-40" dirty="0">
                <a:solidFill>
                  <a:srgbClr val="131315"/>
                </a:solidFill>
                <a:latin typeface="+mn-lt"/>
                <a:cs typeface="Times New Roman"/>
              </a:rPr>
              <a:t> </a:t>
            </a:r>
            <a:r>
              <a:rPr lang="en-US" sz="3000" spc="-75" dirty="0">
                <a:solidFill>
                  <a:srgbClr val="131315"/>
                </a:solidFill>
                <a:latin typeface="+mn-lt"/>
                <a:cs typeface="Times New Roman"/>
              </a:rPr>
              <a:t>by</a:t>
            </a:r>
            <a:r>
              <a:rPr lang="en-US" sz="3000" spc="-160" dirty="0">
                <a:solidFill>
                  <a:srgbClr val="131315"/>
                </a:solidFill>
                <a:latin typeface="+mn-lt"/>
                <a:cs typeface="Times New Roman"/>
              </a:rPr>
              <a:t> </a:t>
            </a:r>
            <a:r>
              <a:rPr lang="en-US" sz="3000" spc="-40" dirty="0">
                <a:solidFill>
                  <a:srgbClr val="131315"/>
                </a:solidFill>
                <a:latin typeface="+mn-lt"/>
                <a:cs typeface="Times New Roman"/>
              </a:rPr>
              <a:t>Feb16</a:t>
            </a:r>
            <a:r>
              <a:rPr lang="en-US" sz="3000" spc="-40" dirty="0">
                <a:solidFill>
                  <a:srgbClr val="383838"/>
                </a:solidFill>
                <a:latin typeface="+mn-lt"/>
                <a:cs typeface="Times New Roman"/>
              </a:rPr>
              <a:t>, </a:t>
            </a:r>
            <a:r>
              <a:rPr lang="en-US" sz="2750" spc="-10" dirty="0">
                <a:solidFill>
                  <a:srgbClr val="131315"/>
                </a:solidFill>
                <a:latin typeface="+mn-lt"/>
                <a:cs typeface="Times New Roman"/>
              </a:rPr>
              <a:t>2026.</a:t>
            </a:r>
            <a:endParaRPr sz="2750" dirty="0">
              <a:latin typeface="+mn-lt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3004800" y="5119213"/>
            <a:ext cx="3086735" cy="2993126"/>
          </a:xfrm>
          <a:prstGeom prst="rect">
            <a:avLst/>
          </a:prstGeom>
        </p:spPr>
        <p:txBody>
          <a:bodyPr vert="horz" wrap="square" lIns="0" tIns="220979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739"/>
              </a:spcBef>
            </a:pPr>
            <a:r>
              <a:rPr sz="2800" b="1" dirty="0">
                <a:solidFill>
                  <a:srgbClr val="032346"/>
                </a:solidFill>
                <a:latin typeface="Arial"/>
                <a:cs typeface="Arial"/>
              </a:rPr>
              <a:t>BAA</a:t>
            </a:r>
            <a:r>
              <a:rPr sz="2800" b="1" spc="-165" dirty="0">
                <a:solidFill>
                  <a:srgbClr val="032346"/>
                </a:solidFill>
                <a:latin typeface="Arial"/>
                <a:cs typeface="Arial"/>
              </a:rPr>
              <a:t> </a:t>
            </a:r>
            <a:r>
              <a:rPr sz="2800" b="1" spc="70" dirty="0">
                <a:solidFill>
                  <a:srgbClr val="032346"/>
                </a:solidFill>
                <a:latin typeface="Arial"/>
                <a:cs typeface="Arial"/>
              </a:rPr>
              <a:t>Updates</a:t>
            </a:r>
            <a:endParaRPr sz="2800" dirty="0">
              <a:latin typeface="Arial"/>
              <a:cs typeface="Arial"/>
            </a:endParaRPr>
          </a:p>
          <a:p>
            <a:pPr marL="25400" marR="5080" indent="-13335">
              <a:lnSpc>
                <a:spcPct val="87500"/>
              </a:lnSpc>
              <a:spcBef>
                <a:spcPts val="2065"/>
              </a:spcBef>
            </a:pPr>
            <a:r>
              <a:rPr sz="3000" spc="-90" dirty="0">
                <a:solidFill>
                  <a:srgbClr val="131315"/>
                </a:solidFill>
                <a:latin typeface="+mn-lt"/>
                <a:cs typeface="Times New Roman"/>
              </a:rPr>
              <a:t>Vendor</a:t>
            </a:r>
            <a:r>
              <a:rPr sz="3000" spc="-85" dirty="0">
                <a:solidFill>
                  <a:srgbClr val="131315"/>
                </a:solidFill>
                <a:latin typeface="+mn-lt"/>
                <a:cs typeface="Times New Roman"/>
              </a:rPr>
              <a:t> </a:t>
            </a:r>
            <a:r>
              <a:rPr sz="3000" spc="-10" dirty="0">
                <a:solidFill>
                  <a:srgbClr val="131315"/>
                </a:solidFill>
                <a:latin typeface="+mn-lt"/>
                <a:cs typeface="Times New Roman"/>
              </a:rPr>
              <a:t>agreements </a:t>
            </a:r>
            <a:r>
              <a:rPr sz="3000" dirty="0">
                <a:solidFill>
                  <a:srgbClr val="131315"/>
                </a:solidFill>
                <a:latin typeface="+mn-lt"/>
                <a:cs typeface="Times New Roman"/>
              </a:rPr>
              <a:t>must</a:t>
            </a:r>
            <a:r>
              <a:rPr sz="3000" spc="-155" dirty="0">
                <a:solidFill>
                  <a:srgbClr val="131315"/>
                </a:solidFill>
                <a:latin typeface="+mn-lt"/>
                <a:cs typeface="Times New Roman"/>
              </a:rPr>
              <a:t> </a:t>
            </a:r>
            <a:r>
              <a:rPr sz="3000" spc="-10" dirty="0">
                <a:solidFill>
                  <a:srgbClr val="131315"/>
                </a:solidFill>
                <a:latin typeface="+mn-lt"/>
                <a:cs typeface="Times New Roman"/>
              </a:rPr>
              <a:t>include reproductive</a:t>
            </a:r>
            <a:r>
              <a:rPr sz="3000" spc="-120" dirty="0">
                <a:solidFill>
                  <a:srgbClr val="131315"/>
                </a:solidFill>
                <a:latin typeface="+mn-lt"/>
                <a:cs typeface="Times New Roman"/>
              </a:rPr>
              <a:t> </a:t>
            </a:r>
            <a:r>
              <a:rPr sz="3000" spc="-10" dirty="0">
                <a:solidFill>
                  <a:srgbClr val="131315"/>
                </a:solidFill>
                <a:latin typeface="+mn-lt"/>
                <a:cs typeface="Times New Roman"/>
              </a:rPr>
              <a:t>health </a:t>
            </a:r>
            <a:r>
              <a:rPr sz="3000" dirty="0">
                <a:solidFill>
                  <a:srgbClr val="131315"/>
                </a:solidFill>
                <a:latin typeface="+mn-lt"/>
                <a:cs typeface="Times New Roman"/>
              </a:rPr>
              <a:t>protection</a:t>
            </a:r>
            <a:r>
              <a:rPr sz="3000" spc="-20" dirty="0">
                <a:solidFill>
                  <a:srgbClr val="131315"/>
                </a:solidFill>
                <a:latin typeface="+mn-lt"/>
                <a:cs typeface="Times New Roman"/>
              </a:rPr>
              <a:t> </a:t>
            </a:r>
            <a:r>
              <a:rPr sz="3000" spc="-70" dirty="0">
                <a:solidFill>
                  <a:srgbClr val="131315"/>
                </a:solidFill>
                <a:latin typeface="+mn-lt"/>
                <a:cs typeface="Times New Roman"/>
              </a:rPr>
              <a:t>language</a:t>
            </a:r>
            <a:r>
              <a:rPr sz="3000" spc="-70" dirty="0">
                <a:solidFill>
                  <a:srgbClr val="131315"/>
                </a:solidFill>
                <a:latin typeface="Times New Roman"/>
                <a:cs typeface="Times New Roman"/>
              </a:rPr>
              <a:t>.</a:t>
            </a:r>
            <a:endParaRPr sz="3000" dirty="0">
              <a:latin typeface="Times New Roman"/>
              <a:cs typeface="Times New Roman"/>
            </a:endParaRPr>
          </a:p>
        </p:txBody>
      </p:sp>
      <p:pic>
        <p:nvPicPr>
          <p:cNvPr id="25" name="Graphic 24" descr="Clipboard outline">
            <a:extLst>
              <a:ext uri="{FF2B5EF4-FFF2-40B4-BE49-F238E27FC236}">
                <a16:creationId xmlns:a16="http://schemas.microsoft.com/office/drawing/2014/main" id="{22393674-0727-9099-02FE-B611208DA1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4060" y="5996171"/>
            <a:ext cx="1076805" cy="107680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7" name="Graphic 26" descr="Daily calendar outline">
            <a:extLst>
              <a:ext uri="{FF2B5EF4-FFF2-40B4-BE49-F238E27FC236}">
                <a16:creationId xmlns:a16="http://schemas.microsoft.com/office/drawing/2014/main" id="{AD1806B6-593E-D2A1-E018-11A3110B19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16097" y="5970672"/>
            <a:ext cx="1102303" cy="110230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9" name="Graphic 28" descr="Handshake outline">
            <a:extLst>
              <a:ext uri="{FF2B5EF4-FFF2-40B4-BE49-F238E27FC236}">
                <a16:creationId xmlns:a16="http://schemas.microsoft.com/office/drawing/2014/main" id="{C9571E7F-1F50-EE22-72FB-40F42CA85EA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704030" y="5970672"/>
            <a:ext cx="1174874" cy="117487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5" name="object 17">
            <a:extLst>
              <a:ext uri="{FF2B5EF4-FFF2-40B4-BE49-F238E27FC236}">
                <a16:creationId xmlns:a16="http://schemas.microsoft.com/office/drawing/2014/main" id="{FC838E65-D14F-4857-C0D7-2973A9E30DA1}"/>
              </a:ext>
            </a:extLst>
          </p:cNvPr>
          <p:cNvSpPr txBox="1"/>
          <p:nvPr/>
        </p:nvSpPr>
        <p:spPr>
          <a:xfrm>
            <a:off x="143795" y="9185464"/>
            <a:ext cx="17221200" cy="37574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10"/>
              </a:spcBef>
            </a:pPr>
            <a:r>
              <a:rPr lang="en-US" sz="235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Times New Roman"/>
              </a:rPr>
              <a:t>Copyright 2026 Transworld Medical Management, LLC. All rights reserved.</a:t>
            </a:r>
            <a:endParaRPr sz="1350" dirty="0">
              <a:solidFill>
                <a:schemeClr val="tx1">
                  <a:lumMod val="50000"/>
                  <a:lumOff val="50000"/>
                </a:schemeClr>
              </a:solidFill>
              <a:latin typeface="+mn-lt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CCB6F91-3A8D-45D3-2B16-F4C4E8B76451}"/>
              </a:ext>
            </a:extLst>
          </p:cNvPr>
          <p:cNvSpPr/>
          <p:nvPr/>
        </p:nvSpPr>
        <p:spPr>
          <a:xfrm>
            <a:off x="1259177" y="7401006"/>
            <a:ext cx="15033813" cy="193040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bject 10"/>
          <p:cNvSpPr txBox="1"/>
          <p:nvPr/>
        </p:nvSpPr>
        <p:spPr>
          <a:xfrm>
            <a:off x="2039632" y="7482296"/>
            <a:ext cx="14310336" cy="1619674"/>
          </a:xfrm>
          <a:prstGeom prst="rect">
            <a:avLst/>
          </a:prstGeom>
          <a:ln w="38210">
            <a:noFill/>
          </a:ln>
        </p:spPr>
        <p:txBody>
          <a:bodyPr vert="horz" wrap="square" lIns="0" tIns="148590" rIns="0" bIns="0" rtlCol="0">
            <a:spAutoFit/>
          </a:bodyPr>
          <a:lstStyle/>
          <a:p>
            <a:pPr marL="290513">
              <a:lnSpc>
                <a:spcPct val="100000"/>
              </a:lnSpc>
              <a:spcBef>
                <a:spcPts val="1170"/>
              </a:spcBef>
            </a:pPr>
            <a:r>
              <a:rPr sz="3050" b="1" spc="105" dirty="0">
                <a:solidFill>
                  <a:srgbClr val="A3231F"/>
                </a:solidFill>
                <a:latin typeface="Arial"/>
                <a:cs typeface="Arial"/>
              </a:rPr>
              <a:t>Major</a:t>
            </a:r>
            <a:r>
              <a:rPr sz="3050" b="1" spc="-30" dirty="0">
                <a:solidFill>
                  <a:srgbClr val="A3231F"/>
                </a:solidFill>
                <a:latin typeface="Arial"/>
                <a:cs typeface="Arial"/>
              </a:rPr>
              <a:t> </a:t>
            </a:r>
            <a:r>
              <a:rPr sz="3050" b="1" spc="60" dirty="0">
                <a:solidFill>
                  <a:srgbClr val="A3231F"/>
                </a:solidFill>
                <a:latin typeface="Arial"/>
                <a:cs typeface="Arial"/>
              </a:rPr>
              <a:t>Breach</a:t>
            </a:r>
            <a:r>
              <a:rPr sz="3050" b="1" spc="-65" dirty="0">
                <a:solidFill>
                  <a:srgbClr val="A3231F"/>
                </a:solidFill>
                <a:latin typeface="Arial"/>
                <a:cs typeface="Arial"/>
              </a:rPr>
              <a:t> </a:t>
            </a:r>
            <a:r>
              <a:rPr sz="3050" b="1" spc="-20" dirty="0">
                <a:solidFill>
                  <a:srgbClr val="A3231F"/>
                </a:solidFill>
                <a:latin typeface="Arial"/>
                <a:cs typeface="Arial"/>
              </a:rPr>
              <a:t>Rule</a:t>
            </a:r>
            <a:endParaRPr lang="en-US" sz="2750" b="1" spc="-20" dirty="0">
              <a:solidFill>
                <a:srgbClr val="A3231F"/>
              </a:solidFill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170"/>
              </a:spcBef>
            </a:pPr>
            <a:r>
              <a:rPr lang="en-US" sz="2750" spc="-20" dirty="0">
                <a:solidFill>
                  <a:schemeClr val="tx1"/>
                </a:solidFill>
                <a:latin typeface="+mn-lt"/>
                <a:cs typeface="Times New Roman"/>
              </a:rPr>
              <a:t>In Florida, if a breach affects &gt; 500 individuals, we must notify </a:t>
            </a:r>
            <a:r>
              <a:rPr lang="en-US" sz="2750" b="1" spc="-20" dirty="0">
                <a:solidFill>
                  <a:schemeClr val="tx1"/>
                </a:solidFill>
                <a:latin typeface="+mn-lt"/>
                <a:cs typeface="Times New Roman"/>
              </a:rPr>
              <a:t>Florida Department of Legal Affairs </a:t>
            </a:r>
            <a:r>
              <a:rPr lang="en-US" sz="2750" spc="-20" dirty="0">
                <a:solidFill>
                  <a:schemeClr val="tx1"/>
                </a:solidFill>
                <a:latin typeface="+mn-lt"/>
                <a:cs typeface="Times New Roman"/>
              </a:rPr>
              <a:t>AND major media outlets in the area.</a:t>
            </a:r>
            <a:endParaRPr sz="3050" dirty="0">
              <a:solidFill>
                <a:schemeClr val="tx1"/>
              </a:solidFill>
              <a:latin typeface="+mn-lt"/>
              <a:cs typeface="Arial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0FD9E90-2EA8-CDD8-D7F7-68F95C824ED0}"/>
              </a:ext>
            </a:extLst>
          </p:cNvPr>
          <p:cNvSpPr/>
          <p:nvPr/>
        </p:nvSpPr>
        <p:spPr>
          <a:xfrm>
            <a:off x="9194800" y="2358723"/>
            <a:ext cx="7098190" cy="475641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bject 9"/>
          <p:cNvSpPr txBox="1"/>
          <p:nvPr/>
        </p:nvSpPr>
        <p:spPr>
          <a:xfrm>
            <a:off x="9005002" y="2259871"/>
            <a:ext cx="7489825" cy="3708066"/>
          </a:xfrm>
          <a:prstGeom prst="rect">
            <a:avLst/>
          </a:prstGeom>
          <a:ln w="38210">
            <a:noFill/>
          </a:ln>
        </p:spPr>
        <p:txBody>
          <a:bodyPr vert="horz" wrap="square" lIns="0" tIns="628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95"/>
              </a:spcBef>
            </a:pPr>
            <a:endParaRPr sz="365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3650" b="1" spc="45" dirty="0">
                <a:solidFill>
                  <a:srgbClr val="031D41"/>
                </a:solidFill>
                <a:latin typeface="Arial"/>
                <a:cs typeface="Arial"/>
              </a:rPr>
              <a:t>Florida</a:t>
            </a:r>
            <a:r>
              <a:rPr sz="3650" b="1" spc="10" dirty="0">
                <a:solidFill>
                  <a:srgbClr val="031D41"/>
                </a:solidFill>
                <a:latin typeface="Arial"/>
                <a:cs typeface="Arial"/>
              </a:rPr>
              <a:t> </a:t>
            </a:r>
            <a:r>
              <a:rPr sz="3650" b="1" spc="135" dirty="0">
                <a:solidFill>
                  <a:srgbClr val="031D41"/>
                </a:solidFill>
                <a:latin typeface="Arial"/>
                <a:cs typeface="Arial"/>
              </a:rPr>
              <a:t>Statute</a:t>
            </a:r>
            <a:r>
              <a:rPr sz="3650" b="1" spc="5" dirty="0">
                <a:solidFill>
                  <a:srgbClr val="031D41"/>
                </a:solidFill>
                <a:latin typeface="Arial"/>
                <a:cs typeface="Arial"/>
              </a:rPr>
              <a:t> </a:t>
            </a:r>
            <a:r>
              <a:rPr sz="3650" b="1" spc="300" dirty="0">
                <a:solidFill>
                  <a:srgbClr val="031D41"/>
                </a:solidFill>
                <a:latin typeface="Arial"/>
                <a:cs typeface="Arial"/>
              </a:rPr>
              <a:t>466.057</a:t>
            </a:r>
            <a:endParaRPr sz="36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65"/>
              </a:spcBef>
            </a:pPr>
            <a:endParaRPr lang="en-US" sz="36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65"/>
              </a:spcBef>
            </a:pPr>
            <a:endParaRPr sz="3650" dirty="0">
              <a:latin typeface="Arial"/>
              <a:cs typeface="Arial"/>
            </a:endParaRPr>
          </a:p>
          <a:p>
            <a:pPr marL="556895" marR="524510" indent="-15240" algn="just">
              <a:lnSpc>
                <a:spcPts val="3120"/>
              </a:lnSpc>
              <a:spcBef>
                <a:spcPts val="5"/>
              </a:spcBef>
            </a:pPr>
            <a:r>
              <a:rPr sz="2750" b="1" dirty="0">
                <a:solidFill>
                  <a:srgbClr val="0C0E0F"/>
                </a:solidFill>
                <a:latin typeface="+mn-lt"/>
                <a:cs typeface="Times New Roman"/>
              </a:rPr>
              <a:t>Strict</a:t>
            </a:r>
            <a:r>
              <a:rPr sz="2750" b="1" spc="15" dirty="0">
                <a:solidFill>
                  <a:srgbClr val="0C0E0F"/>
                </a:solidFill>
                <a:latin typeface="+mn-lt"/>
                <a:cs typeface="Times New Roman"/>
              </a:rPr>
              <a:t> </a:t>
            </a:r>
            <a:r>
              <a:rPr sz="2750" b="1" spc="-20" dirty="0">
                <a:solidFill>
                  <a:srgbClr val="0C0E0F"/>
                </a:solidFill>
                <a:latin typeface="+mn-lt"/>
                <a:cs typeface="Times New Roman"/>
              </a:rPr>
              <a:t>confidentiality.</a:t>
            </a:r>
            <a:r>
              <a:rPr sz="2750" b="1" spc="-55" dirty="0">
                <a:solidFill>
                  <a:srgbClr val="0C0E0F"/>
                </a:solidFill>
                <a:latin typeface="+mn-lt"/>
                <a:cs typeface="Times New Roman"/>
              </a:rPr>
              <a:t> </a:t>
            </a:r>
            <a:r>
              <a:rPr sz="2750" dirty="0">
                <a:solidFill>
                  <a:srgbClr val="1F2121"/>
                </a:solidFill>
                <a:latin typeface="+mn-lt"/>
                <a:cs typeface="Times New Roman"/>
              </a:rPr>
              <a:t>Ownership</a:t>
            </a:r>
            <a:r>
              <a:rPr sz="2750" spc="10" dirty="0">
                <a:solidFill>
                  <a:srgbClr val="1F2121"/>
                </a:solidFill>
                <a:latin typeface="+mn-lt"/>
                <a:cs typeface="Times New Roman"/>
              </a:rPr>
              <a:t> </a:t>
            </a:r>
            <a:r>
              <a:rPr sz="2750" dirty="0">
                <a:solidFill>
                  <a:srgbClr val="1F2121"/>
                </a:solidFill>
                <a:latin typeface="+mn-lt"/>
                <a:cs typeface="Times New Roman"/>
              </a:rPr>
              <a:t>of</a:t>
            </a:r>
            <a:r>
              <a:rPr sz="2750" spc="145" dirty="0">
                <a:solidFill>
                  <a:srgbClr val="1F2121"/>
                </a:solidFill>
                <a:latin typeface="+mn-lt"/>
                <a:cs typeface="Times New Roman"/>
              </a:rPr>
              <a:t> </a:t>
            </a:r>
            <a:r>
              <a:rPr sz="2750" spc="40" dirty="0">
                <a:solidFill>
                  <a:srgbClr val="1F2121"/>
                </a:solidFill>
                <a:latin typeface="+mn-lt"/>
                <a:cs typeface="Times New Roman"/>
              </a:rPr>
              <a:t>records </a:t>
            </a:r>
            <a:r>
              <a:rPr sz="2750" dirty="0">
                <a:solidFill>
                  <a:srgbClr val="0C0E0F"/>
                </a:solidFill>
                <a:latin typeface="+mn-lt"/>
                <a:cs typeface="Times New Roman"/>
              </a:rPr>
              <a:t>belongs</a:t>
            </a:r>
            <a:r>
              <a:rPr sz="2750" spc="-20" dirty="0">
                <a:solidFill>
                  <a:srgbClr val="0C0E0F"/>
                </a:solidFill>
                <a:latin typeface="+mn-lt"/>
                <a:cs typeface="Times New Roman"/>
              </a:rPr>
              <a:t> </a:t>
            </a:r>
            <a:r>
              <a:rPr sz="2750" dirty="0">
                <a:solidFill>
                  <a:srgbClr val="1F2121"/>
                </a:solidFill>
                <a:latin typeface="+mn-lt"/>
                <a:cs typeface="Times New Roman"/>
              </a:rPr>
              <a:t>to</a:t>
            </a:r>
            <a:r>
              <a:rPr sz="2750" spc="210" dirty="0">
                <a:solidFill>
                  <a:srgbClr val="1F2121"/>
                </a:solidFill>
                <a:latin typeface="+mn-lt"/>
                <a:cs typeface="Times New Roman"/>
              </a:rPr>
              <a:t> </a:t>
            </a:r>
            <a:r>
              <a:rPr sz="2750" dirty="0">
                <a:solidFill>
                  <a:srgbClr val="1F2121"/>
                </a:solidFill>
                <a:latin typeface="+mn-lt"/>
                <a:cs typeface="Times New Roman"/>
              </a:rPr>
              <a:t>the</a:t>
            </a:r>
            <a:r>
              <a:rPr sz="2750" spc="335" dirty="0">
                <a:solidFill>
                  <a:srgbClr val="1F2121"/>
                </a:solidFill>
                <a:latin typeface="+mn-lt"/>
                <a:cs typeface="Times New Roman"/>
              </a:rPr>
              <a:t> </a:t>
            </a:r>
            <a:r>
              <a:rPr sz="2750" dirty="0">
                <a:solidFill>
                  <a:srgbClr val="1F2121"/>
                </a:solidFill>
                <a:latin typeface="+mn-lt"/>
                <a:cs typeface="Times New Roman"/>
              </a:rPr>
              <a:t>provider;</a:t>
            </a:r>
            <a:r>
              <a:rPr sz="2750" spc="-15" dirty="0">
                <a:solidFill>
                  <a:srgbClr val="1F2121"/>
                </a:solidFill>
                <a:latin typeface="+mn-lt"/>
                <a:cs typeface="Times New Roman"/>
              </a:rPr>
              <a:t> </a:t>
            </a:r>
            <a:r>
              <a:rPr sz="2750" spc="65" dirty="0">
                <a:solidFill>
                  <a:srgbClr val="1F2121"/>
                </a:solidFill>
                <a:latin typeface="+mn-lt"/>
                <a:cs typeface="Times New Roman"/>
              </a:rPr>
              <a:t>access</a:t>
            </a:r>
            <a:r>
              <a:rPr sz="2750" spc="-85" dirty="0">
                <a:solidFill>
                  <a:srgbClr val="1F2121"/>
                </a:solidFill>
                <a:latin typeface="+mn-lt"/>
                <a:cs typeface="Times New Roman"/>
              </a:rPr>
              <a:t> </a:t>
            </a:r>
            <a:r>
              <a:rPr sz="2750" dirty="0">
                <a:solidFill>
                  <a:srgbClr val="1F2121"/>
                </a:solidFill>
                <a:latin typeface="+mn-lt"/>
                <a:cs typeface="Times New Roman"/>
              </a:rPr>
              <a:t>rights</a:t>
            </a:r>
            <a:r>
              <a:rPr sz="2750" spc="-35" dirty="0">
                <a:solidFill>
                  <a:srgbClr val="1F2121"/>
                </a:solidFill>
                <a:latin typeface="+mn-lt"/>
                <a:cs typeface="Times New Roman"/>
              </a:rPr>
              <a:t> </a:t>
            </a:r>
            <a:r>
              <a:rPr sz="2750" spc="-10" dirty="0">
                <a:solidFill>
                  <a:srgbClr val="0C0E0F"/>
                </a:solidFill>
                <a:latin typeface="+mn-lt"/>
                <a:cs typeface="Times New Roman"/>
              </a:rPr>
              <a:t>belong </a:t>
            </a:r>
            <a:r>
              <a:rPr sz="2750" dirty="0">
                <a:solidFill>
                  <a:srgbClr val="0C0E0F"/>
                </a:solidFill>
                <a:latin typeface="+mn-lt"/>
                <a:cs typeface="Times New Roman"/>
              </a:rPr>
              <a:t>to</a:t>
            </a:r>
            <a:r>
              <a:rPr sz="2750" spc="150" dirty="0">
                <a:solidFill>
                  <a:srgbClr val="0C0E0F"/>
                </a:solidFill>
                <a:latin typeface="+mn-lt"/>
                <a:cs typeface="Times New Roman"/>
              </a:rPr>
              <a:t> </a:t>
            </a:r>
            <a:r>
              <a:rPr sz="2750" spc="95" dirty="0">
                <a:solidFill>
                  <a:srgbClr val="1F2121"/>
                </a:solidFill>
                <a:latin typeface="+mn-lt"/>
                <a:cs typeface="Times New Roman"/>
              </a:rPr>
              <a:t>the</a:t>
            </a:r>
            <a:r>
              <a:rPr sz="2750" spc="25" dirty="0">
                <a:solidFill>
                  <a:srgbClr val="1F2121"/>
                </a:solidFill>
                <a:latin typeface="+mn-lt"/>
                <a:cs typeface="Times New Roman"/>
              </a:rPr>
              <a:t> </a:t>
            </a:r>
            <a:r>
              <a:rPr sz="2750" spc="40" dirty="0">
                <a:solidFill>
                  <a:srgbClr val="1F2121"/>
                </a:solidFill>
                <a:latin typeface="+mn-lt"/>
                <a:cs typeface="Times New Roman"/>
              </a:rPr>
              <a:t>patient.</a:t>
            </a:r>
            <a:endParaRPr sz="2750" dirty="0">
              <a:latin typeface="+mn-lt"/>
              <a:cs typeface="Times New Roman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EC27D7C-FE9D-A363-1747-BCA9039D08DC}"/>
              </a:ext>
            </a:extLst>
          </p:cNvPr>
          <p:cNvSpPr/>
          <p:nvPr/>
        </p:nvSpPr>
        <p:spPr>
          <a:xfrm>
            <a:off x="1182210" y="2362200"/>
            <a:ext cx="7098190" cy="475641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bject 8"/>
          <p:cNvSpPr txBox="1"/>
          <p:nvPr/>
        </p:nvSpPr>
        <p:spPr>
          <a:xfrm>
            <a:off x="993479" y="2259871"/>
            <a:ext cx="7489825" cy="4598054"/>
          </a:xfrm>
          <a:prstGeom prst="rect">
            <a:avLst/>
          </a:prstGeom>
          <a:ln w="38210">
            <a:noFill/>
          </a:ln>
        </p:spPr>
        <p:txBody>
          <a:bodyPr vert="horz" wrap="square" lIns="0" tIns="400685" rIns="0" bIns="0" rtlCol="0">
            <a:spAutoFit/>
          </a:bodyPr>
          <a:lstStyle/>
          <a:p>
            <a:pPr marL="831850" marR="897255" algn="ctr">
              <a:lnSpc>
                <a:spcPts val="4220"/>
              </a:lnSpc>
              <a:spcBef>
                <a:spcPts val="3155"/>
              </a:spcBef>
            </a:pPr>
            <a:r>
              <a:rPr sz="3650" b="1" dirty="0">
                <a:solidFill>
                  <a:srgbClr val="031D41"/>
                </a:solidFill>
                <a:latin typeface="Arial"/>
                <a:cs typeface="Arial"/>
              </a:rPr>
              <a:t>FIPA</a:t>
            </a:r>
            <a:r>
              <a:rPr sz="3650" b="1" spc="-10" dirty="0">
                <a:solidFill>
                  <a:srgbClr val="031D41"/>
                </a:solidFill>
                <a:latin typeface="Arial"/>
                <a:cs typeface="Arial"/>
              </a:rPr>
              <a:t> </a:t>
            </a:r>
            <a:r>
              <a:rPr sz="3650" b="1" spc="45" dirty="0">
                <a:solidFill>
                  <a:srgbClr val="031D41"/>
                </a:solidFill>
                <a:latin typeface="Arial"/>
                <a:cs typeface="Arial"/>
              </a:rPr>
              <a:t>(Florida</a:t>
            </a:r>
            <a:r>
              <a:rPr sz="3650" b="1" dirty="0">
                <a:solidFill>
                  <a:srgbClr val="031D41"/>
                </a:solidFill>
                <a:latin typeface="Arial"/>
                <a:cs typeface="Arial"/>
              </a:rPr>
              <a:t> </a:t>
            </a:r>
            <a:r>
              <a:rPr sz="3650" b="1" spc="75" dirty="0">
                <a:solidFill>
                  <a:srgbClr val="031D41"/>
                </a:solidFill>
                <a:latin typeface="Arial"/>
                <a:cs typeface="Arial"/>
              </a:rPr>
              <a:t>Information </a:t>
            </a:r>
            <a:r>
              <a:rPr sz="3650" b="1" spc="100" dirty="0">
                <a:solidFill>
                  <a:srgbClr val="031D41"/>
                </a:solidFill>
                <a:latin typeface="Arial"/>
                <a:cs typeface="Arial"/>
              </a:rPr>
              <a:t>Protection</a:t>
            </a:r>
            <a:r>
              <a:rPr sz="3650" b="1" spc="85" dirty="0">
                <a:solidFill>
                  <a:srgbClr val="031D41"/>
                </a:solidFill>
                <a:latin typeface="Arial"/>
                <a:cs typeface="Arial"/>
              </a:rPr>
              <a:t> </a:t>
            </a:r>
            <a:r>
              <a:rPr sz="3650" b="1" spc="100" dirty="0">
                <a:solidFill>
                  <a:srgbClr val="031D41"/>
                </a:solidFill>
                <a:latin typeface="Arial"/>
                <a:cs typeface="Arial"/>
              </a:rPr>
              <a:t>Act)</a:t>
            </a:r>
            <a:endParaRPr sz="3650" dirty="0">
              <a:latin typeface="Arial"/>
              <a:cs typeface="Arial"/>
            </a:endParaRPr>
          </a:p>
          <a:p>
            <a:pPr marL="730885" marR="593725" indent="-279400">
              <a:lnSpc>
                <a:spcPts val="3120"/>
              </a:lnSpc>
              <a:spcBef>
                <a:spcPts val="2505"/>
              </a:spcBef>
              <a:buFont typeface="Times New Roman"/>
              <a:buChar char="•"/>
              <a:tabLst>
                <a:tab pos="742950" algn="l"/>
              </a:tabLst>
            </a:pPr>
            <a:endParaRPr lang="en-US" sz="2750" b="1" spc="-105" dirty="0">
              <a:solidFill>
                <a:srgbClr val="0C0E0F"/>
              </a:solidFill>
              <a:latin typeface="Times New Roman"/>
              <a:cs typeface="Times New Roman"/>
            </a:endParaRPr>
          </a:p>
          <a:p>
            <a:pPr marL="730885" marR="593725" indent="-279400">
              <a:lnSpc>
                <a:spcPts val="3120"/>
              </a:lnSpc>
              <a:spcBef>
                <a:spcPts val="2505"/>
              </a:spcBef>
              <a:buFont typeface="Times New Roman"/>
              <a:buChar char="•"/>
              <a:tabLst>
                <a:tab pos="742950" algn="l"/>
              </a:tabLst>
            </a:pPr>
            <a:r>
              <a:rPr sz="2750" b="1" spc="-105" dirty="0">
                <a:solidFill>
                  <a:srgbClr val="0C0E0F"/>
                </a:solidFill>
                <a:latin typeface="+mn-lt"/>
                <a:cs typeface="Times New Roman"/>
              </a:rPr>
              <a:t>Broader</a:t>
            </a:r>
            <a:r>
              <a:rPr sz="2750" b="1" spc="20" dirty="0">
                <a:solidFill>
                  <a:srgbClr val="0C0E0F"/>
                </a:solidFill>
                <a:latin typeface="+mn-lt"/>
                <a:cs typeface="Times New Roman"/>
              </a:rPr>
              <a:t> </a:t>
            </a:r>
            <a:r>
              <a:rPr sz="2750" b="1" spc="-40" dirty="0">
                <a:solidFill>
                  <a:srgbClr val="0C0E0F"/>
                </a:solidFill>
                <a:latin typeface="+mn-lt"/>
                <a:cs typeface="Times New Roman"/>
              </a:rPr>
              <a:t>Scope:</a:t>
            </a:r>
            <a:r>
              <a:rPr sz="2750" b="1" spc="-85" dirty="0">
                <a:solidFill>
                  <a:srgbClr val="0C0E0F"/>
                </a:solidFill>
                <a:latin typeface="+mn-lt"/>
                <a:cs typeface="Times New Roman"/>
              </a:rPr>
              <a:t> </a:t>
            </a:r>
            <a:r>
              <a:rPr sz="2750" dirty="0">
                <a:solidFill>
                  <a:srgbClr val="0C0E0F"/>
                </a:solidFill>
                <a:latin typeface="+mn-lt"/>
                <a:cs typeface="Times New Roman"/>
              </a:rPr>
              <a:t>Personal</a:t>
            </a:r>
            <a:r>
              <a:rPr sz="2750" spc="10" dirty="0">
                <a:solidFill>
                  <a:srgbClr val="0C0E0F"/>
                </a:solidFill>
                <a:latin typeface="+mn-lt"/>
                <a:cs typeface="Times New Roman"/>
              </a:rPr>
              <a:t> </a:t>
            </a:r>
            <a:r>
              <a:rPr sz="2750" dirty="0">
                <a:solidFill>
                  <a:srgbClr val="1F2121"/>
                </a:solidFill>
                <a:latin typeface="+mn-lt"/>
                <a:cs typeface="Times New Roman"/>
              </a:rPr>
              <a:t>info</a:t>
            </a:r>
            <a:r>
              <a:rPr sz="2750" spc="-105" dirty="0">
                <a:solidFill>
                  <a:srgbClr val="1F2121"/>
                </a:solidFill>
                <a:latin typeface="+mn-lt"/>
                <a:cs typeface="Times New Roman"/>
              </a:rPr>
              <a:t> </a:t>
            </a:r>
            <a:r>
              <a:rPr sz="2750" dirty="0">
                <a:solidFill>
                  <a:srgbClr val="1F2121"/>
                </a:solidFill>
                <a:latin typeface="+mn-lt"/>
                <a:cs typeface="Times New Roman"/>
              </a:rPr>
              <a:t>includes</a:t>
            </a:r>
            <a:r>
              <a:rPr sz="2750" spc="130" dirty="0">
                <a:solidFill>
                  <a:srgbClr val="1F2121"/>
                </a:solidFill>
                <a:latin typeface="+mn-lt"/>
                <a:cs typeface="Times New Roman"/>
              </a:rPr>
              <a:t> </a:t>
            </a:r>
            <a:r>
              <a:rPr sz="2750" spc="-20" dirty="0">
                <a:solidFill>
                  <a:srgbClr val="1F2121"/>
                </a:solidFill>
                <a:latin typeface="+mn-lt"/>
                <a:cs typeface="Times New Roman"/>
              </a:rPr>
              <a:t>User 	</a:t>
            </a:r>
            <a:r>
              <a:rPr sz="2750" dirty="0">
                <a:solidFill>
                  <a:srgbClr val="1F2121"/>
                </a:solidFill>
                <a:latin typeface="+mn-lt"/>
                <a:cs typeface="Times New Roman"/>
              </a:rPr>
              <a:t>Name/Email</a:t>
            </a:r>
            <a:r>
              <a:rPr sz="2750" spc="229" dirty="0">
                <a:solidFill>
                  <a:srgbClr val="1F2121"/>
                </a:solidFill>
                <a:latin typeface="+mn-lt"/>
                <a:cs typeface="Times New Roman"/>
              </a:rPr>
              <a:t> </a:t>
            </a:r>
            <a:r>
              <a:rPr sz="2300" dirty="0">
                <a:solidFill>
                  <a:srgbClr val="1F2121"/>
                </a:solidFill>
                <a:latin typeface="+mn-lt"/>
                <a:cs typeface="Times New Roman"/>
              </a:rPr>
              <a:t>+</a:t>
            </a:r>
            <a:r>
              <a:rPr sz="2300" spc="45" dirty="0">
                <a:solidFill>
                  <a:srgbClr val="1F2121"/>
                </a:solidFill>
                <a:latin typeface="+mn-lt"/>
                <a:cs typeface="Times New Roman"/>
              </a:rPr>
              <a:t> </a:t>
            </a:r>
            <a:r>
              <a:rPr sz="2750" spc="70" dirty="0">
                <a:solidFill>
                  <a:srgbClr val="0C0E0F"/>
                </a:solidFill>
                <a:latin typeface="+mn-lt"/>
                <a:cs typeface="Times New Roman"/>
              </a:rPr>
              <a:t>Password/Security</a:t>
            </a:r>
            <a:r>
              <a:rPr sz="2750" spc="-265" dirty="0">
                <a:solidFill>
                  <a:srgbClr val="0C0E0F"/>
                </a:solidFill>
                <a:latin typeface="+mn-lt"/>
                <a:cs typeface="Times New Roman"/>
              </a:rPr>
              <a:t> </a:t>
            </a:r>
            <a:r>
              <a:rPr sz="2750" spc="-10" dirty="0">
                <a:solidFill>
                  <a:srgbClr val="1F2121"/>
                </a:solidFill>
                <a:latin typeface="+mn-lt"/>
                <a:cs typeface="Times New Roman"/>
              </a:rPr>
              <a:t>Answer.</a:t>
            </a:r>
            <a:endParaRPr sz="2750" dirty="0">
              <a:latin typeface="+mn-lt"/>
              <a:cs typeface="Times New Roman"/>
            </a:endParaRPr>
          </a:p>
          <a:p>
            <a:pPr marL="720090" marR="489584" indent="-268605">
              <a:lnSpc>
                <a:spcPts val="3120"/>
              </a:lnSpc>
              <a:spcBef>
                <a:spcPts val="695"/>
              </a:spcBef>
              <a:buFont typeface="Times New Roman"/>
              <a:buChar char="•"/>
              <a:tabLst>
                <a:tab pos="731520" algn="l"/>
              </a:tabLst>
            </a:pPr>
            <a:r>
              <a:rPr sz="2750" b="1" dirty="0">
                <a:solidFill>
                  <a:srgbClr val="0C0E0F"/>
                </a:solidFill>
                <a:latin typeface="+mn-lt"/>
                <a:cs typeface="Times New Roman"/>
              </a:rPr>
              <a:t>Stricter</a:t>
            </a:r>
            <a:r>
              <a:rPr sz="2750" b="1" spc="-160" dirty="0">
                <a:solidFill>
                  <a:srgbClr val="0C0E0F"/>
                </a:solidFill>
                <a:latin typeface="+mn-lt"/>
                <a:cs typeface="Times New Roman"/>
              </a:rPr>
              <a:t> </a:t>
            </a:r>
            <a:r>
              <a:rPr sz="2750" b="1" spc="-35" dirty="0">
                <a:solidFill>
                  <a:srgbClr val="0C0E0F"/>
                </a:solidFill>
                <a:latin typeface="+mn-lt"/>
                <a:cs typeface="Times New Roman"/>
              </a:rPr>
              <a:t>Notification:</a:t>
            </a:r>
            <a:r>
              <a:rPr sz="2750" b="1" dirty="0">
                <a:solidFill>
                  <a:srgbClr val="0C0E0F"/>
                </a:solidFill>
                <a:latin typeface="+mn-lt"/>
                <a:cs typeface="Times New Roman"/>
              </a:rPr>
              <a:t> </a:t>
            </a:r>
            <a:r>
              <a:rPr sz="2750" spc="-260" dirty="0">
                <a:solidFill>
                  <a:srgbClr val="1F2121"/>
                </a:solidFill>
                <a:latin typeface="+mn-lt"/>
                <a:cs typeface="Times New Roman"/>
              </a:rPr>
              <a:t>HIPAA</a:t>
            </a:r>
            <a:r>
              <a:rPr sz="2750" spc="-185" dirty="0">
                <a:solidFill>
                  <a:srgbClr val="1F2121"/>
                </a:solidFill>
                <a:latin typeface="+mn-lt"/>
                <a:cs typeface="Times New Roman"/>
              </a:rPr>
              <a:t> </a:t>
            </a:r>
            <a:r>
              <a:rPr sz="2750" spc="-10" dirty="0">
                <a:solidFill>
                  <a:srgbClr val="0C0E0F"/>
                </a:solidFill>
                <a:latin typeface="+mn-lt"/>
                <a:cs typeface="Times New Roman"/>
              </a:rPr>
              <a:t>allows</a:t>
            </a:r>
            <a:r>
              <a:rPr sz="2750" spc="-114" dirty="0">
                <a:solidFill>
                  <a:srgbClr val="0C0E0F"/>
                </a:solidFill>
                <a:latin typeface="+mn-lt"/>
                <a:cs typeface="Times New Roman"/>
              </a:rPr>
              <a:t> </a:t>
            </a:r>
            <a:r>
              <a:rPr sz="2750" spc="120" dirty="0">
                <a:solidFill>
                  <a:srgbClr val="1F2121"/>
                </a:solidFill>
                <a:latin typeface="+mn-lt"/>
                <a:cs typeface="Times New Roman"/>
              </a:rPr>
              <a:t>60</a:t>
            </a:r>
            <a:r>
              <a:rPr sz="2750" spc="-170" dirty="0">
                <a:solidFill>
                  <a:srgbClr val="1F2121"/>
                </a:solidFill>
                <a:latin typeface="+mn-lt"/>
                <a:cs typeface="Times New Roman"/>
              </a:rPr>
              <a:t> </a:t>
            </a:r>
            <a:r>
              <a:rPr sz="2750" spc="-10" dirty="0">
                <a:solidFill>
                  <a:srgbClr val="0C0E0F"/>
                </a:solidFill>
                <a:latin typeface="+mn-lt"/>
                <a:cs typeface="Times New Roman"/>
              </a:rPr>
              <a:t>days. 	</a:t>
            </a:r>
            <a:r>
              <a:rPr sz="2750" spc="-10" dirty="0">
                <a:solidFill>
                  <a:srgbClr val="1F2121"/>
                </a:solidFill>
                <a:latin typeface="+mn-lt"/>
                <a:cs typeface="Times New Roman"/>
              </a:rPr>
              <a:t>Florida</a:t>
            </a:r>
            <a:r>
              <a:rPr sz="2750" spc="110" dirty="0">
                <a:solidFill>
                  <a:srgbClr val="1F2121"/>
                </a:solidFill>
                <a:latin typeface="+mn-lt"/>
                <a:cs typeface="Times New Roman"/>
              </a:rPr>
              <a:t> </a:t>
            </a:r>
            <a:r>
              <a:rPr sz="2750" dirty="0">
                <a:solidFill>
                  <a:srgbClr val="0C0E0F"/>
                </a:solidFill>
                <a:latin typeface="+mn-lt"/>
                <a:cs typeface="Times New Roman"/>
              </a:rPr>
              <a:t>requires</a:t>
            </a:r>
            <a:r>
              <a:rPr sz="2750" spc="85" dirty="0">
                <a:solidFill>
                  <a:srgbClr val="0C0E0F"/>
                </a:solidFill>
                <a:latin typeface="+mn-lt"/>
                <a:cs typeface="Times New Roman"/>
              </a:rPr>
              <a:t> </a:t>
            </a:r>
            <a:r>
              <a:rPr sz="2750" dirty="0">
                <a:solidFill>
                  <a:srgbClr val="0C0E0F"/>
                </a:solidFill>
                <a:latin typeface="+mn-lt"/>
                <a:cs typeface="Times New Roman"/>
              </a:rPr>
              <a:t>notification</a:t>
            </a:r>
            <a:r>
              <a:rPr sz="2750" spc="120" dirty="0">
                <a:solidFill>
                  <a:srgbClr val="0C0E0F"/>
                </a:solidFill>
                <a:latin typeface="+mn-lt"/>
                <a:cs typeface="Times New Roman"/>
              </a:rPr>
              <a:t> </a:t>
            </a:r>
            <a:r>
              <a:rPr sz="2750" dirty="0">
                <a:solidFill>
                  <a:srgbClr val="1F2121"/>
                </a:solidFill>
                <a:latin typeface="+mn-lt"/>
                <a:cs typeface="Times New Roman"/>
              </a:rPr>
              <a:t>to</a:t>
            </a:r>
            <a:r>
              <a:rPr sz="2750" spc="160" dirty="0">
                <a:solidFill>
                  <a:srgbClr val="1F2121"/>
                </a:solidFill>
                <a:latin typeface="+mn-lt"/>
                <a:cs typeface="Times New Roman"/>
              </a:rPr>
              <a:t> </a:t>
            </a:r>
            <a:r>
              <a:rPr sz="2750" dirty="0">
                <a:solidFill>
                  <a:srgbClr val="1F2121"/>
                </a:solidFill>
                <a:latin typeface="+mn-lt"/>
                <a:cs typeface="Times New Roman"/>
              </a:rPr>
              <a:t>the</a:t>
            </a:r>
            <a:r>
              <a:rPr sz="2750" spc="330" dirty="0">
                <a:solidFill>
                  <a:srgbClr val="1F2121"/>
                </a:solidFill>
                <a:latin typeface="+mn-lt"/>
                <a:cs typeface="Times New Roman"/>
              </a:rPr>
              <a:t> </a:t>
            </a:r>
            <a:r>
              <a:rPr sz="2750" dirty="0">
                <a:solidFill>
                  <a:srgbClr val="1F2121"/>
                </a:solidFill>
                <a:latin typeface="+mn-lt"/>
                <a:cs typeface="Times New Roman"/>
              </a:rPr>
              <a:t>Dept.</a:t>
            </a:r>
            <a:r>
              <a:rPr sz="2750" spc="-175" dirty="0">
                <a:solidFill>
                  <a:srgbClr val="1F2121"/>
                </a:solidFill>
                <a:latin typeface="+mn-lt"/>
                <a:cs typeface="Times New Roman"/>
              </a:rPr>
              <a:t> </a:t>
            </a:r>
            <a:r>
              <a:rPr sz="2750" spc="-25" dirty="0">
                <a:solidFill>
                  <a:srgbClr val="1F2121"/>
                </a:solidFill>
                <a:latin typeface="+mn-lt"/>
                <a:cs typeface="Times New Roman"/>
              </a:rPr>
              <a:t>of 	</a:t>
            </a:r>
            <a:r>
              <a:rPr sz="2750" spc="-90" dirty="0">
                <a:solidFill>
                  <a:srgbClr val="1F2121"/>
                </a:solidFill>
                <a:latin typeface="+mn-lt"/>
                <a:cs typeface="Times New Roman"/>
              </a:rPr>
              <a:t>Legal</a:t>
            </a:r>
            <a:r>
              <a:rPr sz="2750" spc="-10" dirty="0">
                <a:solidFill>
                  <a:srgbClr val="1F2121"/>
                </a:solidFill>
                <a:latin typeface="+mn-lt"/>
                <a:cs typeface="Times New Roman"/>
              </a:rPr>
              <a:t> </a:t>
            </a:r>
            <a:r>
              <a:rPr sz="2750" spc="-80" dirty="0">
                <a:solidFill>
                  <a:srgbClr val="1F2121"/>
                </a:solidFill>
                <a:latin typeface="+mn-lt"/>
                <a:cs typeface="Times New Roman"/>
              </a:rPr>
              <a:t>Affairs</a:t>
            </a:r>
            <a:r>
              <a:rPr sz="2750" spc="-30" dirty="0">
                <a:solidFill>
                  <a:srgbClr val="1F2121"/>
                </a:solidFill>
                <a:latin typeface="+mn-lt"/>
                <a:cs typeface="Times New Roman"/>
              </a:rPr>
              <a:t> </a:t>
            </a:r>
            <a:r>
              <a:rPr sz="2750" dirty="0">
                <a:solidFill>
                  <a:srgbClr val="1F2121"/>
                </a:solidFill>
                <a:latin typeface="+mn-lt"/>
                <a:cs typeface="Times New Roman"/>
              </a:rPr>
              <a:t>within</a:t>
            </a:r>
            <a:r>
              <a:rPr sz="2750" spc="15" dirty="0">
                <a:solidFill>
                  <a:srgbClr val="1F2121"/>
                </a:solidFill>
                <a:latin typeface="+mn-lt"/>
                <a:cs typeface="Times New Roman"/>
              </a:rPr>
              <a:t> </a:t>
            </a:r>
            <a:r>
              <a:rPr sz="2750" spc="110" dirty="0">
                <a:solidFill>
                  <a:srgbClr val="1F2121"/>
                </a:solidFill>
                <a:latin typeface="+mn-lt"/>
                <a:cs typeface="Times New Roman"/>
              </a:rPr>
              <a:t>30</a:t>
            </a:r>
            <a:r>
              <a:rPr sz="2750" spc="-100" dirty="0">
                <a:solidFill>
                  <a:srgbClr val="1F2121"/>
                </a:solidFill>
                <a:latin typeface="+mn-lt"/>
                <a:cs typeface="Times New Roman"/>
              </a:rPr>
              <a:t> </a:t>
            </a:r>
            <a:r>
              <a:rPr sz="2750" spc="-305" dirty="0">
                <a:solidFill>
                  <a:srgbClr val="0C0E0F"/>
                </a:solidFill>
                <a:latin typeface="+mn-lt"/>
                <a:cs typeface="Times New Roman"/>
              </a:rPr>
              <a:t>DAYS.</a:t>
            </a:r>
            <a:endParaRPr sz="2750" dirty="0">
              <a:latin typeface="+mn-lt"/>
              <a:cs typeface="Times New Roman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86727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0"/>
              </a:spcBef>
            </a:pPr>
            <a:r>
              <a:rPr sz="5750" spc="235" dirty="0">
                <a:solidFill>
                  <a:srgbClr val="031D41"/>
                </a:solidFill>
              </a:rPr>
              <a:t>The</a:t>
            </a:r>
            <a:r>
              <a:rPr sz="5750" spc="-400" dirty="0">
                <a:solidFill>
                  <a:srgbClr val="031D41"/>
                </a:solidFill>
              </a:rPr>
              <a:t> </a:t>
            </a:r>
            <a:r>
              <a:rPr sz="5750" spc="50" dirty="0">
                <a:solidFill>
                  <a:srgbClr val="031D41"/>
                </a:solidFill>
              </a:rPr>
              <a:t>Florida</a:t>
            </a:r>
            <a:r>
              <a:rPr sz="5750" spc="-204" dirty="0">
                <a:solidFill>
                  <a:srgbClr val="031D41"/>
                </a:solidFill>
              </a:rPr>
              <a:t> </a:t>
            </a:r>
            <a:r>
              <a:rPr sz="5750" spc="85" dirty="0">
                <a:solidFill>
                  <a:srgbClr val="031D41"/>
                </a:solidFill>
              </a:rPr>
              <a:t>Layer:</a:t>
            </a:r>
            <a:r>
              <a:rPr sz="5750" spc="-450" dirty="0">
                <a:solidFill>
                  <a:srgbClr val="031D41"/>
                </a:solidFill>
              </a:rPr>
              <a:t> </a:t>
            </a:r>
            <a:r>
              <a:rPr sz="5750" spc="-10" dirty="0">
                <a:solidFill>
                  <a:srgbClr val="031D41"/>
                </a:solidFill>
              </a:rPr>
              <a:t>FIPA</a:t>
            </a:r>
            <a:r>
              <a:rPr sz="5750" spc="-75" dirty="0">
                <a:solidFill>
                  <a:srgbClr val="031D41"/>
                </a:solidFill>
              </a:rPr>
              <a:t> </a:t>
            </a:r>
            <a:r>
              <a:rPr sz="6300" b="0" spc="-735" dirty="0">
                <a:solidFill>
                  <a:srgbClr val="031D41"/>
                </a:solidFill>
                <a:latin typeface="Times New Roman"/>
                <a:cs typeface="Times New Roman"/>
              </a:rPr>
              <a:t>&amp;</a:t>
            </a:r>
            <a:r>
              <a:rPr sz="6300" b="0" spc="-405" dirty="0">
                <a:solidFill>
                  <a:srgbClr val="031D41"/>
                </a:solidFill>
                <a:latin typeface="Times New Roman"/>
                <a:cs typeface="Times New Roman"/>
              </a:rPr>
              <a:t> </a:t>
            </a:r>
            <a:r>
              <a:rPr sz="5750" spc="190" dirty="0">
                <a:solidFill>
                  <a:srgbClr val="031D41"/>
                </a:solidFill>
              </a:rPr>
              <a:t>State</a:t>
            </a:r>
            <a:r>
              <a:rPr sz="5750" spc="-100" dirty="0">
                <a:solidFill>
                  <a:srgbClr val="031D41"/>
                </a:solidFill>
              </a:rPr>
              <a:t> </a:t>
            </a:r>
            <a:r>
              <a:rPr sz="5750" spc="180" dirty="0">
                <a:solidFill>
                  <a:srgbClr val="031D41"/>
                </a:solidFill>
              </a:rPr>
              <a:t>Statutes</a:t>
            </a:r>
            <a:endParaRPr sz="5750">
              <a:latin typeface="Times New Roman"/>
              <a:cs typeface="Times New Roman"/>
            </a:endParaRPr>
          </a:p>
        </p:txBody>
      </p:sp>
      <p:pic>
        <p:nvPicPr>
          <p:cNvPr id="17" name="Graphic 16" descr="Shield Tick outline">
            <a:extLst>
              <a:ext uri="{FF2B5EF4-FFF2-40B4-BE49-F238E27FC236}">
                <a16:creationId xmlns:a16="http://schemas.microsoft.com/office/drawing/2014/main" id="{BF65A44F-A5C1-2415-78D9-AB4E02DB07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13200" y="3680784"/>
            <a:ext cx="1066800" cy="10668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8" name="Graphic 1" descr="Contract outline">
            <a:extLst>
              <a:ext uri="{FF2B5EF4-FFF2-40B4-BE49-F238E27FC236}">
                <a16:creationId xmlns:a16="http://schemas.microsoft.com/office/drawing/2014/main" id="{2773BBE0-BFA6-234E-3D95-3CB38C07A4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286694" y="3551857"/>
            <a:ext cx="1022905" cy="102290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0" name="Graphic 19" descr="Megaphone outline">
            <a:extLst>
              <a:ext uri="{FF2B5EF4-FFF2-40B4-BE49-F238E27FC236}">
                <a16:creationId xmlns:a16="http://schemas.microsoft.com/office/drawing/2014/main" id="{8ECF384C-6C17-AE3F-AD7A-406BA2E6853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66433" y="8029820"/>
            <a:ext cx="914400" cy="9144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59A2C26-5252-68A0-35A1-5C9C3CE03397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12000"/>
          </a:blip>
          <a:stretch>
            <a:fillRect/>
          </a:stretch>
        </p:blipFill>
        <p:spPr>
          <a:xfrm>
            <a:off x="2266651" y="943855"/>
            <a:ext cx="9629815" cy="8795231"/>
          </a:xfrm>
          <a:prstGeom prst="rect">
            <a:avLst/>
          </a:prstGeom>
        </p:spPr>
      </p:pic>
      <p:sp>
        <p:nvSpPr>
          <p:cNvPr id="24" name="object 17">
            <a:extLst>
              <a:ext uri="{FF2B5EF4-FFF2-40B4-BE49-F238E27FC236}">
                <a16:creationId xmlns:a16="http://schemas.microsoft.com/office/drawing/2014/main" id="{DA286140-410D-FB3E-85E3-E1914093863D}"/>
              </a:ext>
            </a:extLst>
          </p:cNvPr>
          <p:cNvSpPr txBox="1"/>
          <p:nvPr/>
        </p:nvSpPr>
        <p:spPr>
          <a:xfrm>
            <a:off x="127000" y="9281253"/>
            <a:ext cx="17221200" cy="37574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10"/>
              </a:spcBef>
            </a:pPr>
            <a:r>
              <a:rPr lang="en-US" sz="235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Times New Roman"/>
              </a:rPr>
              <a:t>Copyright 2026 Transworld Medical Management, LLC. All rights reserved.</a:t>
            </a:r>
            <a:endParaRPr sz="1350" dirty="0">
              <a:solidFill>
                <a:schemeClr val="tx1">
                  <a:lumMod val="50000"/>
                  <a:lumOff val="50000"/>
                </a:schemeClr>
              </a:solidFill>
              <a:latin typeface="+mn-lt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C8574AE5-7D8A-1E4C-E3DA-415792D7E01B}"/>
              </a:ext>
            </a:extLst>
          </p:cNvPr>
          <p:cNvSpPr/>
          <p:nvPr/>
        </p:nvSpPr>
        <p:spPr>
          <a:xfrm>
            <a:off x="9339946" y="2640169"/>
            <a:ext cx="7098190" cy="515785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FC41AAAA-B0C6-6A85-DA1F-65F55A260F3D}"/>
              </a:ext>
            </a:extLst>
          </p:cNvPr>
          <p:cNvSpPr/>
          <p:nvPr/>
        </p:nvSpPr>
        <p:spPr>
          <a:xfrm>
            <a:off x="1203678" y="2636540"/>
            <a:ext cx="7098190" cy="515785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41C13F9-3B68-FDF2-AD11-A6C75BD275AD}"/>
              </a:ext>
            </a:extLst>
          </p:cNvPr>
          <p:cNvSpPr/>
          <p:nvPr/>
        </p:nvSpPr>
        <p:spPr>
          <a:xfrm>
            <a:off x="1716522" y="4474676"/>
            <a:ext cx="4178935" cy="402124"/>
          </a:xfrm>
          <a:prstGeom prst="roundRect">
            <a:avLst/>
          </a:prstGeom>
          <a:solidFill>
            <a:srgbClr val="FFFFFF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44175" rIns="0" bIns="0" rtlCol="0">
            <a:spAutoFit/>
          </a:bodyPr>
          <a:lstStyle/>
          <a:p>
            <a:pPr marL="153035">
              <a:lnSpc>
                <a:spcPct val="100000"/>
              </a:lnSpc>
              <a:spcBef>
                <a:spcPts val="130"/>
              </a:spcBef>
            </a:pPr>
            <a:r>
              <a:rPr sz="5850" spc="90" dirty="0">
                <a:solidFill>
                  <a:srgbClr val="031D3B"/>
                </a:solidFill>
              </a:rPr>
              <a:t>Digital</a:t>
            </a:r>
            <a:r>
              <a:rPr sz="5850" spc="-170" dirty="0">
                <a:solidFill>
                  <a:srgbClr val="031D3B"/>
                </a:solidFill>
              </a:rPr>
              <a:t> </a:t>
            </a:r>
            <a:r>
              <a:rPr sz="5850" spc="120" dirty="0">
                <a:solidFill>
                  <a:srgbClr val="031D3B"/>
                </a:solidFill>
              </a:rPr>
              <a:t>Hygiene:</a:t>
            </a:r>
            <a:r>
              <a:rPr sz="5850" spc="-215" dirty="0">
                <a:solidFill>
                  <a:srgbClr val="031D3B"/>
                </a:solidFill>
              </a:rPr>
              <a:t> </a:t>
            </a:r>
            <a:r>
              <a:rPr sz="5850" spc="65" dirty="0">
                <a:solidFill>
                  <a:srgbClr val="031D3B"/>
                </a:solidFill>
              </a:rPr>
              <a:t>Keys</a:t>
            </a:r>
            <a:r>
              <a:rPr sz="5850" spc="-220" dirty="0">
                <a:solidFill>
                  <a:srgbClr val="031D3B"/>
                </a:solidFill>
              </a:rPr>
              <a:t> </a:t>
            </a:r>
            <a:r>
              <a:rPr sz="5850" spc="240" dirty="0">
                <a:solidFill>
                  <a:srgbClr val="031D3B"/>
                </a:solidFill>
              </a:rPr>
              <a:t>to</a:t>
            </a:r>
            <a:r>
              <a:rPr sz="5850" spc="-320" dirty="0">
                <a:solidFill>
                  <a:srgbClr val="031D3B"/>
                </a:solidFill>
              </a:rPr>
              <a:t> </a:t>
            </a:r>
            <a:r>
              <a:rPr sz="5850" spc="285" dirty="0">
                <a:solidFill>
                  <a:srgbClr val="031D3B"/>
                </a:solidFill>
              </a:rPr>
              <a:t>the</a:t>
            </a:r>
            <a:r>
              <a:rPr sz="5850" spc="-345" dirty="0">
                <a:solidFill>
                  <a:srgbClr val="031D3B"/>
                </a:solidFill>
              </a:rPr>
              <a:t> </a:t>
            </a:r>
            <a:r>
              <a:rPr sz="5850" spc="160" dirty="0">
                <a:solidFill>
                  <a:srgbClr val="031D3B"/>
                </a:solidFill>
              </a:rPr>
              <a:t>Castle</a:t>
            </a:r>
            <a:endParaRPr sz="5850"/>
          </a:p>
        </p:txBody>
      </p:sp>
      <p:sp>
        <p:nvSpPr>
          <p:cNvPr id="13" name="object 13"/>
          <p:cNvSpPr txBox="1"/>
          <p:nvPr/>
        </p:nvSpPr>
        <p:spPr>
          <a:xfrm>
            <a:off x="2205471" y="2841223"/>
            <a:ext cx="5094605" cy="6153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850" b="1" spc="175" dirty="0">
                <a:solidFill>
                  <a:srgbClr val="031D3B"/>
                </a:solidFill>
                <a:latin typeface="Arial"/>
                <a:cs typeface="Arial"/>
              </a:rPr>
              <a:t>The</a:t>
            </a:r>
            <a:r>
              <a:rPr sz="3850" b="1" spc="-240" dirty="0">
                <a:solidFill>
                  <a:srgbClr val="031D3B"/>
                </a:solidFill>
                <a:latin typeface="Arial"/>
                <a:cs typeface="Arial"/>
              </a:rPr>
              <a:t> </a:t>
            </a:r>
            <a:r>
              <a:rPr sz="3850" b="1" spc="60" dirty="0">
                <a:solidFill>
                  <a:srgbClr val="031D3B"/>
                </a:solidFill>
                <a:latin typeface="Arial"/>
                <a:cs typeface="Arial"/>
              </a:rPr>
              <a:t>Password</a:t>
            </a:r>
            <a:r>
              <a:rPr sz="3850" b="1" spc="45" dirty="0">
                <a:solidFill>
                  <a:srgbClr val="031D3B"/>
                </a:solidFill>
                <a:latin typeface="Arial"/>
                <a:cs typeface="Arial"/>
              </a:rPr>
              <a:t> </a:t>
            </a:r>
            <a:r>
              <a:rPr sz="3850" b="1" spc="60" dirty="0">
                <a:solidFill>
                  <a:srgbClr val="031D3B"/>
                </a:solidFill>
                <a:latin typeface="Arial"/>
                <a:cs typeface="Arial"/>
              </a:rPr>
              <a:t>Policy</a:t>
            </a:r>
            <a:endParaRPr sz="3850" dirty="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716522" y="4474676"/>
            <a:ext cx="4178935" cy="1053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83515">
              <a:lnSpc>
                <a:spcPct val="100000"/>
              </a:lnSpc>
              <a:spcBef>
                <a:spcPts val="110"/>
              </a:spcBef>
            </a:pPr>
            <a:r>
              <a:rPr sz="2300" dirty="0">
                <a:solidFill>
                  <a:srgbClr val="262626"/>
                </a:solidFill>
                <a:latin typeface="Arial"/>
                <a:cs typeface="Arial"/>
              </a:rPr>
              <a:t>Correct-</a:t>
            </a:r>
            <a:r>
              <a:rPr sz="2300" spc="50" dirty="0">
                <a:solidFill>
                  <a:srgbClr val="262626"/>
                </a:solidFill>
                <a:latin typeface="Arial"/>
                <a:cs typeface="Arial"/>
              </a:rPr>
              <a:t>Horse-</a:t>
            </a:r>
            <a:r>
              <a:rPr sz="2300" dirty="0">
                <a:solidFill>
                  <a:srgbClr val="262626"/>
                </a:solidFill>
                <a:latin typeface="Arial"/>
                <a:cs typeface="Arial"/>
              </a:rPr>
              <a:t>Battery-</a:t>
            </a:r>
            <a:r>
              <a:rPr sz="2300" spc="-10" dirty="0">
                <a:solidFill>
                  <a:srgbClr val="262626"/>
                </a:solidFill>
                <a:latin typeface="Arial"/>
                <a:cs typeface="Arial"/>
              </a:rPr>
              <a:t>Staple</a:t>
            </a:r>
            <a:endParaRPr sz="23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4250" spc="-730" dirty="0">
                <a:solidFill>
                  <a:srgbClr val="031D3B"/>
                </a:solidFill>
                <a:latin typeface="Courier New"/>
                <a:cs typeface="Courier New"/>
              </a:rPr>
              <a:t>••••••••••</a:t>
            </a:r>
            <a:endParaRPr sz="4250" dirty="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716522" y="5745686"/>
            <a:ext cx="6072505" cy="18796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18770" indent="-306070">
              <a:lnSpc>
                <a:spcPct val="100000"/>
              </a:lnSpc>
              <a:spcBef>
                <a:spcPts val="114"/>
              </a:spcBef>
              <a:buFont typeface="Times New Roman"/>
              <a:buChar char="•"/>
              <a:tabLst>
                <a:tab pos="318770" algn="l"/>
              </a:tabLst>
            </a:pPr>
            <a:r>
              <a:rPr sz="3050" b="1" spc="-120" dirty="0">
                <a:solidFill>
                  <a:srgbClr val="0F1111"/>
                </a:solidFill>
                <a:latin typeface="+mn-lt"/>
                <a:cs typeface="Times New Roman"/>
              </a:rPr>
              <a:t>Length:</a:t>
            </a:r>
            <a:r>
              <a:rPr sz="3050" b="1" spc="-70" dirty="0">
                <a:solidFill>
                  <a:srgbClr val="0F1111"/>
                </a:solidFill>
                <a:latin typeface="+mn-lt"/>
                <a:cs typeface="Times New Roman"/>
              </a:rPr>
              <a:t> </a:t>
            </a:r>
            <a:r>
              <a:rPr sz="3100" spc="-100" dirty="0">
                <a:solidFill>
                  <a:srgbClr val="0F1111"/>
                </a:solidFill>
                <a:latin typeface="+mn-lt"/>
                <a:cs typeface="Times New Roman"/>
              </a:rPr>
              <a:t>Minimum</a:t>
            </a:r>
            <a:r>
              <a:rPr sz="3100" spc="-5" dirty="0">
                <a:solidFill>
                  <a:srgbClr val="0F1111"/>
                </a:solidFill>
                <a:latin typeface="+mn-lt"/>
                <a:cs typeface="Times New Roman"/>
              </a:rPr>
              <a:t> </a:t>
            </a:r>
            <a:r>
              <a:rPr sz="3100" spc="-125" dirty="0">
                <a:solidFill>
                  <a:srgbClr val="0F1111"/>
                </a:solidFill>
                <a:latin typeface="+mn-lt"/>
                <a:cs typeface="Times New Roman"/>
              </a:rPr>
              <a:t>of</a:t>
            </a:r>
            <a:r>
              <a:rPr sz="3100" spc="-375" dirty="0">
                <a:solidFill>
                  <a:srgbClr val="0F1111"/>
                </a:solidFill>
                <a:latin typeface="+mn-lt"/>
                <a:cs typeface="Times New Roman"/>
              </a:rPr>
              <a:t> </a:t>
            </a:r>
            <a:r>
              <a:rPr sz="3100" spc="-100" dirty="0">
                <a:solidFill>
                  <a:srgbClr val="0F1111"/>
                </a:solidFill>
                <a:latin typeface="+mn-lt"/>
                <a:cs typeface="Times New Roman"/>
              </a:rPr>
              <a:t>12</a:t>
            </a:r>
            <a:r>
              <a:rPr sz="3100" spc="-240" dirty="0">
                <a:solidFill>
                  <a:srgbClr val="0F1111"/>
                </a:solidFill>
                <a:latin typeface="+mn-lt"/>
                <a:cs typeface="Times New Roman"/>
              </a:rPr>
              <a:t> </a:t>
            </a:r>
            <a:r>
              <a:rPr sz="3100" spc="-10" dirty="0">
                <a:solidFill>
                  <a:srgbClr val="0F1111"/>
                </a:solidFill>
                <a:latin typeface="+mn-lt"/>
                <a:cs typeface="Times New Roman"/>
              </a:rPr>
              <a:t>characters.</a:t>
            </a:r>
            <a:endParaRPr sz="3100" dirty="0">
              <a:latin typeface="+mn-lt"/>
              <a:cs typeface="Times New Roman"/>
            </a:endParaRPr>
          </a:p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Times New Roman"/>
              <a:buChar char="•"/>
              <a:tabLst>
                <a:tab pos="298450" algn="l"/>
              </a:tabLst>
            </a:pPr>
            <a:r>
              <a:rPr sz="3050" b="1" spc="-85" dirty="0">
                <a:solidFill>
                  <a:srgbClr val="0F1111"/>
                </a:solidFill>
                <a:latin typeface="+mn-lt"/>
                <a:cs typeface="Times New Roman"/>
              </a:rPr>
              <a:t>Complexity:</a:t>
            </a:r>
            <a:r>
              <a:rPr sz="3050" b="1" spc="10" dirty="0">
                <a:solidFill>
                  <a:srgbClr val="0F1111"/>
                </a:solidFill>
                <a:latin typeface="+mn-lt"/>
                <a:cs typeface="Times New Roman"/>
              </a:rPr>
              <a:t> </a:t>
            </a:r>
            <a:r>
              <a:rPr sz="3100" spc="-105" dirty="0">
                <a:solidFill>
                  <a:srgbClr val="0F1111"/>
                </a:solidFill>
                <a:latin typeface="+mn-lt"/>
                <a:cs typeface="Times New Roman"/>
              </a:rPr>
              <a:t>Use</a:t>
            </a:r>
            <a:r>
              <a:rPr sz="3100" spc="-95" dirty="0">
                <a:solidFill>
                  <a:srgbClr val="0F1111"/>
                </a:solidFill>
                <a:latin typeface="+mn-lt"/>
                <a:cs typeface="Times New Roman"/>
              </a:rPr>
              <a:t> </a:t>
            </a:r>
            <a:r>
              <a:rPr sz="3100" dirty="0">
                <a:solidFill>
                  <a:srgbClr val="0F1111"/>
                </a:solidFill>
                <a:latin typeface="+mn-lt"/>
                <a:cs typeface="Times New Roman"/>
              </a:rPr>
              <a:t>a</a:t>
            </a:r>
            <a:r>
              <a:rPr sz="3100" spc="-45" dirty="0">
                <a:solidFill>
                  <a:srgbClr val="0F1111"/>
                </a:solidFill>
                <a:latin typeface="+mn-lt"/>
                <a:cs typeface="Times New Roman"/>
              </a:rPr>
              <a:t> </a:t>
            </a:r>
            <a:r>
              <a:rPr sz="3100" spc="-10" dirty="0">
                <a:solidFill>
                  <a:srgbClr val="0F1111"/>
                </a:solidFill>
                <a:latin typeface="+mn-lt"/>
                <a:cs typeface="Times New Roman"/>
              </a:rPr>
              <a:t>passphrase</a:t>
            </a:r>
            <a:r>
              <a:rPr sz="3100" spc="-10" dirty="0">
                <a:solidFill>
                  <a:srgbClr val="363636"/>
                </a:solidFill>
                <a:latin typeface="+mn-lt"/>
                <a:cs typeface="Times New Roman"/>
              </a:rPr>
              <a:t>.</a:t>
            </a:r>
            <a:endParaRPr sz="3100" dirty="0">
              <a:latin typeface="+mn-lt"/>
              <a:cs typeface="Times New Roman"/>
            </a:endParaRPr>
          </a:p>
          <a:p>
            <a:pPr marL="299720" marR="5080" indent="-287655">
              <a:lnSpc>
                <a:spcPts val="3120"/>
              </a:lnSpc>
              <a:spcBef>
                <a:spcPts val="805"/>
              </a:spcBef>
              <a:buFont typeface="Times New Roman"/>
              <a:buChar char="•"/>
              <a:tabLst>
                <a:tab pos="315595" algn="l"/>
              </a:tabLst>
            </a:pPr>
            <a:r>
              <a:rPr sz="3050" b="1" spc="-80" dirty="0">
                <a:solidFill>
                  <a:srgbClr val="832626"/>
                </a:solidFill>
                <a:latin typeface="+mn-lt"/>
                <a:cs typeface="Times New Roman"/>
              </a:rPr>
              <a:t>The</a:t>
            </a:r>
            <a:r>
              <a:rPr sz="3050" b="1" spc="-215" dirty="0">
                <a:solidFill>
                  <a:srgbClr val="832626"/>
                </a:solidFill>
                <a:latin typeface="+mn-lt"/>
                <a:cs typeface="Times New Roman"/>
              </a:rPr>
              <a:t> </a:t>
            </a:r>
            <a:r>
              <a:rPr sz="3050" b="1" spc="-125" dirty="0">
                <a:solidFill>
                  <a:srgbClr val="832626"/>
                </a:solidFill>
                <a:latin typeface="+mn-lt"/>
                <a:cs typeface="Times New Roman"/>
              </a:rPr>
              <a:t>Cardinal</a:t>
            </a:r>
            <a:r>
              <a:rPr sz="3050" b="1" spc="20" dirty="0">
                <a:solidFill>
                  <a:srgbClr val="832626"/>
                </a:solidFill>
                <a:latin typeface="+mn-lt"/>
                <a:cs typeface="Times New Roman"/>
              </a:rPr>
              <a:t> </a:t>
            </a:r>
            <a:r>
              <a:rPr sz="3050" b="1" spc="-50" dirty="0">
                <a:solidFill>
                  <a:srgbClr val="832626"/>
                </a:solidFill>
                <a:latin typeface="+mn-lt"/>
                <a:cs typeface="Times New Roman"/>
              </a:rPr>
              <a:t>Sin:</a:t>
            </a:r>
            <a:r>
              <a:rPr sz="3050" b="1" dirty="0">
                <a:solidFill>
                  <a:srgbClr val="832626"/>
                </a:solidFill>
                <a:latin typeface="+mn-lt"/>
                <a:cs typeface="Times New Roman"/>
              </a:rPr>
              <a:t> </a:t>
            </a:r>
            <a:r>
              <a:rPr sz="3100" dirty="0">
                <a:solidFill>
                  <a:srgbClr val="773A38"/>
                </a:solidFill>
                <a:latin typeface="+mn-lt"/>
                <a:cs typeface="Times New Roman"/>
              </a:rPr>
              <a:t>NEVER share</a:t>
            </a:r>
            <a:r>
              <a:rPr sz="3100" spc="25" dirty="0">
                <a:solidFill>
                  <a:srgbClr val="773A38"/>
                </a:solidFill>
                <a:latin typeface="+mn-lt"/>
                <a:cs typeface="Times New Roman"/>
              </a:rPr>
              <a:t> </a:t>
            </a:r>
            <a:r>
              <a:rPr sz="3100" spc="-20" dirty="0">
                <a:solidFill>
                  <a:srgbClr val="773A38"/>
                </a:solidFill>
                <a:latin typeface="+mn-lt"/>
                <a:cs typeface="Times New Roman"/>
              </a:rPr>
              <a:t>your 	</a:t>
            </a:r>
            <a:r>
              <a:rPr sz="3100" dirty="0">
                <a:solidFill>
                  <a:srgbClr val="773A38"/>
                </a:solidFill>
                <a:latin typeface="+mn-lt"/>
                <a:cs typeface="Times New Roman"/>
              </a:rPr>
              <a:t>password</a:t>
            </a:r>
            <a:r>
              <a:rPr sz="3100" dirty="0">
                <a:solidFill>
                  <a:srgbClr val="7E5254"/>
                </a:solidFill>
                <a:latin typeface="+mn-lt"/>
                <a:cs typeface="Times New Roman"/>
              </a:rPr>
              <a:t>.</a:t>
            </a:r>
            <a:r>
              <a:rPr sz="3100" spc="-310" dirty="0">
                <a:solidFill>
                  <a:srgbClr val="7E5254"/>
                </a:solidFill>
                <a:latin typeface="+mn-lt"/>
                <a:cs typeface="Times New Roman"/>
              </a:rPr>
              <a:t> </a:t>
            </a:r>
            <a:r>
              <a:rPr sz="3100" dirty="0">
                <a:solidFill>
                  <a:srgbClr val="773A38"/>
                </a:solidFill>
                <a:latin typeface="+mn-lt"/>
                <a:cs typeface="Times New Roman"/>
              </a:rPr>
              <a:t>It</a:t>
            </a:r>
            <a:r>
              <a:rPr sz="3100" spc="-220" dirty="0">
                <a:solidFill>
                  <a:srgbClr val="773A38"/>
                </a:solidFill>
                <a:latin typeface="+mn-lt"/>
                <a:cs typeface="Times New Roman"/>
              </a:rPr>
              <a:t> </a:t>
            </a:r>
            <a:r>
              <a:rPr sz="3100" dirty="0">
                <a:solidFill>
                  <a:srgbClr val="773A38"/>
                </a:solidFill>
                <a:latin typeface="+mn-lt"/>
                <a:cs typeface="Times New Roman"/>
              </a:rPr>
              <a:t>is</a:t>
            </a:r>
            <a:r>
              <a:rPr sz="3100" spc="-270" dirty="0">
                <a:solidFill>
                  <a:srgbClr val="773A38"/>
                </a:solidFill>
                <a:latin typeface="+mn-lt"/>
                <a:cs typeface="Times New Roman"/>
              </a:rPr>
              <a:t> </a:t>
            </a:r>
            <a:r>
              <a:rPr sz="3100" dirty="0">
                <a:solidFill>
                  <a:srgbClr val="773A38"/>
                </a:solidFill>
                <a:latin typeface="+mn-lt"/>
                <a:cs typeface="Times New Roman"/>
              </a:rPr>
              <a:t>your</a:t>
            </a:r>
            <a:r>
              <a:rPr sz="3100" spc="-90" dirty="0">
                <a:solidFill>
                  <a:srgbClr val="773A38"/>
                </a:solidFill>
                <a:latin typeface="+mn-lt"/>
                <a:cs typeface="Times New Roman"/>
              </a:rPr>
              <a:t> </a:t>
            </a:r>
            <a:r>
              <a:rPr sz="3100" spc="-30" dirty="0">
                <a:solidFill>
                  <a:srgbClr val="773A38"/>
                </a:solidFill>
                <a:latin typeface="+mn-lt"/>
                <a:cs typeface="Times New Roman"/>
              </a:rPr>
              <a:t>digital</a:t>
            </a:r>
            <a:r>
              <a:rPr sz="3100" spc="-110" dirty="0">
                <a:solidFill>
                  <a:srgbClr val="773A38"/>
                </a:solidFill>
                <a:latin typeface="+mn-lt"/>
                <a:cs typeface="Times New Roman"/>
              </a:rPr>
              <a:t> </a:t>
            </a:r>
            <a:r>
              <a:rPr sz="3100" spc="-10" dirty="0">
                <a:solidFill>
                  <a:srgbClr val="773A38"/>
                </a:solidFill>
                <a:latin typeface="+mn-lt"/>
                <a:cs typeface="Times New Roman"/>
              </a:rPr>
              <a:t>signature.</a:t>
            </a:r>
            <a:endParaRPr sz="3100" dirty="0">
              <a:latin typeface="+mn-lt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107814" y="2841223"/>
            <a:ext cx="5161915" cy="6153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850" b="1" spc="95" dirty="0">
                <a:solidFill>
                  <a:srgbClr val="031D3B"/>
                </a:solidFill>
                <a:latin typeface="Arial"/>
                <a:cs typeface="Arial"/>
              </a:rPr>
              <a:t>Workstation</a:t>
            </a:r>
            <a:r>
              <a:rPr sz="3850" b="1" dirty="0">
                <a:solidFill>
                  <a:srgbClr val="031D3B"/>
                </a:solidFill>
                <a:latin typeface="Arial"/>
                <a:cs typeface="Arial"/>
              </a:rPr>
              <a:t> </a:t>
            </a:r>
            <a:r>
              <a:rPr sz="3850" b="1" spc="75" dirty="0">
                <a:solidFill>
                  <a:srgbClr val="031D3B"/>
                </a:solidFill>
                <a:latin typeface="Arial"/>
                <a:cs typeface="Arial"/>
              </a:rPr>
              <a:t>Security</a:t>
            </a:r>
            <a:endParaRPr sz="3850" dirty="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662923" y="4648847"/>
            <a:ext cx="6452235" cy="2934777"/>
          </a:xfrm>
          <a:prstGeom prst="rect">
            <a:avLst/>
          </a:prstGeom>
        </p:spPr>
        <p:txBody>
          <a:bodyPr vert="horz" wrap="square" lIns="0" tIns="12001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30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312420" marR="440055" indent="-300355">
              <a:lnSpc>
                <a:spcPts val="3220"/>
              </a:lnSpc>
              <a:spcBef>
                <a:spcPts val="5"/>
              </a:spcBef>
              <a:buChar char="•"/>
              <a:tabLst>
                <a:tab pos="312420" algn="l"/>
                <a:tab pos="318770" algn="l"/>
              </a:tabLst>
            </a:pPr>
            <a:r>
              <a:rPr sz="3050" dirty="0">
                <a:solidFill>
                  <a:srgbClr val="0F1111"/>
                </a:solidFill>
                <a:latin typeface="Times New Roman"/>
                <a:cs typeface="Times New Roman"/>
              </a:rPr>
              <a:t>	</a:t>
            </a:r>
            <a:r>
              <a:rPr sz="3050" b="1" spc="-160" dirty="0">
                <a:solidFill>
                  <a:srgbClr val="0F1111"/>
                </a:solidFill>
                <a:latin typeface="+mj-lt"/>
                <a:cs typeface="Times New Roman"/>
              </a:rPr>
              <a:t>Lock</a:t>
            </a:r>
            <a:r>
              <a:rPr sz="3050" b="1" spc="-75" dirty="0">
                <a:solidFill>
                  <a:srgbClr val="0F1111"/>
                </a:solidFill>
                <a:latin typeface="+mj-lt"/>
                <a:cs typeface="Times New Roman"/>
              </a:rPr>
              <a:t> </a:t>
            </a:r>
            <a:r>
              <a:rPr sz="3050" b="1" spc="-135" dirty="0">
                <a:solidFill>
                  <a:srgbClr val="0F1111"/>
                </a:solidFill>
                <a:latin typeface="+mj-lt"/>
                <a:cs typeface="Times New Roman"/>
              </a:rPr>
              <a:t>It:</a:t>
            </a:r>
            <a:r>
              <a:rPr sz="3050" b="1" spc="-280" dirty="0">
                <a:solidFill>
                  <a:srgbClr val="0F1111"/>
                </a:solidFill>
                <a:latin typeface="+mj-lt"/>
                <a:cs typeface="Times New Roman"/>
              </a:rPr>
              <a:t> </a:t>
            </a:r>
            <a:r>
              <a:rPr sz="3100" spc="-50" dirty="0">
                <a:solidFill>
                  <a:srgbClr val="0F1111"/>
                </a:solidFill>
                <a:latin typeface="+mj-lt"/>
                <a:cs typeface="Times New Roman"/>
              </a:rPr>
              <a:t>Windows</a:t>
            </a:r>
            <a:r>
              <a:rPr sz="3100" spc="-55" dirty="0">
                <a:solidFill>
                  <a:srgbClr val="0F1111"/>
                </a:solidFill>
                <a:latin typeface="+mj-lt"/>
                <a:cs typeface="Times New Roman"/>
              </a:rPr>
              <a:t> </a:t>
            </a:r>
            <a:r>
              <a:rPr sz="3100" spc="-215" dirty="0">
                <a:solidFill>
                  <a:srgbClr val="0F1111"/>
                </a:solidFill>
                <a:latin typeface="+mj-lt"/>
                <a:cs typeface="Times New Roman"/>
              </a:rPr>
              <a:t>Key</a:t>
            </a:r>
            <a:r>
              <a:rPr sz="3100" spc="-114" dirty="0">
                <a:solidFill>
                  <a:srgbClr val="0F1111"/>
                </a:solidFill>
                <a:latin typeface="+mj-lt"/>
                <a:cs typeface="Times New Roman"/>
              </a:rPr>
              <a:t> </a:t>
            </a:r>
            <a:r>
              <a:rPr sz="2500" spc="55" dirty="0">
                <a:solidFill>
                  <a:srgbClr val="262626"/>
                </a:solidFill>
                <a:latin typeface="+mj-lt"/>
                <a:cs typeface="Times New Roman"/>
              </a:rPr>
              <a:t>+</a:t>
            </a:r>
            <a:r>
              <a:rPr sz="2500" spc="-45" dirty="0">
                <a:solidFill>
                  <a:srgbClr val="262626"/>
                </a:solidFill>
                <a:latin typeface="+mj-lt"/>
                <a:cs typeface="Times New Roman"/>
              </a:rPr>
              <a:t> </a:t>
            </a:r>
            <a:r>
              <a:rPr sz="3100" spc="-215" dirty="0">
                <a:solidFill>
                  <a:srgbClr val="0F1111"/>
                </a:solidFill>
                <a:latin typeface="+mj-lt"/>
                <a:cs typeface="Times New Roman"/>
              </a:rPr>
              <a:t>L</a:t>
            </a:r>
            <a:r>
              <a:rPr sz="3100" spc="-315" dirty="0">
                <a:solidFill>
                  <a:srgbClr val="0F1111"/>
                </a:solidFill>
                <a:latin typeface="+mj-lt"/>
                <a:cs typeface="Times New Roman"/>
              </a:rPr>
              <a:t> </a:t>
            </a:r>
            <a:r>
              <a:rPr sz="3100" dirty="0">
                <a:solidFill>
                  <a:srgbClr val="0F1111"/>
                </a:solidFill>
                <a:latin typeface="+mj-lt"/>
                <a:cs typeface="Times New Roman"/>
              </a:rPr>
              <a:t>every</a:t>
            </a:r>
            <a:r>
              <a:rPr sz="3100" spc="-140" dirty="0">
                <a:solidFill>
                  <a:srgbClr val="0F1111"/>
                </a:solidFill>
                <a:latin typeface="+mj-lt"/>
                <a:cs typeface="Times New Roman"/>
              </a:rPr>
              <a:t> </a:t>
            </a:r>
            <a:r>
              <a:rPr sz="3100" spc="-20" dirty="0">
                <a:solidFill>
                  <a:srgbClr val="0F1111"/>
                </a:solidFill>
                <a:latin typeface="+mj-lt"/>
                <a:cs typeface="Times New Roman"/>
              </a:rPr>
              <a:t>time </a:t>
            </a:r>
            <a:r>
              <a:rPr sz="3100" spc="-80" dirty="0">
                <a:solidFill>
                  <a:srgbClr val="0F1111"/>
                </a:solidFill>
                <a:latin typeface="+mj-lt"/>
                <a:cs typeface="Times New Roman"/>
              </a:rPr>
              <a:t>you</a:t>
            </a:r>
            <a:r>
              <a:rPr sz="3100" spc="-130" dirty="0">
                <a:solidFill>
                  <a:srgbClr val="0F1111"/>
                </a:solidFill>
                <a:latin typeface="+mj-lt"/>
                <a:cs typeface="Times New Roman"/>
              </a:rPr>
              <a:t> </a:t>
            </a:r>
            <a:r>
              <a:rPr sz="3100" spc="100" dirty="0">
                <a:solidFill>
                  <a:srgbClr val="0F1111"/>
                </a:solidFill>
                <a:latin typeface="+mj-lt"/>
                <a:cs typeface="Times New Roman"/>
              </a:rPr>
              <a:t>step</a:t>
            </a:r>
            <a:r>
              <a:rPr sz="3100" spc="-220" dirty="0">
                <a:solidFill>
                  <a:srgbClr val="0F1111"/>
                </a:solidFill>
                <a:latin typeface="+mj-lt"/>
                <a:cs typeface="Times New Roman"/>
              </a:rPr>
              <a:t> </a:t>
            </a:r>
            <a:r>
              <a:rPr sz="3100" spc="-10" dirty="0">
                <a:solidFill>
                  <a:srgbClr val="0F1111"/>
                </a:solidFill>
                <a:latin typeface="+mj-lt"/>
                <a:cs typeface="Times New Roman"/>
              </a:rPr>
              <a:t>away.</a:t>
            </a:r>
            <a:endParaRPr sz="3100" dirty="0">
              <a:latin typeface="+mj-lt"/>
              <a:cs typeface="Times New Roman"/>
            </a:endParaRPr>
          </a:p>
          <a:p>
            <a:pPr marL="315595" marR="28575" indent="-303530">
              <a:lnSpc>
                <a:spcPts val="3220"/>
              </a:lnSpc>
              <a:spcBef>
                <a:spcPts val="595"/>
              </a:spcBef>
              <a:buChar char="•"/>
              <a:tabLst>
                <a:tab pos="315595" algn="l"/>
                <a:tab pos="316865" algn="l"/>
              </a:tabLst>
            </a:pPr>
            <a:r>
              <a:rPr sz="3050" dirty="0">
                <a:solidFill>
                  <a:srgbClr val="0F1111"/>
                </a:solidFill>
                <a:latin typeface="+mj-lt"/>
                <a:cs typeface="Times New Roman"/>
              </a:rPr>
              <a:t>	</a:t>
            </a:r>
            <a:r>
              <a:rPr sz="3050" b="1" spc="-45" dirty="0">
                <a:solidFill>
                  <a:srgbClr val="0F1111"/>
                </a:solidFill>
                <a:latin typeface="+mj-lt"/>
                <a:cs typeface="Times New Roman"/>
              </a:rPr>
              <a:t>Positioning:</a:t>
            </a:r>
            <a:r>
              <a:rPr sz="3050" b="1" spc="20" dirty="0">
                <a:solidFill>
                  <a:srgbClr val="0F1111"/>
                </a:solidFill>
                <a:latin typeface="+mj-lt"/>
                <a:cs typeface="Times New Roman"/>
              </a:rPr>
              <a:t> </a:t>
            </a:r>
            <a:r>
              <a:rPr sz="3100" dirty="0">
                <a:solidFill>
                  <a:srgbClr val="0F1111"/>
                </a:solidFill>
                <a:latin typeface="+mj-lt"/>
                <a:cs typeface="Times New Roman"/>
              </a:rPr>
              <a:t>Screens</a:t>
            </a:r>
            <a:r>
              <a:rPr sz="3100" spc="15" dirty="0">
                <a:solidFill>
                  <a:srgbClr val="0F1111"/>
                </a:solidFill>
                <a:latin typeface="+mj-lt"/>
                <a:cs typeface="Times New Roman"/>
              </a:rPr>
              <a:t> </a:t>
            </a:r>
            <a:r>
              <a:rPr sz="3100" dirty="0">
                <a:solidFill>
                  <a:srgbClr val="0F1111"/>
                </a:solidFill>
                <a:latin typeface="+mj-lt"/>
                <a:cs typeface="Times New Roman"/>
              </a:rPr>
              <a:t>turned</a:t>
            </a:r>
            <a:r>
              <a:rPr sz="3100" spc="60" dirty="0">
                <a:solidFill>
                  <a:srgbClr val="0F1111"/>
                </a:solidFill>
                <a:latin typeface="+mj-lt"/>
                <a:cs typeface="Times New Roman"/>
              </a:rPr>
              <a:t> </a:t>
            </a:r>
            <a:r>
              <a:rPr sz="3100" spc="-90" dirty="0">
                <a:solidFill>
                  <a:srgbClr val="0F1111"/>
                </a:solidFill>
                <a:latin typeface="+mj-lt"/>
                <a:cs typeface="Times New Roman"/>
              </a:rPr>
              <a:t>away</a:t>
            </a:r>
            <a:r>
              <a:rPr sz="3100" spc="-150" dirty="0">
                <a:solidFill>
                  <a:srgbClr val="0F1111"/>
                </a:solidFill>
                <a:latin typeface="+mj-lt"/>
                <a:cs typeface="Times New Roman"/>
              </a:rPr>
              <a:t> </a:t>
            </a:r>
            <a:r>
              <a:rPr sz="3100" spc="-20" dirty="0">
                <a:solidFill>
                  <a:srgbClr val="262626"/>
                </a:solidFill>
                <a:latin typeface="+mj-lt"/>
                <a:cs typeface="Times New Roman"/>
              </a:rPr>
              <a:t>from </a:t>
            </a:r>
            <a:r>
              <a:rPr sz="3100" spc="-40" dirty="0">
                <a:solidFill>
                  <a:srgbClr val="0F1111"/>
                </a:solidFill>
                <a:latin typeface="+mj-lt"/>
                <a:cs typeface="Times New Roman"/>
              </a:rPr>
              <a:t>public</a:t>
            </a:r>
            <a:r>
              <a:rPr sz="3100" spc="-140" dirty="0">
                <a:solidFill>
                  <a:srgbClr val="0F1111"/>
                </a:solidFill>
                <a:latin typeface="+mj-lt"/>
                <a:cs typeface="Times New Roman"/>
              </a:rPr>
              <a:t> </a:t>
            </a:r>
            <a:r>
              <a:rPr sz="3100" spc="-20" dirty="0">
                <a:solidFill>
                  <a:srgbClr val="0F1111"/>
                </a:solidFill>
                <a:latin typeface="+mj-lt"/>
                <a:cs typeface="Times New Roman"/>
              </a:rPr>
              <a:t>view</a:t>
            </a:r>
            <a:r>
              <a:rPr sz="3100" spc="-20" dirty="0">
                <a:solidFill>
                  <a:srgbClr val="363636"/>
                </a:solidFill>
                <a:latin typeface="+mj-lt"/>
                <a:cs typeface="Times New Roman"/>
              </a:rPr>
              <a:t>.</a:t>
            </a:r>
            <a:endParaRPr sz="3100" dirty="0">
              <a:latin typeface="+mj-lt"/>
              <a:cs typeface="Times New Roman"/>
            </a:endParaRPr>
          </a:p>
          <a:p>
            <a:pPr marL="300355" marR="5080" indent="-288290">
              <a:lnSpc>
                <a:spcPts val="3220"/>
              </a:lnSpc>
              <a:spcBef>
                <a:spcPts val="695"/>
              </a:spcBef>
              <a:buChar char="•"/>
              <a:tabLst>
                <a:tab pos="300355" algn="l"/>
                <a:tab pos="321310" algn="l"/>
              </a:tabLst>
            </a:pPr>
            <a:r>
              <a:rPr sz="3050" dirty="0">
                <a:solidFill>
                  <a:srgbClr val="0F1111"/>
                </a:solidFill>
                <a:latin typeface="+mj-lt"/>
                <a:cs typeface="Times New Roman"/>
              </a:rPr>
              <a:t>	</a:t>
            </a:r>
            <a:r>
              <a:rPr sz="3050" b="1" spc="-140" dirty="0">
                <a:solidFill>
                  <a:srgbClr val="0F1111"/>
                </a:solidFill>
                <a:latin typeface="+mj-lt"/>
                <a:cs typeface="Times New Roman"/>
              </a:rPr>
              <a:t>No</a:t>
            </a:r>
            <a:r>
              <a:rPr sz="3050" b="1" spc="-155" dirty="0">
                <a:solidFill>
                  <a:srgbClr val="0F1111"/>
                </a:solidFill>
                <a:latin typeface="+mj-lt"/>
                <a:cs typeface="Times New Roman"/>
              </a:rPr>
              <a:t> </a:t>
            </a:r>
            <a:r>
              <a:rPr sz="3050" b="1" spc="-75" dirty="0">
                <a:solidFill>
                  <a:srgbClr val="0F1111"/>
                </a:solidFill>
                <a:latin typeface="+mj-lt"/>
                <a:cs typeface="Times New Roman"/>
              </a:rPr>
              <a:t>Piggybacking:</a:t>
            </a:r>
            <a:r>
              <a:rPr sz="3050" b="1" spc="60" dirty="0">
                <a:solidFill>
                  <a:srgbClr val="0F1111"/>
                </a:solidFill>
                <a:latin typeface="+mj-lt"/>
                <a:cs typeface="Times New Roman"/>
              </a:rPr>
              <a:t> </a:t>
            </a:r>
            <a:r>
              <a:rPr sz="3100" spc="-160" dirty="0">
                <a:solidFill>
                  <a:srgbClr val="0F1111"/>
                </a:solidFill>
                <a:latin typeface="+mj-lt"/>
                <a:cs typeface="Times New Roman"/>
              </a:rPr>
              <a:t>Do</a:t>
            </a:r>
            <a:r>
              <a:rPr sz="3100" spc="-114" dirty="0">
                <a:solidFill>
                  <a:srgbClr val="0F1111"/>
                </a:solidFill>
                <a:latin typeface="+mj-lt"/>
                <a:cs typeface="Times New Roman"/>
              </a:rPr>
              <a:t> </a:t>
            </a:r>
            <a:r>
              <a:rPr sz="3100" dirty="0">
                <a:solidFill>
                  <a:srgbClr val="0F1111"/>
                </a:solidFill>
                <a:latin typeface="+mj-lt"/>
                <a:cs typeface="Times New Roman"/>
              </a:rPr>
              <a:t>not</a:t>
            </a:r>
            <a:r>
              <a:rPr sz="3100" spc="-160" dirty="0">
                <a:solidFill>
                  <a:srgbClr val="0F1111"/>
                </a:solidFill>
                <a:latin typeface="+mj-lt"/>
                <a:cs typeface="Times New Roman"/>
              </a:rPr>
              <a:t> </a:t>
            </a:r>
            <a:r>
              <a:rPr sz="3100" spc="75" dirty="0">
                <a:solidFill>
                  <a:srgbClr val="0F1111"/>
                </a:solidFill>
                <a:latin typeface="+mj-lt"/>
                <a:cs typeface="Times New Roman"/>
              </a:rPr>
              <a:t>let</a:t>
            </a:r>
            <a:r>
              <a:rPr sz="3100" spc="-220" dirty="0">
                <a:solidFill>
                  <a:srgbClr val="0F1111"/>
                </a:solidFill>
                <a:latin typeface="+mj-lt"/>
                <a:cs typeface="Times New Roman"/>
              </a:rPr>
              <a:t> </a:t>
            </a:r>
            <a:r>
              <a:rPr sz="3100" spc="55" dirty="0">
                <a:solidFill>
                  <a:srgbClr val="0F1111"/>
                </a:solidFill>
                <a:latin typeface="+mj-lt"/>
                <a:cs typeface="Times New Roman"/>
              </a:rPr>
              <a:t>others</a:t>
            </a:r>
            <a:r>
              <a:rPr sz="3100" spc="-105" dirty="0">
                <a:solidFill>
                  <a:srgbClr val="0F1111"/>
                </a:solidFill>
                <a:latin typeface="+mj-lt"/>
                <a:cs typeface="Times New Roman"/>
              </a:rPr>
              <a:t> </a:t>
            </a:r>
            <a:r>
              <a:rPr sz="3100" spc="25" dirty="0">
                <a:solidFill>
                  <a:srgbClr val="0F1111"/>
                </a:solidFill>
                <a:latin typeface="+mj-lt"/>
                <a:cs typeface="Times New Roman"/>
              </a:rPr>
              <a:t>use </a:t>
            </a:r>
            <a:r>
              <a:rPr sz="3100" spc="120" dirty="0">
                <a:solidFill>
                  <a:srgbClr val="0F1111"/>
                </a:solidFill>
                <a:latin typeface="+mj-lt"/>
                <a:cs typeface="Times New Roman"/>
              </a:rPr>
              <a:t>a</a:t>
            </a:r>
            <a:r>
              <a:rPr sz="3100" spc="-90" dirty="0">
                <a:solidFill>
                  <a:srgbClr val="0F1111"/>
                </a:solidFill>
                <a:latin typeface="+mj-lt"/>
                <a:cs typeface="Times New Roman"/>
              </a:rPr>
              <a:t> </a:t>
            </a:r>
            <a:r>
              <a:rPr sz="3100" dirty="0">
                <a:solidFill>
                  <a:srgbClr val="0F1111"/>
                </a:solidFill>
                <a:latin typeface="+mj-lt"/>
                <a:cs typeface="Times New Roman"/>
              </a:rPr>
              <a:t>terminal</a:t>
            </a:r>
            <a:r>
              <a:rPr sz="3100" spc="-35" dirty="0">
                <a:solidFill>
                  <a:srgbClr val="0F1111"/>
                </a:solidFill>
                <a:latin typeface="+mj-lt"/>
                <a:cs typeface="Times New Roman"/>
              </a:rPr>
              <a:t> </a:t>
            </a:r>
            <a:r>
              <a:rPr sz="3100" spc="-45" dirty="0">
                <a:solidFill>
                  <a:srgbClr val="0F1111"/>
                </a:solidFill>
                <a:latin typeface="+mj-lt"/>
                <a:cs typeface="Times New Roman"/>
              </a:rPr>
              <a:t>logged</a:t>
            </a:r>
            <a:r>
              <a:rPr sz="3100" spc="30" dirty="0">
                <a:solidFill>
                  <a:srgbClr val="0F1111"/>
                </a:solidFill>
                <a:latin typeface="+mj-lt"/>
                <a:cs typeface="Times New Roman"/>
              </a:rPr>
              <a:t> </a:t>
            </a:r>
            <a:r>
              <a:rPr sz="3100" dirty="0">
                <a:solidFill>
                  <a:srgbClr val="0F1111"/>
                </a:solidFill>
                <a:latin typeface="+mj-lt"/>
                <a:cs typeface="Times New Roman"/>
              </a:rPr>
              <a:t>in</a:t>
            </a:r>
            <a:r>
              <a:rPr sz="3100" spc="-135" dirty="0">
                <a:solidFill>
                  <a:srgbClr val="0F1111"/>
                </a:solidFill>
                <a:latin typeface="+mj-lt"/>
                <a:cs typeface="Times New Roman"/>
              </a:rPr>
              <a:t> </a:t>
            </a:r>
            <a:r>
              <a:rPr sz="3100" dirty="0">
                <a:solidFill>
                  <a:srgbClr val="0F1111"/>
                </a:solidFill>
                <a:latin typeface="+mj-lt"/>
                <a:cs typeface="Times New Roman"/>
              </a:rPr>
              <a:t>under</a:t>
            </a:r>
            <a:r>
              <a:rPr sz="3100" spc="-145" dirty="0">
                <a:solidFill>
                  <a:srgbClr val="0F1111"/>
                </a:solidFill>
                <a:latin typeface="+mj-lt"/>
                <a:cs typeface="Times New Roman"/>
              </a:rPr>
              <a:t> </a:t>
            </a:r>
            <a:r>
              <a:rPr sz="3100" dirty="0">
                <a:solidFill>
                  <a:srgbClr val="0F1111"/>
                </a:solidFill>
                <a:latin typeface="+mj-lt"/>
                <a:cs typeface="Times New Roman"/>
              </a:rPr>
              <a:t>your</a:t>
            </a:r>
            <a:r>
              <a:rPr sz="3100" spc="-45" dirty="0">
                <a:solidFill>
                  <a:srgbClr val="0F1111"/>
                </a:solidFill>
                <a:latin typeface="+mj-lt"/>
                <a:cs typeface="Times New Roman"/>
              </a:rPr>
              <a:t> </a:t>
            </a:r>
            <a:r>
              <a:rPr sz="3100" spc="-10" dirty="0">
                <a:solidFill>
                  <a:srgbClr val="0F1111"/>
                </a:solidFill>
                <a:latin typeface="+mj-lt"/>
                <a:cs typeface="Times New Roman"/>
              </a:rPr>
              <a:t>name.</a:t>
            </a:r>
            <a:endParaRPr sz="3100" dirty="0">
              <a:latin typeface="+mj-lt"/>
              <a:cs typeface="Times New Roman"/>
            </a:endParaRPr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8DE1E654-A1C6-DC74-2489-050266CB9B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3389804"/>
              </p:ext>
            </p:extLst>
          </p:nvPr>
        </p:nvGraphicFramePr>
        <p:xfrm>
          <a:off x="6034045" y="4474676"/>
          <a:ext cx="1941555" cy="4021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365">
                  <a:extLst>
                    <a:ext uri="{9D8B030D-6E8A-4147-A177-3AD203B41FA5}">
                      <a16:colId xmlns:a16="http://schemas.microsoft.com/office/drawing/2014/main" val="2353956311"/>
                    </a:ext>
                  </a:extLst>
                </a:gridCol>
                <a:gridCol w="277365">
                  <a:extLst>
                    <a:ext uri="{9D8B030D-6E8A-4147-A177-3AD203B41FA5}">
                      <a16:colId xmlns:a16="http://schemas.microsoft.com/office/drawing/2014/main" val="1440641569"/>
                    </a:ext>
                  </a:extLst>
                </a:gridCol>
                <a:gridCol w="277365">
                  <a:extLst>
                    <a:ext uri="{9D8B030D-6E8A-4147-A177-3AD203B41FA5}">
                      <a16:colId xmlns:a16="http://schemas.microsoft.com/office/drawing/2014/main" val="2177098727"/>
                    </a:ext>
                  </a:extLst>
                </a:gridCol>
                <a:gridCol w="277365">
                  <a:extLst>
                    <a:ext uri="{9D8B030D-6E8A-4147-A177-3AD203B41FA5}">
                      <a16:colId xmlns:a16="http://schemas.microsoft.com/office/drawing/2014/main" val="2089084574"/>
                    </a:ext>
                  </a:extLst>
                </a:gridCol>
                <a:gridCol w="277365">
                  <a:extLst>
                    <a:ext uri="{9D8B030D-6E8A-4147-A177-3AD203B41FA5}">
                      <a16:colId xmlns:a16="http://schemas.microsoft.com/office/drawing/2014/main" val="1791047610"/>
                    </a:ext>
                  </a:extLst>
                </a:gridCol>
                <a:gridCol w="277365">
                  <a:extLst>
                    <a:ext uri="{9D8B030D-6E8A-4147-A177-3AD203B41FA5}">
                      <a16:colId xmlns:a16="http://schemas.microsoft.com/office/drawing/2014/main" val="3781733305"/>
                    </a:ext>
                  </a:extLst>
                </a:gridCol>
                <a:gridCol w="277365">
                  <a:extLst>
                    <a:ext uri="{9D8B030D-6E8A-4147-A177-3AD203B41FA5}">
                      <a16:colId xmlns:a16="http://schemas.microsoft.com/office/drawing/2014/main" val="1031177779"/>
                    </a:ext>
                  </a:extLst>
                </a:gridCol>
              </a:tblGrid>
              <a:tr h="40212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661770"/>
                  </a:ext>
                </a:extLst>
              </a:tr>
            </a:tbl>
          </a:graphicData>
        </a:graphic>
      </p:graphicFrame>
      <p:sp>
        <p:nvSpPr>
          <p:cNvPr id="27" name="object 17">
            <a:extLst>
              <a:ext uri="{FF2B5EF4-FFF2-40B4-BE49-F238E27FC236}">
                <a16:creationId xmlns:a16="http://schemas.microsoft.com/office/drawing/2014/main" id="{3DD77712-5B63-AB57-CD20-34DB8E318D3E}"/>
              </a:ext>
            </a:extLst>
          </p:cNvPr>
          <p:cNvSpPr txBox="1"/>
          <p:nvPr/>
        </p:nvSpPr>
        <p:spPr>
          <a:xfrm>
            <a:off x="143795" y="9185464"/>
            <a:ext cx="17221200" cy="37574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10"/>
              </a:spcBef>
            </a:pPr>
            <a:r>
              <a:rPr lang="en-US" sz="235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Times New Roman"/>
              </a:rPr>
              <a:t>Copyright 2026 Transworld Medical Management, LLC. All rights reserved.</a:t>
            </a:r>
            <a:endParaRPr sz="1350" dirty="0">
              <a:solidFill>
                <a:schemeClr val="tx1">
                  <a:lumMod val="50000"/>
                  <a:lumOff val="50000"/>
                </a:schemeClr>
              </a:solidFill>
              <a:latin typeface="+mn-lt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5364817C-8B85-E172-B440-745D40D678A5}"/>
              </a:ext>
            </a:extLst>
          </p:cNvPr>
          <p:cNvSpPr/>
          <p:nvPr/>
        </p:nvSpPr>
        <p:spPr>
          <a:xfrm>
            <a:off x="553734" y="7001134"/>
            <a:ext cx="15991204" cy="204292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42FF29E4-FF57-49C4-660B-99E2D7185C12}"/>
              </a:ext>
            </a:extLst>
          </p:cNvPr>
          <p:cNvSpPr/>
          <p:nvPr/>
        </p:nvSpPr>
        <p:spPr>
          <a:xfrm>
            <a:off x="11496859" y="4021018"/>
            <a:ext cx="5029200" cy="282377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9E24297D-FEA5-072E-4FF8-00C3378A5B24}"/>
              </a:ext>
            </a:extLst>
          </p:cNvPr>
          <p:cNvSpPr/>
          <p:nvPr/>
        </p:nvSpPr>
        <p:spPr>
          <a:xfrm>
            <a:off x="6068882" y="4021018"/>
            <a:ext cx="5029200" cy="282377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405C2CCE-D213-2A52-4873-79C75B1C2B02}"/>
              </a:ext>
            </a:extLst>
          </p:cNvPr>
          <p:cNvSpPr/>
          <p:nvPr/>
        </p:nvSpPr>
        <p:spPr>
          <a:xfrm>
            <a:off x="535591" y="4021018"/>
            <a:ext cx="5029200" cy="282377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bject 28"/>
          <p:cNvSpPr txBox="1"/>
          <p:nvPr/>
        </p:nvSpPr>
        <p:spPr>
          <a:xfrm>
            <a:off x="6221984" y="4149909"/>
            <a:ext cx="5057140" cy="1920875"/>
          </a:xfrm>
          <a:prstGeom prst="rect">
            <a:avLst/>
          </a:prstGeom>
        </p:spPr>
        <p:txBody>
          <a:bodyPr vert="horz" wrap="square" lIns="0" tIns="135255" rIns="0" bIns="0" rtlCol="0">
            <a:spAutoFit/>
          </a:bodyPr>
          <a:lstStyle/>
          <a:p>
            <a:pPr marL="266700">
              <a:lnSpc>
                <a:spcPct val="100000"/>
              </a:lnSpc>
              <a:spcBef>
                <a:spcPts val="1065"/>
              </a:spcBef>
            </a:pPr>
            <a:r>
              <a:rPr sz="3250" b="1" spc="-95" dirty="0">
                <a:solidFill>
                  <a:srgbClr val="052346"/>
                </a:solidFill>
                <a:latin typeface="Arial"/>
                <a:cs typeface="Arial"/>
              </a:rPr>
              <a:t>Cloud</a:t>
            </a:r>
            <a:r>
              <a:rPr sz="3250" b="1" spc="-110" dirty="0">
                <a:solidFill>
                  <a:srgbClr val="052346"/>
                </a:solidFill>
                <a:latin typeface="Arial"/>
                <a:cs typeface="Arial"/>
              </a:rPr>
              <a:t> </a:t>
            </a:r>
            <a:r>
              <a:rPr sz="3250" b="1" spc="-10" dirty="0">
                <a:solidFill>
                  <a:srgbClr val="052346"/>
                </a:solidFill>
                <a:latin typeface="Arial"/>
                <a:cs typeface="Arial"/>
              </a:rPr>
              <a:t>Storage</a:t>
            </a:r>
            <a:endParaRPr sz="3250" dirty="0">
              <a:latin typeface="Arial"/>
              <a:cs typeface="Arial"/>
            </a:endParaRPr>
          </a:p>
          <a:p>
            <a:pPr marL="757555" marR="701040" indent="-487045">
              <a:lnSpc>
                <a:spcPct val="89900"/>
              </a:lnSpc>
              <a:spcBef>
                <a:spcPts val="1155"/>
              </a:spcBef>
              <a:tabLst>
                <a:tab pos="764540" algn="l"/>
              </a:tabLst>
            </a:pPr>
            <a:r>
              <a:rPr sz="2650" b="1" dirty="0">
                <a:solidFill>
                  <a:srgbClr val="B52A2A"/>
                </a:solidFill>
                <a:latin typeface="Times New Roman"/>
                <a:cs typeface="Times New Roman"/>
              </a:rPr>
              <a:t>		</a:t>
            </a:r>
            <a:r>
              <a:rPr lang="en-US" sz="2750" dirty="0">
                <a:solidFill>
                  <a:srgbClr val="1A1A1C"/>
                </a:solidFill>
                <a:latin typeface="+mj-lt"/>
                <a:cs typeface="Times New Roman"/>
              </a:rPr>
              <a:t>Prohibited</a:t>
            </a:r>
            <a:r>
              <a:rPr lang="en-US" sz="2750" spc="70" dirty="0">
                <a:solidFill>
                  <a:srgbClr val="1A1A1C"/>
                </a:solidFill>
                <a:latin typeface="+mj-lt"/>
                <a:cs typeface="Times New Roman"/>
              </a:rPr>
              <a:t> </a:t>
            </a:r>
            <a:r>
              <a:rPr lang="en-US" sz="2750" dirty="0">
                <a:solidFill>
                  <a:srgbClr val="1A1A1C"/>
                </a:solidFill>
                <a:latin typeface="+mj-lt"/>
                <a:cs typeface="Times New Roman"/>
              </a:rPr>
              <a:t>unless</a:t>
            </a:r>
            <a:r>
              <a:rPr lang="en-US" sz="2750" spc="-160" dirty="0">
                <a:solidFill>
                  <a:srgbClr val="1A1A1C"/>
                </a:solidFill>
                <a:latin typeface="+mj-lt"/>
                <a:cs typeface="Times New Roman"/>
              </a:rPr>
              <a:t> </a:t>
            </a:r>
            <a:r>
              <a:rPr lang="en-US" sz="2750" spc="65" dirty="0">
                <a:solidFill>
                  <a:srgbClr val="2A2A2D"/>
                </a:solidFill>
                <a:latin typeface="+mj-lt"/>
                <a:cs typeface="Times New Roman"/>
              </a:rPr>
              <a:t>an </a:t>
            </a:r>
            <a:r>
              <a:rPr lang="en-US" sz="2750" dirty="0">
                <a:solidFill>
                  <a:srgbClr val="1A1A1C"/>
                </a:solidFill>
                <a:latin typeface="+mj-lt"/>
                <a:cs typeface="Times New Roman"/>
              </a:rPr>
              <a:t>enterprise</a:t>
            </a:r>
            <a:r>
              <a:rPr lang="en-US" sz="2750" spc="270" dirty="0">
                <a:solidFill>
                  <a:srgbClr val="1A1A1C"/>
                </a:solidFill>
                <a:latin typeface="+mj-lt"/>
                <a:cs typeface="Times New Roman"/>
              </a:rPr>
              <a:t> </a:t>
            </a:r>
            <a:r>
              <a:rPr lang="en-US" sz="2750" dirty="0">
                <a:solidFill>
                  <a:srgbClr val="2A2A2D"/>
                </a:solidFill>
                <a:latin typeface="+mj-lt"/>
                <a:cs typeface="Times New Roman"/>
              </a:rPr>
              <a:t>account</a:t>
            </a:r>
            <a:r>
              <a:rPr lang="en-US" sz="2750" spc="180" dirty="0">
                <a:solidFill>
                  <a:srgbClr val="2A2A2D"/>
                </a:solidFill>
                <a:latin typeface="+mj-lt"/>
                <a:cs typeface="Times New Roman"/>
              </a:rPr>
              <a:t> </a:t>
            </a:r>
            <a:r>
              <a:rPr lang="en-US" sz="2750" dirty="0">
                <a:solidFill>
                  <a:srgbClr val="1A1A1C"/>
                </a:solidFill>
                <a:latin typeface="+mj-lt"/>
                <a:cs typeface="Times New Roman"/>
              </a:rPr>
              <a:t>with</a:t>
            </a:r>
            <a:r>
              <a:rPr lang="en-US" sz="2750" spc="65" dirty="0">
                <a:solidFill>
                  <a:srgbClr val="1A1A1C"/>
                </a:solidFill>
                <a:latin typeface="+mj-lt"/>
                <a:cs typeface="Times New Roman"/>
              </a:rPr>
              <a:t> </a:t>
            </a:r>
            <a:r>
              <a:rPr lang="en-US" sz="2750" spc="-50" dirty="0">
                <a:solidFill>
                  <a:srgbClr val="2A2A2D"/>
                </a:solidFill>
                <a:latin typeface="+mj-lt"/>
                <a:cs typeface="Times New Roman"/>
              </a:rPr>
              <a:t>a </a:t>
            </a:r>
            <a:r>
              <a:rPr lang="en-US" sz="2750" b="1" dirty="0">
                <a:solidFill>
                  <a:srgbClr val="1A1A1C"/>
                </a:solidFill>
                <a:latin typeface="+mj-lt"/>
                <a:cs typeface="Times New Roman"/>
              </a:rPr>
              <a:t>BAA</a:t>
            </a:r>
            <a:r>
              <a:rPr lang="en-US" sz="2750" dirty="0">
                <a:solidFill>
                  <a:srgbClr val="1A1A1C"/>
                </a:solidFill>
                <a:latin typeface="+mj-lt"/>
                <a:cs typeface="Times New Roman"/>
              </a:rPr>
              <a:t> </a:t>
            </a:r>
            <a:r>
              <a:rPr lang="en-US" sz="2750" spc="60" dirty="0">
                <a:solidFill>
                  <a:srgbClr val="1A1A1C"/>
                </a:solidFill>
                <a:latin typeface="+mj-lt"/>
                <a:cs typeface="Times New Roman"/>
              </a:rPr>
              <a:t>is</a:t>
            </a:r>
            <a:r>
              <a:rPr lang="en-US" sz="2750" spc="-240" dirty="0">
                <a:solidFill>
                  <a:srgbClr val="1A1A1C"/>
                </a:solidFill>
                <a:latin typeface="+mj-lt"/>
                <a:cs typeface="Times New Roman"/>
              </a:rPr>
              <a:t> </a:t>
            </a:r>
            <a:r>
              <a:rPr lang="en-US" sz="2750" dirty="0">
                <a:solidFill>
                  <a:srgbClr val="1A1A1C"/>
                </a:solidFill>
                <a:latin typeface="+mj-lt"/>
                <a:cs typeface="Times New Roman"/>
              </a:rPr>
              <a:t>in</a:t>
            </a:r>
            <a:r>
              <a:rPr lang="en-US" sz="2750" spc="-45" dirty="0">
                <a:solidFill>
                  <a:srgbClr val="1A1A1C"/>
                </a:solidFill>
                <a:latin typeface="+mj-lt"/>
                <a:cs typeface="Times New Roman"/>
              </a:rPr>
              <a:t> </a:t>
            </a:r>
            <a:r>
              <a:rPr lang="en-US" sz="2750" spc="-10" dirty="0">
                <a:solidFill>
                  <a:srgbClr val="1A1A1C"/>
                </a:solidFill>
                <a:latin typeface="+mj-lt"/>
                <a:cs typeface="Times New Roman"/>
              </a:rPr>
              <a:t>place.</a:t>
            </a:r>
            <a:endParaRPr sz="2750" dirty="0">
              <a:latin typeface="+mj-lt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78540" y="1543963"/>
            <a:ext cx="2318119" cy="232343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852400" y="1558384"/>
            <a:ext cx="2318119" cy="2323438"/>
          </a:xfrm>
          <a:prstGeom prst="rect">
            <a:avLst/>
          </a:prstGeom>
        </p:spPr>
      </p:pic>
      <p:sp>
        <p:nvSpPr>
          <p:cNvPr id="25" name="object 25" descr="$PPTXTitle"/>
          <p:cNvSpPr txBox="1">
            <a:spLocks noGrp="1"/>
          </p:cNvSpPr>
          <p:nvPr>
            <p:ph type="title"/>
          </p:nvPr>
        </p:nvSpPr>
        <p:spPr>
          <a:xfrm>
            <a:off x="710069" y="383315"/>
            <a:ext cx="15017115" cy="8991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700" spc="229" dirty="0">
                <a:solidFill>
                  <a:srgbClr val="052346"/>
                </a:solidFill>
              </a:rPr>
              <a:t>The</a:t>
            </a:r>
            <a:r>
              <a:rPr sz="5700" spc="-290" dirty="0">
                <a:solidFill>
                  <a:srgbClr val="052346"/>
                </a:solidFill>
              </a:rPr>
              <a:t> </a:t>
            </a:r>
            <a:r>
              <a:rPr sz="5700" spc="125" dirty="0">
                <a:solidFill>
                  <a:srgbClr val="052346"/>
                </a:solidFill>
              </a:rPr>
              <a:t>Danger</a:t>
            </a:r>
            <a:r>
              <a:rPr sz="5700" spc="405" dirty="0">
                <a:solidFill>
                  <a:srgbClr val="052346"/>
                </a:solidFill>
              </a:rPr>
              <a:t> </a:t>
            </a:r>
            <a:r>
              <a:rPr sz="5700" spc="90" dirty="0">
                <a:solidFill>
                  <a:srgbClr val="052346"/>
                </a:solidFill>
              </a:rPr>
              <a:t>Zones:</a:t>
            </a:r>
            <a:r>
              <a:rPr sz="5700" spc="-355" dirty="0">
                <a:solidFill>
                  <a:srgbClr val="052346"/>
                </a:solidFill>
              </a:rPr>
              <a:t> </a:t>
            </a:r>
            <a:r>
              <a:rPr sz="5700" dirty="0">
                <a:solidFill>
                  <a:srgbClr val="052346"/>
                </a:solidFill>
              </a:rPr>
              <a:t>Email,</a:t>
            </a:r>
            <a:r>
              <a:rPr sz="5700" spc="10" dirty="0">
                <a:solidFill>
                  <a:srgbClr val="052346"/>
                </a:solidFill>
              </a:rPr>
              <a:t> </a:t>
            </a:r>
            <a:r>
              <a:rPr sz="5700" spc="110" dirty="0">
                <a:solidFill>
                  <a:srgbClr val="052346"/>
                </a:solidFill>
              </a:rPr>
              <a:t>Texting</a:t>
            </a:r>
            <a:r>
              <a:rPr sz="5700" spc="-105" dirty="0">
                <a:solidFill>
                  <a:srgbClr val="052346"/>
                </a:solidFill>
              </a:rPr>
              <a:t> </a:t>
            </a:r>
            <a:r>
              <a:rPr sz="5400" spc="270" dirty="0">
                <a:solidFill>
                  <a:srgbClr val="052346"/>
                </a:solidFill>
              </a:rPr>
              <a:t>&amp;</a:t>
            </a:r>
            <a:r>
              <a:rPr sz="5400" spc="-270" dirty="0">
                <a:solidFill>
                  <a:srgbClr val="052346"/>
                </a:solidFill>
              </a:rPr>
              <a:t> </a:t>
            </a:r>
            <a:r>
              <a:rPr sz="5700" spc="35" dirty="0">
                <a:solidFill>
                  <a:srgbClr val="052346"/>
                </a:solidFill>
              </a:rPr>
              <a:t>Cloud</a:t>
            </a:r>
            <a:endParaRPr sz="5700"/>
          </a:p>
        </p:txBody>
      </p:sp>
      <p:sp>
        <p:nvSpPr>
          <p:cNvPr id="26" name="object 26"/>
          <p:cNvSpPr txBox="1"/>
          <p:nvPr/>
        </p:nvSpPr>
        <p:spPr>
          <a:xfrm>
            <a:off x="1039682" y="4270606"/>
            <a:ext cx="1027430" cy="5238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3250" b="1" spc="-130" dirty="0">
                <a:solidFill>
                  <a:srgbClr val="052346"/>
                </a:solidFill>
                <a:latin typeface="Arial"/>
                <a:cs typeface="Arial"/>
              </a:rPr>
              <a:t>Email</a:t>
            </a:r>
            <a:endParaRPr sz="325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029053" y="4870614"/>
            <a:ext cx="4347845" cy="1570355"/>
          </a:xfrm>
          <a:prstGeom prst="rect">
            <a:avLst/>
          </a:prstGeom>
        </p:spPr>
        <p:txBody>
          <a:bodyPr vert="horz" wrap="square" lIns="0" tIns="59054" rIns="0" bIns="0" rtlCol="0">
            <a:spAutoFit/>
          </a:bodyPr>
          <a:lstStyle/>
          <a:p>
            <a:pPr marL="482600" marR="5080" indent="-483234">
              <a:lnSpc>
                <a:spcPct val="89400"/>
              </a:lnSpc>
              <a:spcBef>
                <a:spcPts val="464"/>
              </a:spcBef>
              <a:tabLst>
                <a:tab pos="492759" algn="l"/>
              </a:tabLst>
            </a:pPr>
            <a:r>
              <a:rPr sz="2650" b="1" dirty="0">
                <a:solidFill>
                  <a:srgbClr val="B52A2A"/>
                </a:solidFill>
                <a:latin typeface="Times New Roman"/>
                <a:cs typeface="Times New Roman"/>
              </a:rPr>
              <a:t>		</a:t>
            </a:r>
            <a:r>
              <a:rPr sz="2750" spc="-110" dirty="0">
                <a:solidFill>
                  <a:srgbClr val="1A1A1C"/>
                </a:solidFill>
                <a:latin typeface="+mj-lt"/>
                <a:cs typeface="Times New Roman"/>
              </a:rPr>
              <a:t>Do</a:t>
            </a:r>
            <a:r>
              <a:rPr sz="2750" spc="-125" dirty="0">
                <a:solidFill>
                  <a:srgbClr val="1A1A1C"/>
                </a:solidFill>
                <a:latin typeface="+mj-lt"/>
                <a:cs typeface="Times New Roman"/>
              </a:rPr>
              <a:t> </a:t>
            </a:r>
            <a:r>
              <a:rPr sz="2750" spc="65" dirty="0">
                <a:solidFill>
                  <a:srgbClr val="1A1A1C"/>
                </a:solidFill>
                <a:latin typeface="+mj-lt"/>
                <a:cs typeface="Times New Roman"/>
              </a:rPr>
              <a:t>not</a:t>
            </a:r>
            <a:r>
              <a:rPr sz="2750" spc="-35" dirty="0">
                <a:solidFill>
                  <a:srgbClr val="1A1A1C"/>
                </a:solidFill>
                <a:latin typeface="+mj-lt"/>
                <a:cs typeface="Times New Roman"/>
              </a:rPr>
              <a:t> </a:t>
            </a:r>
            <a:r>
              <a:rPr sz="2750" dirty="0">
                <a:solidFill>
                  <a:srgbClr val="1A1A1C"/>
                </a:solidFill>
                <a:latin typeface="+mj-lt"/>
                <a:cs typeface="Times New Roman"/>
              </a:rPr>
              <a:t>use</a:t>
            </a:r>
            <a:r>
              <a:rPr sz="2750" spc="15" dirty="0">
                <a:solidFill>
                  <a:srgbClr val="1A1A1C"/>
                </a:solidFill>
                <a:latin typeface="+mj-lt"/>
                <a:cs typeface="Times New Roman"/>
              </a:rPr>
              <a:t> </a:t>
            </a:r>
            <a:r>
              <a:rPr sz="2750" b="1" dirty="0">
                <a:solidFill>
                  <a:srgbClr val="1A1A1C"/>
                </a:solidFill>
                <a:latin typeface="+mj-lt"/>
                <a:cs typeface="Times New Roman"/>
              </a:rPr>
              <a:t>personal</a:t>
            </a:r>
            <a:r>
              <a:rPr sz="2750" spc="80" dirty="0">
                <a:solidFill>
                  <a:srgbClr val="1A1A1C"/>
                </a:solidFill>
                <a:latin typeface="+mj-lt"/>
                <a:cs typeface="Times New Roman"/>
              </a:rPr>
              <a:t> </a:t>
            </a:r>
            <a:r>
              <a:rPr sz="2750" spc="-10" dirty="0">
                <a:solidFill>
                  <a:srgbClr val="1A1A1C"/>
                </a:solidFill>
                <a:latin typeface="+mj-lt"/>
                <a:cs typeface="Times New Roman"/>
              </a:rPr>
              <a:t>Gmail, </a:t>
            </a:r>
            <a:r>
              <a:rPr sz="2750" spc="-105" dirty="0">
                <a:solidFill>
                  <a:srgbClr val="2A2A2D"/>
                </a:solidFill>
                <a:latin typeface="+mj-lt"/>
                <a:cs typeface="Times New Roman"/>
              </a:rPr>
              <a:t>Yahoo,</a:t>
            </a:r>
            <a:r>
              <a:rPr sz="2750" spc="10" dirty="0">
                <a:solidFill>
                  <a:srgbClr val="2A2A2D"/>
                </a:solidFill>
                <a:latin typeface="+mj-lt"/>
                <a:cs typeface="Times New Roman"/>
              </a:rPr>
              <a:t> </a:t>
            </a:r>
            <a:r>
              <a:rPr sz="2750" spc="80" dirty="0">
                <a:solidFill>
                  <a:srgbClr val="1A1A1C"/>
                </a:solidFill>
                <a:latin typeface="+mj-lt"/>
                <a:cs typeface="Times New Roman"/>
              </a:rPr>
              <a:t>or</a:t>
            </a:r>
            <a:r>
              <a:rPr sz="2750" spc="-50" dirty="0">
                <a:solidFill>
                  <a:srgbClr val="1A1A1C"/>
                </a:solidFill>
                <a:latin typeface="+mj-lt"/>
                <a:cs typeface="Times New Roman"/>
              </a:rPr>
              <a:t> </a:t>
            </a:r>
            <a:r>
              <a:rPr sz="2750" spc="-75" dirty="0">
                <a:solidFill>
                  <a:srgbClr val="1A1A1C"/>
                </a:solidFill>
                <a:latin typeface="+mj-lt"/>
                <a:cs typeface="Times New Roman"/>
              </a:rPr>
              <a:t>Hotmail</a:t>
            </a:r>
            <a:r>
              <a:rPr sz="2750" spc="-60" dirty="0">
                <a:solidFill>
                  <a:srgbClr val="1A1A1C"/>
                </a:solidFill>
                <a:latin typeface="+mj-lt"/>
                <a:cs typeface="Times New Roman"/>
              </a:rPr>
              <a:t> </a:t>
            </a:r>
            <a:r>
              <a:rPr sz="2750" dirty="0">
                <a:solidFill>
                  <a:srgbClr val="2A2A2D"/>
                </a:solidFill>
                <a:latin typeface="+mj-lt"/>
                <a:cs typeface="Times New Roman"/>
              </a:rPr>
              <a:t>for</a:t>
            </a:r>
            <a:r>
              <a:rPr sz="2750" spc="-15" dirty="0">
                <a:solidFill>
                  <a:srgbClr val="2A2A2D"/>
                </a:solidFill>
                <a:latin typeface="+mj-lt"/>
                <a:cs typeface="Times New Roman"/>
              </a:rPr>
              <a:t> </a:t>
            </a:r>
            <a:r>
              <a:rPr sz="2750" spc="-20" dirty="0">
                <a:solidFill>
                  <a:srgbClr val="1A1A1C"/>
                </a:solidFill>
                <a:latin typeface="+mj-lt"/>
                <a:cs typeface="Times New Roman"/>
              </a:rPr>
              <a:t>PHI. </a:t>
            </a:r>
            <a:r>
              <a:rPr sz="2750" spc="-70" dirty="0">
                <a:solidFill>
                  <a:srgbClr val="2A2A2D"/>
                </a:solidFill>
                <a:latin typeface="+mj-lt"/>
                <a:cs typeface="Times New Roman"/>
              </a:rPr>
              <a:t>Use</a:t>
            </a:r>
            <a:r>
              <a:rPr sz="2750" spc="-40" dirty="0">
                <a:solidFill>
                  <a:srgbClr val="2A2A2D"/>
                </a:solidFill>
                <a:latin typeface="+mj-lt"/>
                <a:cs typeface="Times New Roman"/>
              </a:rPr>
              <a:t> </a:t>
            </a:r>
            <a:r>
              <a:rPr sz="2750" dirty="0">
                <a:solidFill>
                  <a:srgbClr val="1A1A1C"/>
                </a:solidFill>
                <a:latin typeface="+mj-lt"/>
                <a:cs typeface="Times New Roman"/>
              </a:rPr>
              <a:t>encrypted</a:t>
            </a:r>
            <a:r>
              <a:rPr sz="2750" spc="260" dirty="0">
                <a:solidFill>
                  <a:srgbClr val="1A1A1C"/>
                </a:solidFill>
                <a:latin typeface="+mj-lt"/>
                <a:cs typeface="Times New Roman"/>
              </a:rPr>
              <a:t> </a:t>
            </a:r>
            <a:r>
              <a:rPr sz="2750" spc="-10" dirty="0">
                <a:solidFill>
                  <a:srgbClr val="1A1A1C"/>
                </a:solidFill>
                <a:latin typeface="+mj-lt"/>
                <a:cs typeface="Times New Roman"/>
              </a:rPr>
              <a:t>organization </a:t>
            </a:r>
            <a:r>
              <a:rPr sz="2750" spc="-35" dirty="0">
                <a:solidFill>
                  <a:srgbClr val="2A2A2D"/>
                </a:solidFill>
                <a:latin typeface="+mj-lt"/>
                <a:cs typeface="Times New Roman"/>
              </a:rPr>
              <a:t>email</a:t>
            </a:r>
            <a:r>
              <a:rPr sz="2750" spc="-130" dirty="0">
                <a:solidFill>
                  <a:srgbClr val="2A2A2D"/>
                </a:solidFill>
                <a:latin typeface="+mj-lt"/>
                <a:cs typeface="Times New Roman"/>
              </a:rPr>
              <a:t> </a:t>
            </a:r>
            <a:r>
              <a:rPr sz="2750" dirty="0">
                <a:solidFill>
                  <a:srgbClr val="1A1A1C"/>
                </a:solidFill>
                <a:latin typeface="+mj-lt"/>
                <a:cs typeface="Times New Roman"/>
              </a:rPr>
              <a:t>ONLY</a:t>
            </a:r>
            <a:r>
              <a:rPr sz="2750" spc="-330" dirty="0">
                <a:solidFill>
                  <a:srgbClr val="1A1A1C"/>
                </a:solidFill>
                <a:latin typeface="+mj-lt"/>
                <a:cs typeface="Times New Roman"/>
              </a:rPr>
              <a:t>.</a:t>
            </a:r>
            <a:endParaRPr sz="2750" dirty="0">
              <a:latin typeface="+mj-lt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1667018" y="4149909"/>
            <a:ext cx="5082540" cy="2314095"/>
          </a:xfrm>
          <a:prstGeom prst="rect">
            <a:avLst/>
          </a:prstGeom>
        </p:spPr>
        <p:txBody>
          <a:bodyPr vert="horz" wrap="square" lIns="0" tIns="135255" rIns="0" bIns="0" rtlCol="0">
            <a:spAutoFit/>
          </a:bodyPr>
          <a:lstStyle/>
          <a:p>
            <a:pPr marL="283210">
              <a:lnSpc>
                <a:spcPct val="100000"/>
              </a:lnSpc>
              <a:spcBef>
                <a:spcPts val="1065"/>
              </a:spcBef>
            </a:pPr>
            <a:r>
              <a:rPr sz="3250" b="1" spc="-10" dirty="0">
                <a:solidFill>
                  <a:srgbClr val="052346"/>
                </a:solidFill>
                <a:latin typeface="Arial"/>
                <a:cs typeface="Arial"/>
              </a:rPr>
              <a:t>Texting</a:t>
            </a:r>
            <a:endParaRPr sz="3250" dirty="0">
              <a:latin typeface="Arial"/>
              <a:cs typeface="Arial"/>
            </a:endParaRPr>
          </a:p>
          <a:p>
            <a:pPr marL="759460" marR="307340" indent="-482600">
              <a:lnSpc>
                <a:spcPct val="89900"/>
              </a:lnSpc>
              <a:spcBef>
                <a:spcPts val="1155"/>
              </a:spcBef>
              <a:tabLst>
                <a:tab pos="755015" algn="l"/>
              </a:tabLst>
            </a:pPr>
            <a:r>
              <a:rPr sz="2650" b="1" dirty="0">
                <a:solidFill>
                  <a:srgbClr val="B52A2A"/>
                </a:solidFill>
                <a:latin typeface="Times New Roman"/>
                <a:cs typeface="Times New Roman"/>
              </a:rPr>
              <a:t>	</a:t>
            </a:r>
            <a:r>
              <a:rPr sz="2750" dirty="0">
                <a:solidFill>
                  <a:srgbClr val="1A1A1C"/>
                </a:solidFill>
                <a:latin typeface="+mj-lt"/>
                <a:cs typeface="Times New Roman"/>
              </a:rPr>
              <a:t>Standard</a:t>
            </a:r>
            <a:r>
              <a:rPr sz="2750" spc="90" dirty="0">
                <a:solidFill>
                  <a:srgbClr val="1A1A1C"/>
                </a:solidFill>
                <a:latin typeface="+mj-lt"/>
                <a:cs typeface="Times New Roman"/>
              </a:rPr>
              <a:t> </a:t>
            </a:r>
            <a:r>
              <a:rPr sz="2750" b="1" dirty="0">
                <a:solidFill>
                  <a:srgbClr val="1A1A1C"/>
                </a:solidFill>
                <a:latin typeface="+mj-lt"/>
                <a:cs typeface="Times New Roman"/>
              </a:rPr>
              <a:t>SMS</a:t>
            </a:r>
            <a:r>
              <a:rPr sz="2750" b="1" spc="-180" dirty="0">
                <a:solidFill>
                  <a:srgbClr val="1A1A1C"/>
                </a:solidFill>
                <a:latin typeface="+mj-lt"/>
                <a:cs typeface="Times New Roman"/>
              </a:rPr>
              <a:t> </a:t>
            </a:r>
            <a:r>
              <a:rPr sz="2750" b="1" dirty="0">
                <a:solidFill>
                  <a:srgbClr val="1A1A1C"/>
                </a:solidFill>
                <a:latin typeface="+mj-lt"/>
                <a:cs typeface="Times New Roman"/>
              </a:rPr>
              <a:t>is</a:t>
            </a:r>
            <a:r>
              <a:rPr sz="2750" b="1" spc="30" dirty="0">
                <a:solidFill>
                  <a:srgbClr val="1A1A1C"/>
                </a:solidFill>
                <a:latin typeface="+mj-lt"/>
                <a:cs typeface="Times New Roman"/>
              </a:rPr>
              <a:t> </a:t>
            </a:r>
            <a:r>
              <a:rPr sz="2750" b="1" spc="-25" dirty="0">
                <a:solidFill>
                  <a:srgbClr val="2A2A2D"/>
                </a:solidFill>
                <a:latin typeface="+mj-lt"/>
                <a:cs typeface="Times New Roman"/>
              </a:rPr>
              <a:t>NOT </a:t>
            </a:r>
            <a:r>
              <a:rPr sz="2750" b="1" dirty="0">
                <a:solidFill>
                  <a:srgbClr val="2A2A2D"/>
                </a:solidFill>
                <a:latin typeface="+mj-lt"/>
                <a:cs typeface="Times New Roman"/>
              </a:rPr>
              <a:t>secure</a:t>
            </a:r>
            <a:r>
              <a:rPr sz="2750" dirty="0">
                <a:solidFill>
                  <a:srgbClr val="2A2A2D"/>
                </a:solidFill>
                <a:latin typeface="+mj-lt"/>
                <a:cs typeface="Times New Roman"/>
              </a:rPr>
              <a:t>.</a:t>
            </a:r>
            <a:r>
              <a:rPr sz="2750" spc="10" dirty="0">
                <a:solidFill>
                  <a:srgbClr val="2A2A2D"/>
                </a:solidFill>
                <a:latin typeface="+mj-lt"/>
                <a:cs typeface="Times New Roman"/>
              </a:rPr>
              <a:t> </a:t>
            </a:r>
            <a:r>
              <a:rPr sz="2750" spc="-65" dirty="0">
                <a:solidFill>
                  <a:srgbClr val="1A1A1C"/>
                </a:solidFill>
                <a:latin typeface="+mj-lt"/>
                <a:cs typeface="Times New Roman"/>
              </a:rPr>
              <a:t>Use</a:t>
            </a:r>
            <a:r>
              <a:rPr sz="2750" spc="-75" dirty="0">
                <a:solidFill>
                  <a:srgbClr val="1A1A1C"/>
                </a:solidFill>
                <a:latin typeface="+mj-lt"/>
                <a:cs typeface="Times New Roman"/>
              </a:rPr>
              <a:t> </a:t>
            </a:r>
            <a:r>
              <a:rPr sz="2750" dirty="0">
                <a:solidFill>
                  <a:srgbClr val="2A2A2D"/>
                </a:solidFill>
                <a:latin typeface="+mj-lt"/>
                <a:cs typeface="Times New Roman"/>
              </a:rPr>
              <a:t>approved</a:t>
            </a:r>
            <a:r>
              <a:rPr sz="2750" spc="60" dirty="0">
                <a:solidFill>
                  <a:srgbClr val="2A2A2D"/>
                </a:solidFill>
                <a:latin typeface="+mj-lt"/>
                <a:cs typeface="Times New Roman"/>
              </a:rPr>
              <a:t> </a:t>
            </a:r>
            <a:r>
              <a:rPr sz="2750" spc="40" dirty="0">
                <a:solidFill>
                  <a:srgbClr val="2A2A2D"/>
                </a:solidFill>
                <a:latin typeface="+mj-lt"/>
                <a:cs typeface="Times New Roman"/>
              </a:rPr>
              <a:t>secure </a:t>
            </a:r>
            <a:r>
              <a:rPr sz="2750" spc="-20" dirty="0">
                <a:solidFill>
                  <a:srgbClr val="1A1A1C"/>
                </a:solidFill>
                <a:latin typeface="+mj-lt"/>
                <a:cs typeface="Times New Roman"/>
              </a:rPr>
              <a:t>messaging</a:t>
            </a:r>
            <a:r>
              <a:rPr sz="2750" spc="-114" dirty="0">
                <a:solidFill>
                  <a:srgbClr val="1A1A1C"/>
                </a:solidFill>
                <a:latin typeface="+mj-lt"/>
                <a:cs typeface="Times New Roman"/>
              </a:rPr>
              <a:t> </a:t>
            </a:r>
            <a:r>
              <a:rPr sz="2750" spc="55" dirty="0">
                <a:solidFill>
                  <a:srgbClr val="1A1A1C"/>
                </a:solidFill>
                <a:latin typeface="+mj-lt"/>
                <a:cs typeface="Times New Roman"/>
              </a:rPr>
              <a:t>apps</a:t>
            </a:r>
            <a:r>
              <a:rPr sz="2750" spc="-140" dirty="0">
                <a:solidFill>
                  <a:srgbClr val="1A1A1C"/>
                </a:solidFill>
                <a:latin typeface="+mj-lt"/>
                <a:cs typeface="Times New Roman"/>
              </a:rPr>
              <a:t> </a:t>
            </a:r>
            <a:r>
              <a:rPr sz="2750" spc="-10" dirty="0">
                <a:solidFill>
                  <a:srgbClr val="1A1A1C"/>
                </a:solidFill>
                <a:latin typeface="+mj-lt"/>
                <a:cs typeface="Times New Roman"/>
              </a:rPr>
              <a:t>only.</a:t>
            </a:r>
            <a:endParaRPr sz="2750" dirty="0">
              <a:latin typeface="+mj-lt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57846" y="6983991"/>
            <a:ext cx="15991205" cy="1920875"/>
          </a:xfrm>
          <a:prstGeom prst="rect">
            <a:avLst/>
          </a:prstGeom>
        </p:spPr>
        <p:txBody>
          <a:bodyPr vert="horz" wrap="square" lIns="0" tIns="135255" rIns="0" bIns="0" rtlCol="0">
            <a:spAutoFit/>
          </a:bodyPr>
          <a:lstStyle/>
          <a:p>
            <a:pPr marL="268605">
              <a:lnSpc>
                <a:spcPct val="100000"/>
              </a:lnSpc>
              <a:spcBef>
                <a:spcPts val="1065"/>
              </a:spcBef>
            </a:pPr>
            <a:r>
              <a:rPr sz="3250" b="1" spc="-65" dirty="0">
                <a:solidFill>
                  <a:srgbClr val="052346"/>
                </a:solidFill>
                <a:latin typeface="Arial"/>
                <a:cs typeface="Arial"/>
              </a:rPr>
              <a:t>Device</a:t>
            </a:r>
            <a:r>
              <a:rPr sz="3250" b="1" spc="-130" dirty="0">
                <a:solidFill>
                  <a:srgbClr val="052346"/>
                </a:solidFill>
                <a:latin typeface="Arial"/>
                <a:cs typeface="Arial"/>
              </a:rPr>
              <a:t> </a:t>
            </a:r>
            <a:r>
              <a:rPr sz="3250" b="1" spc="-10" dirty="0">
                <a:solidFill>
                  <a:srgbClr val="052346"/>
                </a:solidFill>
                <a:latin typeface="Arial"/>
                <a:cs typeface="Arial"/>
              </a:rPr>
              <a:t>Control</a:t>
            </a:r>
            <a:endParaRPr sz="3250" dirty="0">
              <a:latin typeface="Arial"/>
              <a:cs typeface="Arial"/>
            </a:endParaRPr>
          </a:p>
          <a:p>
            <a:pPr marL="763270" indent="-266700">
              <a:lnSpc>
                <a:spcPts val="3160"/>
              </a:lnSpc>
              <a:spcBef>
                <a:spcPts val="825"/>
              </a:spcBef>
              <a:buClr>
                <a:srgbClr val="052346"/>
              </a:buClr>
              <a:buChar char="•"/>
              <a:tabLst>
                <a:tab pos="763270" algn="l"/>
              </a:tabLst>
            </a:pPr>
            <a:r>
              <a:rPr sz="2750" b="1" spc="-25" dirty="0">
                <a:solidFill>
                  <a:srgbClr val="2A2A2D"/>
                </a:solidFill>
                <a:latin typeface="+mj-lt"/>
                <a:cs typeface="Times New Roman"/>
              </a:rPr>
              <a:t>Encryption:</a:t>
            </a:r>
            <a:r>
              <a:rPr sz="2750" b="1" spc="-100" dirty="0">
                <a:solidFill>
                  <a:srgbClr val="2A2A2D"/>
                </a:solidFill>
                <a:latin typeface="+mj-lt"/>
                <a:cs typeface="Times New Roman"/>
              </a:rPr>
              <a:t> </a:t>
            </a:r>
            <a:r>
              <a:rPr sz="2750" spc="-245" dirty="0">
                <a:solidFill>
                  <a:srgbClr val="2A2A2D"/>
                </a:solidFill>
                <a:latin typeface="+mj-lt"/>
                <a:cs typeface="Times New Roman"/>
              </a:rPr>
              <a:t>All</a:t>
            </a:r>
            <a:r>
              <a:rPr sz="2750" dirty="0">
                <a:solidFill>
                  <a:srgbClr val="2A2A2D"/>
                </a:solidFill>
                <a:latin typeface="+mj-lt"/>
                <a:cs typeface="Times New Roman"/>
              </a:rPr>
              <a:t> </a:t>
            </a:r>
            <a:r>
              <a:rPr sz="2750" spc="-30" dirty="0">
                <a:solidFill>
                  <a:srgbClr val="1A1A1C"/>
                </a:solidFill>
                <a:latin typeface="+mj-lt"/>
                <a:cs typeface="Times New Roman"/>
              </a:rPr>
              <a:t>mobile</a:t>
            </a:r>
            <a:r>
              <a:rPr sz="2750" spc="10" dirty="0">
                <a:solidFill>
                  <a:srgbClr val="1A1A1C"/>
                </a:solidFill>
                <a:latin typeface="+mj-lt"/>
                <a:cs typeface="Times New Roman"/>
              </a:rPr>
              <a:t> </a:t>
            </a:r>
            <a:r>
              <a:rPr sz="2750" spc="-25" dirty="0">
                <a:solidFill>
                  <a:srgbClr val="1A1A1C"/>
                </a:solidFill>
                <a:latin typeface="+mj-lt"/>
                <a:cs typeface="Times New Roman"/>
              </a:rPr>
              <a:t>devices</a:t>
            </a:r>
            <a:r>
              <a:rPr sz="2750" spc="-180" dirty="0">
                <a:solidFill>
                  <a:srgbClr val="1A1A1C"/>
                </a:solidFill>
                <a:latin typeface="+mj-lt"/>
                <a:cs typeface="Times New Roman"/>
              </a:rPr>
              <a:t> </a:t>
            </a:r>
            <a:r>
              <a:rPr sz="2750" dirty="0">
                <a:solidFill>
                  <a:srgbClr val="1A1A1C"/>
                </a:solidFill>
                <a:latin typeface="+mj-lt"/>
                <a:cs typeface="Times New Roman"/>
              </a:rPr>
              <a:t>with</a:t>
            </a:r>
            <a:r>
              <a:rPr sz="2750" spc="-25" dirty="0">
                <a:solidFill>
                  <a:srgbClr val="1A1A1C"/>
                </a:solidFill>
                <a:latin typeface="+mj-lt"/>
                <a:cs typeface="Times New Roman"/>
              </a:rPr>
              <a:t> </a:t>
            </a:r>
            <a:r>
              <a:rPr sz="2750" spc="-65" dirty="0">
                <a:solidFill>
                  <a:srgbClr val="1A1A1C"/>
                </a:solidFill>
                <a:latin typeface="+mj-lt"/>
                <a:cs typeface="Times New Roman"/>
              </a:rPr>
              <a:t>ePHI</a:t>
            </a:r>
            <a:r>
              <a:rPr sz="2750" spc="20" dirty="0">
                <a:solidFill>
                  <a:srgbClr val="1A1A1C"/>
                </a:solidFill>
                <a:latin typeface="+mj-lt"/>
                <a:cs typeface="Times New Roman"/>
              </a:rPr>
              <a:t> </a:t>
            </a:r>
            <a:r>
              <a:rPr sz="2750" dirty="0">
                <a:solidFill>
                  <a:srgbClr val="1A1A1C"/>
                </a:solidFill>
                <a:latin typeface="+mj-lt"/>
                <a:cs typeface="Times New Roman"/>
              </a:rPr>
              <a:t>must</a:t>
            </a:r>
            <a:r>
              <a:rPr sz="2750" spc="30" dirty="0">
                <a:solidFill>
                  <a:srgbClr val="1A1A1C"/>
                </a:solidFill>
                <a:latin typeface="+mj-lt"/>
                <a:cs typeface="Times New Roman"/>
              </a:rPr>
              <a:t> </a:t>
            </a:r>
            <a:r>
              <a:rPr sz="2750" dirty="0">
                <a:solidFill>
                  <a:srgbClr val="1A1A1C"/>
                </a:solidFill>
                <a:latin typeface="+mj-lt"/>
                <a:cs typeface="Times New Roman"/>
              </a:rPr>
              <a:t>be</a:t>
            </a:r>
            <a:r>
              <a:rPr sz="2750" spc="-130" dirty="0">
                <a:solidFill>
                  <a:srgbClr val="1A1A1C"/>
                </a:solidFill>
                <a:latin typeface="+mj-lt"/>
                <a:cs typeface="Times New Roman"/>
              </a:rPr>
              <a:t> </a:t>
            </a:r>
            <a:r>
              <a:rPr sz="2750" spc="-10" dirty="0">
                <a:solidFill>
                  <a:srgbClr val="1A1A1C"/>
                </a:solidFill>
                <a:latin typeface="+mj-lt"/>
                <a:cs typeface="Times New Roman"/>
              </a:rPr>
              <a:t>encrypted.</a:t>
            </a:r>
            <a:endParaRPr sz="2750" dirty="0">
              <a:latin typeface="+mj-lt"/>
              <a:cs typeface="Times New Roman"/>
            </a:endParaRPr>
          </a:p>
          <a:p>
            <a:pPr marL="764540" indent="-267970">
              <a:lnSpc>
                <a:spcPts val="2965"/>
              </a:lnSpc>
              <a:buClr>
                <a:srgbClr val="052346"/>
              </a:buClr>
              <a:buChar char="•"/>
              <a:tabLst>
                <a:tab pos="764540" algn="l"/>
              </a:tabLst>
            </a:pPr>
            <a:r>
              <a:rPr sz="2750" b="1" dirty="0">
                <a:solidFill>
                  <a:srgbClr val="2A2A2D"/>
                </a:solidFill>
                <a:latin typeface="+mj-lt"/>
                <a:cs typeface="Times New Roman"/>
              </a:rPr>
              <a:t>BYOD: </a:t>
            </a:r>
            <a:r>
              <a:rPr sz="2750" spc="-85" dirty="0">
                <a:solidFill>
                  <a:srgbClr val="1A1A1C"/>
                </a:solidFill>
                <a:latin typeface="+mj-lt"/>
                <a:cs typeface="Times New Roman"/>
              </a:rPr>
              <a:t>No</a:t>
            </a:r>
            <a:r>
              <a:rPr sz="2750" spc="-50" dirty="0">
                <a:solidFill>
                  <a:srgbClr val="1A1A1C"/>
                </a:solidFill>
                <a:latin typeface="+mj-lt"/>
                <a:cs typeface="Times New Roman"/>
              </a:rPr>
              <a:t> </a:t>
            </a:r>
            <a:r>
              <a:rPr sz="2750" dirty="0">
                <a:solidFill>
                  <a:srgbClr val="1A1A1C"/>
                </a:solidFill>
                <a:latin typeface="+mj-lt"/>
                <a:cs typeface="Times New Roman"/>
              </a:rPr>
              <a:t>patient</a:t>
            </a:r>
            <a:r>
              <a:rPr sz="2750" spc="170" dirty="0">
                <a:solidFill>
                  <a:srgbClr val="1A1A1C"/>
                </a:solidFill>
                <a:latin typeface="+mj-lt"/>
                <a:cs typeface="Times New Roman"/>
              </a:rPr>
              <a:t> </a:t>
            </a:r>
            <a:r>
              <a:rPr sz="2750" dirty="0">
                <a:solidFill>
                  <a:srgbClr val="1A1A1C"/>
                </a:solidFill>
                <a:latin typeface="+mj-lt"/>
                <a:cs typeface="Times New Roman"/>
              </a:rPr>
              <a:t>photos</a:t>
            </a:r>
            <a:r>
              <a:rPr sz="2750" spc="-100" dirty="0">
                <a:solidFill>
                  <a:srgbClr val="1A1A1C"/>
                </a:solidFill>
                <a:latin typeface="+mj-lt"/>
                <a:cs typeface="Times New Roman"/>
              </a:rPr>
              <a:t> </a:t>
            </a:r>
            <a:r>
              <a:rPr sz="2750" spc="55" dirty="0">
                <a:solidFill>
                  <a:srgbClr val="1A1A1C"/>
                </a:solidFill>
                <a:latin typeface="+mj-lt"/>
                <a:cs typeface="Times New Roman"/>
              </a:rPr>
              <a:t>on</a:t>
            </a:r>
            <a:r>
              <a:rPr sz="2750" spc="20" dirty="0">
                <a:solidFill>
                  <a:srgbClr val="1A1A1C"/>
                </a:solidFill>
                <a:latin typeface="+mj-lt"/>
                <a:cs typeface="Times New Roman"/>
              </a:rPr>
              <a:t> </a:t>
            </a:r>
            <a:r>
              <a:rPr sz="2750" dirty="0">
                <a:solidFill>
                  <a:srgbClr val="1A1A1C"/>
                </a:solidFill>
                <a:latin typeface="+mj-lt"/>
                <a:cs typeface="Times New Roman"/>
              </a:rPr>
              <a:t>personal</a:t>
            </a:r>
            <a:r>
              <a:rPr sz="2750" spc="90" dirty="0">
                <a:solidFill>
                  <a:srgbClr val="1A1A1C"/>
                </a:solidFill>
                <a:latin typeface="+mj-lt"/>
                <a:cs typeface="Times New Roman"/>
              </a:rPr>
              <a:t> </a:t>
            </a:r>
            <a:r>
              <a:rPr sz="2750" spc="-10" dirty="0">
                <a:solidFill>
                  <a:srgbClr val="1A1A1C"/>
                </a:solidFill>
                <a:latin typeface="+mj-lt"/>
                <a:cs typeface="Times New Roman"/>
              </a:rPr>
              <a:t>phones.</a:t>
            </a:r>
            <a:endParaRPr sz="2750" dirty="0">
              <a:latin typeface="+mj-lt"/>
              <a:cs typeface="Times New Roman"/>
            </a:endParaRPr>
          </a:p>
          <a:p>
            <a:pPr marL="755650" indent="-259079">
              <a:lnSpc>
                <a:spcPts val="3110"/>
              </a:lnSpc>
              <a:buClr>
                <a:srgbClr val="052346"/>
              </a:buClr>
              <a:buChar char="•"/>
              <a:tabLst>
                <a:tab pos="755650" algn="l"/>
              </a:tabLst>
            </a:pPr>
            <a:r>
              <a:rPr sz="2750" b="1" dirty="0">
                <a:solidFill>
                  <a:srgbClr val="1A1A1C"/>
                </a:solidFill>
                <a:latin typeface="+mj-lt"/>
                <a:cs typeface="Times New Roman"/>
              </a:rPr>
              <a:t>USB</a:t>
            </a:r>
            <a:r>
              <a:rPr sz="2750" b="1" spc="-40" dirty="0">
                <a:solidFill>
                  <a:srgbClr val="1A1A1C"/>
                </a:solidFill>
                <a:latin typeface="+mj-lt"/>
                <a:cs typeface="Times New Roman"/>
              </a:rPr>
              <a:t> </a:t>
            </a:r>
            <a:r>
              <a:rPr sz="2750" b="1" spc="-90" dirty="0">
                <a:solidFill>
                  <a:srgbClr val="1A1A1C"/>
                </a:solidFill>
                <a:latin typeface="+mj-lt"/>
                <a:cs typeface="Times New Roman"/>
              </a:rPr>
              <a:t>Drives:</a:t>
            </a:r>
            <a:r>
              <a:rPr sz="2750" b="1" spc="-130" dirty="0">
                <a:solidFill>
                  <a:srgbClr val="1A1A1C"/>
                </a:solidFill>
                <a:latin typeface="+mj-lt"/>
                <a:cs typeface="Times New Roman"/>
              </a:rPr>
              <a:t> </a:t>
            </a:r>
            <a:r>
              <a:rPr sz="2750" spc="-30" dirty="0">
                <a:solidFill>
                  <a:srgbClr val="2A2A2D"/>
                </a:solidFill>
                <a:latin typeface="+mj-lt"/>
                <a:cs typeface="Times New Roman"/>
              </a:rPr>
              <a:t>Clinic-</a:t>
            </a:r>
            <a:r>
              <a:rPr sz="2750" dirty="0">
                <a:solidFill>
                  <a:srgbClr val="2A2A2D"/>
                </a:solidFill>
                <a:latin typeface="+mj-lt"/>
                <a:cs typeface="Times New Roman"/>
              </a:rPr>
              <a:t>issued</a:t>
            </a:r>
            <a:r>
              <a:rPr sz="2750" spc="145" dirty="0">
                <a:solidFill>
                  <a:srgbClr val="2A2A2D"/>
                </a:solidFill>
                <a:latin typeface="+mj-lt"/>
                <a:cs typeface="Times New Roman"/>
              </a:rPr>
              <a:t> </a:t>
            </a:r>
            <a:r>
              <a:rPr sz="2750" spc="50" dirty="0">
                <a:solidFill>
                  <a:srgbClr val="2A2A2D"/>
                </a:solidFill>
                <a:latin typeface="+mj-lt"/>
                <a:cs typeface="Times New Roman"/>
              </a:rPr>
              <a:t>and</a:t>
            </a:r>
            <a:r>
              <a:rPr sz="2750" spc="-90" dirty="0">
                <a:solidFill>
                  <a:srgbClr val="2A2A2D"/>
                </a:solidFill>
                <a:latin typeface="+mj-lt"/>
                <a:cs typeface="Times New Roman"/>
              </a:rPr>
              <a:t> </a:t>
            </a:r>
            <a:r>
              <a:rPr sz="2750" dirty="0">
                <a:solidFill>
                  <a:srgbClr val="2A2A2D"/>
                </a:solidFill>
                <a:latin typeface="+mj-lt"/>
                <a:cs typeface="Times New Roman"/>
              </a:rPr>
              <a:t>encrypted</a:t>
            </a:r>
            <a:r>
              <a:rPr sz="2750" spc="215" dirty="0">
                <a:solidFill>
                  <a:srgbClr val="2A2A2D"/>
                </a:solidFill>
                <a:latin typeface="+mj-lt"/>
                <a:cs typeface="Times New Roman"/>
              </a:rPr>
              <a:t> </a:t>
            </a:r>
            <a:r>
              <a:rPr sz="2750" spc="-10" dirty="0">
                <a:solidFill>
                  <a:srgbClr val="1A1A1C"/>
                </a:solidFill>
                <a:latin typeface="+mj-lt"/>
                <a:cs typeface="Times New Roman"/>
              </a:rPr>
              <a:t>only.</a:t>
            </a:r>
            <a:endParaRPr sz="2750" dirty="0">
              <a:latin typeface="+mj-lt"/>
              <a:cs typeface="Times New Roman"/>
            </a:endParaRPr>
          </a:p>
        </p:txBody>
      </p:sp>
      <p:pic>
        <p:nvPicPr>
          <p:cNvPr id="33" name="Graphic 32" descr="Warning with solid fill">
            <a:extLst>
              <a:ext uri="{FF2B5EF4-FFF2-40B4-BE49-F238E27FC236}">
                <a16:creationId xmlns:a16="http://schemas.microsoft.com/office/drawing/2014/main" id="{6253FCA8-6D54-2E9C-11DC-15602BAD40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3436" y="4870614"/>
            <a:ext cx="523875" cy="523875"/>
          </a:xfrm>
          <a:prstGeom prst="rect">
            <a:avLst/>
          </a:prstGeom>
        </p:spPr>
      </p:pic>
      <p:pic>
        <p:nvPicPr>
          <p:cNvPr id="34" name="Graphic 33" descr="Warning with solid fill">
            <a:extLst>
              <a:ext uri="{FF2B5EF4-FFF2-40B4-BE49-F238E27FC236}">
                <a16:creationId xmlns:a16="http://schemas.microsoft.com/office/drawing/2014/main" id="{ACF87D7F-4D90-E003-62DE-594BB38B65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64891" y="4863940"/>
            <a:ext cx="523875" cy="523875"/>
          </a:xfrm>
          <a:prstGeom prst="rect">
            <a:avLst/>
          </a:prstGeom>
        </p:spPr>
      </p:pic>
      <p:pic>
        <p:nvPicPr>
          <p:cNvPr id="35" name="Graphic 34" descr="Warning with solid fill">
            <a:extLst>
              <a:ext uri="{FF2B5EF4-FFF2-40B4-BE49-F238E27FC236}">
                <a16:creationId xmlns:a16="http://schemas.microsoft.com/office/drawing/2014/main" id="{A8B0FBB0-3AC6-8D09-0A57-1227B33CAB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748975" y="4870614"/>
            <a:ext cx="523875" cy="523875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424389BF-BCC9-B510-E429-8E3DF2BB4B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27200" y="1559091"/>
            <a:ext cx="2318119" cy="2305589"/>
          </a:xfrm>
          <a:prstGeom prst="rect">
            <a:avLst/>
          </a:prstGeom>
        </p:spPr>
      </p:pic>
      <p:sp>
        <p:nvSpPr>
          <p:cNvPr id="42" name="object 17">
            <a:extLst>
              <a:ext uri="{FF2B5EF4-FFF2-40B4-BE49-F238E27FC236}">
                <a16:creationId xmlns:a16="http://schemas.microsoft.com/office/drawing/2014/main" id="{4B012714-4E2D-A6D7-9050-AA6B9F7C0348}"/>
              </a:ext>
            </a:extLst>
          </p:cNvPr>
          <p:cNvSpPr txBox="1"/>
          <p:nvPr/>
        </p:nvSpPr>
        <p:spPr>
          <a:xfrm>
            <a:off x="143795" y="9185464"/>
            <a:ext cx="17221200" cy="37574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10"/>
              </a:spcBef>
            </a:pPr>
            <a:r>
              <a:rPr lang="en-US" sz="235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Times New Roman"/>
              </a:rPr>
              <a:t>Copyright 2026 Transworld Medical Management, LLC. All rights reserved.</a:t>
            </a:r>
            <a:endParaRPr sz="1350" dirty="0">
              <a:solidFill>
                <a:schemeClr val="tx1">
                  <a:lumMod val="50000"/>
                  <a:lumOff val="50000"/>
                </a:schemeClr>
              </a:solidFill>
              <a:latin typeface="+mn-lt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234D926A-0CA5-A6C9-0FF9-F6A3D9808622}"/>
              </a:ext>
            </a:extLst>
          </p:cNvPr>
          <p:cNvSpPr/>
          <p:nvPr/>
        </p:nvSpPr>
        <p:spPr>
          <a:xfrm>
            <a:off x="12562445" y="2656248"/>
            <a:ext cx="3871355" cy="5593060"/>
          </a:xfrm>
          <a:prstGeom prst="roundRect">
            <a:avLst>
              <a:gd name="adj" fmla="val 8882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CA5EDE4B-5E30-2AF3-EA10-0C09E3DBDB0E}"/>
              </a:ext>
            </a:extLst>
          </p:cNvPr>
          <p:cNvSpPr/>
          <p:nvPr/>
        </p:nvSpPr>
        <p:spPr>
          <a:xfrm>
            <a:off x="791635" y="2627858"/>
            <a:ext cx="10810522" cy="5593060"/>
          </a:xfrm>
          <a:prstGeom prst="roundRect">
            <a:avLst>
              <a:gd name="adj" fmla="val 8882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2EA6BF5D-70E6-DE0E-B2C0-A1D5D6E6B401}"/>
              </a:ext>
            </a:extLst>
          </p:cNvPr>
          <p:cNvSpPr/>
          <p:nvPr/>
        </p:nvSpPr>
        <p:spPr>
          <a:xfrm>
            <a:off x="1372483" y="3614592"/>
            <a:ext cx="9842464" cy="4343400"/>
          </a:xfrm>
          <a:prstGeom prst="roundRect">
            <a:avLst>
              <a:gd name="adj" fmla="val 3869"/>
            </a:avLst>
          </a:prstGeom>
          <a:solidFill>
            <a:schemeClr val="bg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D4D05423-48D3-8172-A384-9DF1539C89F7}"/>
              </a:ext>
            </a:extLst>
          </p:cNvPr>
          <p:cNvSpPr/>
          <p:nvPr/>
        </p:nvSpPr>
        <p:spPr>
          <a:xfrm>
            <a:off x="2390214" y="8428617"/>
            <a:ext cx="12252658" cy="882720"/>
          </a:xfrm>
          <a:prstGeom prst="roundRect">
            <a:avLst/>
          </a:prstGeom>
          <a:solidFill>
            <a:srgbClr val="C00000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7482" y="3932237"/>
            <a:ext cx="738741" cy="740436"/>
          </a:xfrm>
          <a:prstGeom prst="rect">
            <a:avLst/>
          </a:prstGeom>
        </p:spPr>
      </p:pic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12700" marR="5080" indent="10795">
              <a:lnSpc>
                <a:spcPts val="7040"/>
              </a:lnSpc>
              <a:spcBef>
                <a:spcPts val="1100"/>
              </a:spcBef>
            </a:pPr>
            <a:r>
              <a:rPr sz="6600" spc="270" dirty="0">
                <a:solidFill>
                  <a:srgbClr val="032346"/>
                </a:solidFill>
              </a:rPr>
              <a:t>The</a:t>
            </a:r>
            <a:r>
              <a:rPr sz="6600" spc="-315" dirty="0">
                <a:solidFill>
                  <a:srgbClr val="032346"/>
                </a:solidFill>
              </a:rPr>
              <a:t> </a:t>
            </a:r>
            <a:r>
              <a:rPr sz="6600" spc="170" dirty="0">
                <a:solidFill>
                  <a:srgbClr val="032346"/>
                </a:solidFill>
              </a:rPr>
              <a:t>Human</a:t>
            </a:r>
            <a:r>
              <a:rPr sz="6600" spc="-55" dirty="0">
                <a:solidFill>
                  <a:srgbClr val="032346"/>
                </a:solidFill>
              </a:rPr>
              <a:t> </a:t>
            </a:r>
            <a:r>
              <a:rPr sz="6600" spc="80" dirty="0">
                <a:solidFill>
                  <a:srgbClr val="032346"/>
                </a:solidFill>
              </a:rPr>
              <a:t>Firewall:</a:t>
            </a:r>
            <a:r>
              <a:rPr sz="6600" spc="-90" dirty="0">
                <a:solidFill>
                  <a:srgbClr val="032346"/>
                </a:solidFill>
              </a:rPr>
              <a:t> </a:t>
            </a:r>
            <a:r>
              <a:rPr sz="6600" spc="65" dirty="0">
                <a:solidFill>
                  <a:srgbClr val="032346"/>
                </a:solidFill>
              </a:rPr>
              <a:t>Responding</a:t>
            </a:r>
            <a:r>
              <a:rPr sz="6600" spc="235" dirty="0">
                <a:solidFill>
                  <a:srgbClr val="032346"/>
                </a:solidFill>
              </a:rPr>
              <a:t> </a:t>
            </a:r>
            <a:r>
              <a:rPr sz="6600" spc="210" dirty="0">
                <a:solidFill>
                  <a:srgbClr val="032346"/>
                </a:solidFill>
              </a:rPr>
              <a:t>to </a:t>
            </a:r>
            <a:r>
              <a:rPr sz="6600" spc="85" dirty="0">
                <a:solidFill>
                  <a:srgbClr val="032346"/>
                </a:solidFill>
              </a:rPr>
              <a:t>Social</a:t>
            </a:r>
            <a:r>
              <a:rPr sz="6600" spc="-260" dirty="0">
                <a:solidFill>
                  <a:srgbClr val="032346"/>
                </a:solidFill>
              </a:rPr>
              <a:t> </a:t>
            </a:r>
            <a:r>
              <a:rPr sz="6600" spc="80" dirty="0">
                <a:solidFill>
                  <a:srgbClr val="032346"/>
                </a:solidFill>
              </a:rPr>
              <a:t>Engineering</a:t>
            </a:r>
            <a:endParaRPr sz="6600" dirty="0"/>
          </a:p>
        </p:txBody>
      </p:sp>
      <p:sp>
        <p:nvSpPr>
          <p:cNvPr id="13" name="object 13"/>
          <p:cNvSpPr txBox="1"/>
          <p:nvPr/>
        </p:nvSpPr>
        <p:spPr>
          <a:xfrm>
            <a:off x="2677210" y="2897933"/>
            <a:ext cx="6468110" cy="5695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550" b="1" spc="100" dirty="0">
                <a:solidFill>
                  <a:srgbClr val="032346"/>
                </a:solidFill>
                <a:latin typeface="Arial"/>
                <a:cs typeface="Arial"/>
              </a:rPr>
              <a:t>Anatomy</a:t>
            </a:r>
            <a:r>
              <a:rPr sz="3550" b="1" spc="40" dirty="0">
                <a:solidFill>
                  <a:srgbClr val="032346"/>
                </a:solidFill>
                <a:latin typeface="Arial"/>
                <a:cs typeface="Arial"/>
              </a:rPr>
              <a:t> </a:t>
            </a:r>
            <a:r>
              <a:rPr sz="3550" b="1" spc="114" dirty="0">
                <a:solidFill>
                  <a:srgbClr val="032346"/>
                </a:solidFill>
                <a:latin typeface="Arial"/>
                <a:cs typeface="Arial"/>
              </a:rPr>
              <a:t>of</a:t>
            </a:r>
            <a:r>
              <a:rPr sz="3550" b="1" spc="-45" dirty="0">
                <a:solidFill>
                  <a:srgbClr val="032346"/>
                </a:solidFill>
                <a:latin typeface="Arial"/>
                <a:cs typeface="Arial"/>
              </a:rPr>
              <a:t> </a:t>
            </a:r>
            <a:r>
              <a:rPr sz="3550" b="1" spc="135" dirty="0">
                <a:solidFill>
                  <a:srgbClr val="032346"/>
                </a:solidFill>
                <a:latin typeface="Arial"/>
                <a:cs typeface="Arial"/>
              </a:rPr>
              <a:t>a</a:t>
            </a:r>
            <a:r>
              <a:rPr sz="3550" b="1" spc="-120" dirty="0">
                <a:solidFill>
                  <a:srgbClr val="032346"/>
                </a:solidFill>
                <a:latin typeface="Arial"/>
                <a:cs typeface="Arial"/>
              </a:rPr>
              <a:t> </a:t>
            </a:r>
            <a:r>
              <a:rPr sz="3550" b="1" spc="70" dirty="0">
                <a:solidFill>
                  <a:srgbClr val="032346"/>
                </a:solidFill>
                <a:latin typeface="Arial"/>
                <a:cs typeface="Arial"/>
              </a:rPr>
              <a:t>Phishing</a:t>
            </a:r>
            <a:r>
              <a:rPr sz="3550" b="1" spc="-145" dirty="0">
                <a:solidFill>
                  <a:srgbClr val="032346"/>
                </a:solidFill>
                <a:latin typeface="Arial"/>
                <a:cs typeface="Arial"/>
              </a:rPr>
              <a:t> </a:t>
            </a:r>
            <a:r>
              <a:rPr sz="3550" b="1" spc="40" dirty="0">
                <a:solidFill>
                  <a:srgbClr val="032346"/>
                </a:solidFill>
                <a:latin typeface="Arial"/>
                <a:cs typeface="Arial"/>
              </a:rPr>
              <a:t>Email</a:t>
            </a:r>
            <a:endParaRPr sz="3550" dirty="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386585" y="3906771"/>
            <a:ext cx="8646160" cy="4241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750" spc="60" dirty="0">
                <a:solidFill>
                  <a:srgbClr val="2F2F2F"/>
                </a:solidFill>
                <a:latin typeface="Arial"/>
                <a:cs typeface="Arial"/>
              </a:rPr>
              <a:t>IT</a:t>
            </a:r>
            <a:r>
              <a:rPr sz="1750" spc="-155" dirty="0">
                <a:solidFill>
                  <a:srgbClr val="2F2F2F"/>
                </a:solidFill>
                <a:latin typeface="Arial"/>
                <a:cs typeface="Arial"/>
              </a:rPr>
              <a:t> </a:t>
            </a:r>
            <a:r>
              <a:rPr sz="1750" spc="70" dirty="0">
                <a:solidFill>
                  <a:srgbClr val="1A1A1A"/>
                </a:solidFill>
                <a:latin typeface="Arial"/>
                <a:cs typeface="Arial"/>
              </a:rPr>
              <a:t>Dept</a:t>
            </a:r>
            <a:r>
              <a:rPr sz="1750" spc="-80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z="1750" spc="70" dirty="0">
                <a:solidFill>
                  <a:srgbClr val="2F2F2F"/>
                </a:solidFill>
                <a:latin typeface="Arial"/>
                <a:cs typeface="Arial"/>
              </a:rPr>
              <a:t>Support</a:t>
            </a:r>
            <a:r>
              <a:rPr sz="1750" spc="-15" dirty="0">
                <a:solidFill>
                  <a:srgbClr val="2F2F2F"/>
                </a:solidFill>
                <a:latin typeface="Arial"/>
                <a:cs typeface="Arial"/>
              </a:rPr>
              <a:t> </a:t>
            </a:r>
            <a:r>
              <a:rPr sz="1750" spc="60" dirty="0">
                <a:solidFill>
                  <a:srgbClr val="2F2F2F"/>
                </a:solidFill>
                <a:latin typeface="Arial"/>
                <a:cs typeface="Arial"/>
              </a:rPr>
              <a:t>&lt;</a:t>
            </a:r>
            <a:r>
              <a:rPr sz="1750" spc="60" dirty="0">
                <a:solidFill>
                  <a:srgbClr val="2F2F2F"/>
                </a:solidFill>
                <a:latin typeface="Arial"/>
                <a:cs typeface="Arial"/>
                <a:hlinkClick r:id="rId3"/>
              </a:rPr>
              <a:t>s</a:t>
            </a:r>
            <a:r>
              <a:rPr sz="1750" spc="60" dirty="0">
                <a:solidFill>
                  <a:srgbClr val="42464B"/>
                </a:solidFill>
                <a:latin typeface="Arial"/>
                <a:cs typeface="Arial"/>
                <a:hlinkClick r:id="rId3"/>
              </a:rPr>
              <a:t>u</a:t>
            </a:r>
            <a:r>
              <a:rPr sz="1750" spc="60" dirty="0">
                <a:solidFill>
                  <a:srgbClr val="2F2F2F"/>
                </a:solidFill>
                <a:latin typeface="Arial"/>
                <a:cs typeface="Arial"/>
                <a:hlinkClick r:id="rId3"/>
              </a:rPr>
              <a:t>pport@microsft-</a:t>
            </a:r>
            <a:r>
              <a:rPr sz="1750" spc="65" dirty="0">
                <a:solidFill>
                  <a:srgbClr val="2F2F2F"/>
                </a:solidFill>
                <a:latin typeface="Arial"/>
                <a:cs typeface="Arial"/>
                <a:hlinkClick r:id="rId3"/>
              </a:rPr>
              <a:t>updates.com</a:t>
            </a:r>
            <a:r>
              <a:rPr sz="1750" spc="65" dirty="0">
                <a:solidFill>
                  <a:srgbClr val="2F2F2F"/>
                </a:solidFill>
                <a:latin typeface="Arial"/>
                <a:cs typeface="Arial"/>
              </a:rPr>
              <a:t>&gt;</a:t>
            </a:r>
            <a:r>
              <a:rPr sz="1750" spc="-75" dirty="0">
                <a:solidFill>
                  <a:srgbClr val="2F2F2F"/>
                </a:solidFill>
                <a:latin typeface="Arial"/>
                <a:cs typeface="Arial"/>
              </a:rPr>
              <a:t> </a:t>
            </a:r>
            <a:r>
              <a:rPr lang="en-US" sz="1750" spc="-75" dirty="0">
                <a:solidFill>
                  <a:srgbClr val="2F2F2F"/>
                </a:solidFill>
                <a:latin typeface="Arial"/>
                <a:cs typeface="Arial"/>
              </a:rPr>
              <a:t>                       </a:t>
            </a:r>
            <a:r>
              <a:rPr sz="2600" b="1" u="none" spc="75" dirty="0">
                <a:solidFill>
                  <a:srgbClr val="A82B2B"/>
                </a:solidFill>
                <a:latin typeface="Arial"/>
                <a:cs typeface="Arial"/>
              </a:rPr>
              <a:t>Mismatched</a:t>
            </a:r>
            <a:endParaRPr sz="2600" dirty="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980863" y="4238690"/>
            <a:ext cx="1977389" cy="4241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600" b="1" spc="-10" dirty="0">
                <a:solidFill>
                  <a:srgbClr val="A82B2B"/>
                </a:solidFill>
                <a:latin typeface="Arial"/>
                <a:cs typeface="Arial"/>
              </a:rPr>
              <a:t>URL/Sender</a:t>
            </a:r>
            <a:endParaRPr sz="2600" dirty="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480003" y="4237085"/>
            <a:ext cx="6952615" cy="774065"/>
          </a:xfrm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L="920115">
              <a:lnSpc>
                <a:spcPct val="100000"/>
              </a:lnSpc>
              <a:spcBef>
                <a:spcPts val="925"/>
              </a:spcBef>
            </a:pPr>
            <a:r>
              <a:rPr sz="1800" spc="-25" dirty="0">
                <a:solidFill>
                  <a:srgbClr val="7C7E7E"/>
                </a:solidFill>
                <a:latin typeface="Times New Roman"/>
                <a:cs typeface="Times New Roman"/>
              </a:rPr>
              <a:t>To: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sz="1750" dirty="0">
                <a:solidFill>
                  <a:srgbClr val="7C7E7E"/>
                </a:solidFill>
                <a:latin typeface="Arial"/>
                <a:cs typeface="Arial"/>
              </a:rPr>
              <a:t>Subject:</a:t>
            </a:r>
            <a:r>
              <a:rPr sz="1750" spc="50" dirty="0">
                <a:solidFill>
                  <a:srgbClr val="7C7E7E"/>
                </a:solidFill>
                <a:latin typeface="Arial"/>
                <a:cs typeface="Arial"/>
              </a:rPr>
              <a:t> </a:t>
            </a:r>
            <a:r>
              <a:rPr sz="1750" spc="65" dirty="0">
                <a:solidFill>
                  <a:srgbClr val="2F2F2F"/>
                </a:solidFill>
                <a:latin typeface="Arial"/>
                <a:cs typeface="Arial"/>
              </a:rPr>
              <a:t>Urgent</a:t>
            </a:r>
            <a:r>
              <a:rPr sz="1750" spc="85" dirty="0">
                <a:solidFill>
                  <a:srgbClr val="2F2F2F"/>
                </a:solidFill>
                <a:latin typeface="Arial"/>
                <a:cs typeface="Arial"/>
              </a:rPr>
              <a:t> </a:t>
            </a:r>
            <a:r>
              <a:rPr sz="1750" spc="75" dirty="0">
                <a:solidFill>
                  <a:srgbClr val="2F2F2F"/>
                </a:solidFill>
                <a:latin typeface="Arial"/>
                <a:cs typeface="Arial"/>
              </a:rPr>
              <a:t>Action</a:t>
            </a:r>
            <a:r>
              <a:rPr sz="1750" spc="5" dirty="0">
                <a:solidFill>
                  <a:srgbClr val="2F2F2F"/>
                </a:solidFill>
                <a:latin typeface="Arial"/>
                <a:cs typeface="Arial"/>
              </a:rPr>
              <a:t> </a:t>
            </a:r>
            <a:r>
              <a:rPr sz="1750" dirty="0">
                <a:solidFill>
                  <a:srgbClr val="2F2F2F"/>
                </a:solidFill>
                <a:latin typeface="Arial"/>
                <a:cs typeface="Arial"/>
              </a:rPr>
              <a:t>Requ</a:t>
            </a:r>
            <a:r>
              <a:rPr sz="1750" dirty="0">
                <a:solidFill>
                  <a:srgbClr val="42464B"/>
                </a:solidFill>
                <a:latin typeface="Arial"/>
                <a:cs typeface="Arial"/>
              </a:rPr>
              <a:t>i</a:t>
            </a:r>
            <a:r>
              <a:rPr sz="1750" dirty="0">
                <a:solidFill>
                  <a:srgbClr val="1A1A1A"/>
                </a:solidFill>
                <a:latin typeface="Arial"/>
                <a:cs typeface="Arial"/>
              </a:rPr>
              <a:t>red:</a:t>
            </a:r>
            <a:r>
              <a:rPr sz="1750" spc="20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z="1750" dirty="0">
                <a:solidFill>
                  <a:srgbClr val="2F2F2F"/>
                </a:solidFill>
                <a:latin typeface="Arial"/>
                <a:cs typeface="Arial"/>
              </a:rPr>
              <a:t>Your</a:t>
            </a:r>
            <a:r>
              <a:rPr sz="1750" spc="125" dirty="0">
                <a:solidFill>
                  <a:srgbClr val="2F2F2F"/>
                </a:solidFill>
                <a:latin typeface="Arial"/>
                <a:cs typeface="Arial"/>
              </a:rPr>
              <a:t> </a:t>
            </a:r>
            <a:r>
              <a:rPr sz="1750" spc="55" dirty="0">
                <a:solidFill>
                  <a:srgbClr val="2F2F2F"/>
                </a:solidFill>
                <a:latin typeface="Arial"/>
                <a:cs typeface="Arial"/>
              </a:rPr>
              <a:t>Account</a:t>
            </a:r>
            <a:r>
              <a:rPr sz="1750" spc="254" dirty="0">
                <a:solidFill>
                  <a:srgbClr val="2F2F2F"/>
                </a:solidFill>
                <a:latin typeface="Arial"/>
                <a:cs typeface="Arial"/>
              </a:rPr>
              <a:t> </a:t>
            </a:r>
            <a:r>
              <a:rPr sz="1750" dirty="0">
                <a:solidFill>
                  <a:srgbClr val="2F2F2F"/>
                </a:solidFill>
                <a:latin typeface="Arial"/>
                <a:cs typeface="Arial"/>
              </a:rPr>
              <a:t>W</a:t>
            </a:r>
            <a:r>
              <a:rPr sz="1750" dirty="0">
                <a:solidFill>
                  <a:srgbClr val="42464B"/>
                </a:solidFill>
                <a:latin typeface="Arial"/>
                <a:cs typeface="Arial"/>
              </a:rPr>
              <a:t>i</a:t>
            </a:r>
            <a:r>
              <a:rPr sz="1750" dirty="0">
                <a:solidFill>
                  <a:srgbClr val="2F2F2F"/>
                </a:solidFill>
                <a:latin typeface="Arial"/>
                <a:cs typeface="Arial"/>
              </a:rPr>
              <a:t>ll</a:t>
            </a:r>
            <a:r>
              <a:rPr sz="1750" spc="125" dirty="0">
                <a:solidFill>
                  <a:srgbClr val="2F2F2F"/>
                </a:solidFill>
                <a:latin typeface="Arial"/>
                <a:cs typeface="Arial"/>
              </a:rPr>
              <a:t> </a:t>
            </a:r>
            <a:r>
              <a:rPr sz="1750" spc="60" dirty="0">
                <a:solidFill>
                  <a:srgbClr val="2F2F2F"/>
                </a:solidFill>
                <a:latin typeface="Arial"/>
                <a:cs typeface="Arial"/>
              </a:rPr>
              <a:t>Be</a:t>
            </a:r>
            <a:r>
              <a:rPr sz="1750" spc="-35" dirty="0">
                <a:solidFill>
                  <a:srgbClr val="2F2F2F"/>
                </a:solidFill>
                <a:latin typeface="Arial"/>
                <a:cs typeface="Arial"/>
              </a:rPr>
              <a:t> </a:t>
            </a:r>
            <a:r>
              <a:rPr sz="1750" spc="40" dirty="0">
                <a:solidFill>
                  <a:srgbClr val="2F2F2F"/>
                </a:solidFill>
                <a:latin typeface="Arial"/>
                <a:cs typeface="Arial"/>
              </a:rPr>
              <a:t>Suspended</a:t>
            </a:r>
            <a:endParaRPr sz="17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602181" y="7213203"/>
            <a:ext cx="8199120" cy="4241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3472179" algn="l"/>
                <a:tab pos="3796029" algn="l"/>
              </a:tabLst>
            </a:pPr>
            <a:r>
              <a:rPr sz="2250" i="1" dirty="0">
                <a:solidFill>
                  <a:srgbClr val="7C7E7E"/>
                </a:solidFill>
                <a:latin typeface="Arial"/>
                <a:cs typeface="Arial"/>
              </a:rPr>
              <a:t>@</a:t>
            </a:r>
            <a:r>
              <a:rPr sz="2250" i="1" spc="165" dirty="0">
                <a:solidFill>
                  <a:srgbClr val="7C7E7E"/>
                </a:solidFill>
                <a:latin typeface="Arial"/>
                <a:cs typeface="Arial"/>
              </a:rPr>
              <a:t> </a:t>
            </a:r>
            <a:r>
              <a:rPr sz="1750" spc="40" dirty="0">
                <a:solidFill>
                  <a:srgbClr val="2F2F2F"/>
                </a:solidFill>
                <a:latin typeface="Arial"/>
                <a:cs typeface="Arial"/>
              </a:rPr>
              <a:t>Un</a:t>
            </a:r>
            <a:r>
              <a:rPr sz="1750" spc="40" dirty="0">
                <a:solidFill>
                  <a:srgbClr val="42464B"/>
                </a:solidFill>
                <a:latin typeface="Arial"/>
                <a:cs typeface="Arial"/>
              </a:rPr>
              <a:t>paid_lnvoice_230</a:t>
            </a:r>
            <a:r>
              <a:rPr sz="1750" spc="40" dirty="0">
                <a:solidFill>
                  <a:srgbClr val="2F2F2F"/>
                </a:solidFill>
                <a:latin typeface="Arial"/>
                <a:cs typeface="Arial"/>
              </a:rPr>
              <a:t>45</a:t>
            </a:r>
            <a:r>
              <a:rPr sz="1750" spc="40" dirty="0">
                <a:solidFill>
                  <a:srgbClr val="42464B"/>
                </a:solidFill>
                <a:latin typeface="Arial"/>
                <a:cs typeface="Arial"/>
              </a:rPr>
              <a:t>.zip</a:t>
            </a:r>
            <a:r>
              <a:rPr lang="en-US" sz="1750" spc="40" dirty="0">
                <a:solidFill>
                  <a:srgbClr val="42464B"/>
                </a:solidFill>
                <a:latin typeface="Arial"/>
                <a:cs typeface="Arial"/>
              </a:rPr>
              <a:t>          </a:t>
            </a:r>
            <a:r>
              <a:rPr sz="1750" dirty="0">
                <a:solidFill>
                  <a:srgbClr val="42464B"/>
                </a:solidFill>
                <a:latin typeface="Arial"/>
                <a:cs typeface="Arial"/>
              </a:rPr>
              <a:t>	</a:t>
            </a:r>
            <a:r>
              <a:rPr lang="en-US" sz="2600" b="1" u="none" spc="80" dirty="0">
                <a:solidFill>
                  <a:srgbClr val="A82B2B"/>
                </a:solidFill>
                <a:latin typeface="Arial"/>
                <a:cs typeface="Arial"/>
              </a:rPr>
              <a:t>Unexpected</a:t>
            </a:r>
            <a:r>
              <a:rPr lang="en-US" sz="2600" b="1" u="none" spc="35" dirty="0">
                <a:solidFill>
                  <a:srgbClr val="A82B2B"/>
                </a:solidFill>
                <a:latin typeface="Arial"/>
                <a:cs typeface="Arial"/>
              </a:rPr>
              <a:t> </a:t>
            </a:r>
            <a:r>
              <a:rPr lang="en-US" sz="2600" b="1" u="none" spc="-10" dirty="0">
                <a:solidFill>
                  <a:srgbClr val="A82B2B"/>
                </a:solidFill>
                <a:latin typeface="Arial"/>
                <a:cs typeface="Arial"/>
              </a:rPr>
              <a:t>Invoice</a:t>
            </a:r>
            <a:endParaRPr sz="2600" dirty="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485601" y="5394026"/>
            <a:ext cx="1905635" cy="3549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50" spc="60" dirty="0">
                <a:solidFill>
                  <a:srgbClr val="2F2F2F"/>
                </a:solidFill>
                <a:latin typeface="Times New Roman"/>
                <a:cs typeface="Times New Roman"/>
              </a:rPr>
              <a:t>Dear</a:t>
            </a:r>
            <a:r>
              <a:rPr sz="2150" spc="3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150" spc="40" dirty="0">
                <a:solidFill>
                  <a:srgbClr val="2F2F2F"/>
                </a:solidFill>
                <a:latin typeface="Times New Roman"/>
                <a:cs typeface="Times New Roman"/>
              </a:rPr>
              <a:t>Emp</a:t>
            </a:r>
            <a:r>
              <a:rPr sz="2150" spc="40" dirty="0">
                <a:solidFill>
                  <a:srgbClr val="42464B"/>
                </a:solidFill>
                <a:latin typeface="Times New Roman"/>
                <a:cs typeface="Times New Roman"/>
              </a:rPr>
              <a:t>l</a:t>
            </a:r>
            <a:r>
              <a:rPr sz="2150" spc="40" dirty="0">
                <a:solidFill>
                  <a:srgbClr val="2F2F2F"/>
                </a:solidFill>
                <a:latin typeface="Times New Roman"/>
                <a:cs typeface="Times New Roman"/>
              </a:rPr>
              <a:t>oyee,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911265" y="5362112"/>
            <a:ext cx="2774315" cy="4241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600" b="1" spc="55" dirty="0">
                <a:solidFill>
                  <a:srgbClr val="A82B2B"/>
                </a:solidFill>
                <a:latin typeface="Arial"/>
                <a:cs typeface="Arial"/>
              </a:rPr>
              <a:t>Urgency</a:t>
            </a:r>
            <a:r>
              <a:rPr sz="2600" b="1" spc="-10" dirty="0">
                <a:solidFill>
                  <a:srgbClr val="A82B2B"/>
                </a:solidFill>
                <a:latin typeface="Arial"/>
                <a:cs typeface="Arial"/>
              </a:rPr>
              <a:t> </a:t>
            </a:r>
            <a:r>
              <a:rPr sz="2600" b="1" spc="75" dirty="0">
                <a:solidFill>
                  <a:srgbClr val="A82B2B"/>
                </a:solidFill>
                <a:latin typeface="Arial"/>
                <a:cs typeface="Arial"/>
              </a:rPr>
              <a:t>Threats</a:t>
            </a:r>
            <a:endParaRPr sz="2600" dirty="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469303" y="6006801"/>
            <a:ext cx="9648825" cy="98044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22860" marR="5080" indent="-10795">
              <a:lnSpc>
                <a:spcPct val="95500"/>
              </a:lnSpc>
              <a:spcBef>
                <a:spcPts val="225"/>
              </a:spcBef>
            </a:pPr>
            <a:r>
              <a:rPr sz="2150" spc="105" dirty="0">
                <a:solidFill>
                  <a:srgbClr val="2F2F2F"/>
                </a:solidFill>
                <a:latin typeface="Times New Roman"/>
                <a:cs typeface="Times New Roman"/>
              </a:rPr>
              <a:t>To</a:t>
            </a:r>
            <a:r>
              <a:rPr sz="2150" spc="-5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150" spc="85" dirty="0">
                <a:solidFill>
                  <a:srgbClr val="2F2F2F"/>
                </a:solidFill>
                <a:latin typeface="Times New Roman"/>
                <a:cs typeface="Times New Roman"/>
              </a:rPr>
              <a:t>prevent</a:t>
            </a:r>
            <a:r>
              <a:rPr sz="2150" spc="3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150" spc="60" dirty="0">
                <a:solidFill>
                  <a:srgbClr val="2F2F2F"/>
                </a:solidFill>
                <a:latin typeface="Times New Roman"/>
                <a:cs typeface="Times New Roman"/>
              </a:rPr>
              <a:t>immedia</a:t>
            </a:r>
            <a:r>
              <a:rPr sz="2150" spc="60" dirty="0">
                <a:solidFill>
                  <a:srgbClr val="42464B"/>
                </a:solidFill>
                <a:latin typeface="Times New Roman"/>
                <a:cs typeface="Times New Roman"/>
              </a:rPr>
              <a:t>t</a:t>
            </a:r>
            <a:r>
              <a:rPr sz="2150" spc="60" dirty="0">
                <a:solidFill>
                  <a:srgbClr val="2F2F2F"/>
                </a:solidFill>
                <a:latin typeface="Times New Roman"/>
                <a:cs typeface="Times New Roman"/>
              </a:rPr>
              <a:t>e</a:t>
            </a:r>
            <a:r>
              <a:rPr sz="2150" spc="7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150" spc="114" dirty="0">
                <a:solidFill>
                  <a:srgbClr val="2F2F2F"/>
                </a:solidFill>
                <a:latin typeface="Times New Roman"/>
                <a:cs typeface="Times New Roman"/>
              </a:rPr>
              <a:t>account</a:t>
            </a:r>
            <a:r>
              <a:rPr sz="2150" spc="-9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150" spc="90" dirty="0">
                <a:solidFill>
                  <a:srgbClr val="2F2F2F"/>
                </a:solidFill>
                <a:latin typeface="Times New Roman"/>
                <a:cs typeface="Times New Roman"/>
              </a:rPr>
              <a:t>suspension</a:t>
            </a:r>
            <a:r>
              <a:rPr sz="2150" spc="14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150" spc="100" dirty="0">
                <a:solidFill>
                  <a:srgbClr val="2F2F2F"/>
                </a:solidFill>
                <a:latin typeface="Times New Roman"/>
                <a:cs typeface="Times New Roman"/>
              </a:rPr>
              <a:t>due</a:t>
            </a:r>
            <a:r>
              <a:rPr sz="2150" spc="2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150" spc="80" dirty="0">
                <a:solidFill>
                  <a:srgbClr val="2F2F2F"/>
                </a:solidFill>
                <a:latin typeface="Times New Roman"/>
                <a:cs typeface="Times New Roman"/>
              </a:rPr>
              <a:t>to</a:t>
            </a:r>
            <a:r>
              <a:rPr sz="2150" spc="9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150" spc="95" dirty="0">
                <a:solidFill>
                  <a:srgbClr val="42464B"/>
                </a:solidFill>
                <a:latin typeface="Times New Roman"/>
                <a:cs typeface="Times New Roman"/>
              </a:rPr>
              <a:t>a</a:t>
            </a:r>
            <a:r>
              <a:rPr sz="2150" dirty="0">
                <a:solidFill>
                  <a:srgbClr val="42464B"/>
                </a:solidFill>
                <a:latin typeface="Times New Roman"/>
                <a:cs typeface="Times New Roman"/>
              </a:rPr>
              <a:t> </a:t>
            </a:r>
            <a:r>
              <a:rPr sz="2150" spc="85" dirty="0">
                <a:solidFill>
                  <a:srgbClr val="2F2F2F"/>
                </a:solidFill>
                <a:latin typeface="Times New Roman"/>
                <a:cs typeface="Times New Roman"/>
              </a:rPr>
              <a:t>securi</a:t>
            </a:r>
            <a:r>
              <a:rPr sz="2150" spc="85" dirty="0">
                <a:solidFill>
                  <a:srgbClr val="42464B"/>
                </a:solidFill>
                <a:latin typeface="Times New Roman"/>
                <a:cs typeface="Times New Roman"/>
              </a:rPr>
              <a:t>t</a:t>
            </a:r>
            <a:r>
              <a:rPr sz="2150" spc="85" dirty="0">
                <a:solidFill>
                  <a:srgbClr val="2F2F2F"/>
                </a:solidFill>
                <a:latin typeface="Times New Roman"/>
                <a:cs typeface="Times New Roman"/>
              </a:rPr>
              <a:t>y</a:t>
            </a:r>
            <a:r>
              <a:rPr sz="2150" spc="3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150" spc="85" dirty="0">
                <a:solidFill>
                  <a:srgbClr val="2F2F2F"/>
                </a:solidFill>
                <a:latin typeface="Times New Roman"/>
                <a:cs typeface="Times New Roman"/>
              </a:rPr>
              <a:t>breach,</a:t>
            </a:r>
            <a:r>
              <a:rPr sz="2150" spc="9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150" spc="75" dirty="0">
                <a:solidFill>
                  <a:srgbClr val="2F2F2F"/>
                </a:solidFill>
                <a:latin typeface="Times New Roman"/>
                <a:cs typeface="Times New Roman"/>
              </a:rPr>
              <a:t>please</a:t>
            </a:r>
            <a:r>
              <a:rPr sz="2150" spc="-5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150" spc="-10" dirty="0">
                <a:solidFill>
                  <a:srgbClr val="2F2F2F"/>
                </a:solidFill>
                <a:latin typeface="Times New Roman"/>
                <a:cs typeface="Times New Roman"/>
              </a:rPr>
              <a:t>click </a:t>
            </a:r>
            <a:r>
              <a:rPr sz="2150" dirty="0">
                <a:solidFill>
                  <a:srgbClr val="2F2F2F"/>
                </a:solidFill>
                <a:latin typeface="Times New Roman"/>
                <a:cs typeface="Times New Roman"/>
              </a:rPr>
              <a:t>the</a:t>
            </a:r>
            <a:r>
              <a:rPr sz="2150" spc="41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150" dirty="0">
                <a:solidFill>
                  <a:srgbClr val="1A1A1A"/>
                </a:solidFill>
                <a:latin typeface="Times New Roman"/>
                <a:cs typeface="Times New Roman"/>
              </a:rPr>
              <a:t>link</a:t>
            </a:r>
            <a:r>
              <a:rPr sz="2150" spc="130" dirty="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sz="2150" dirty="0">
                <a:solidFill>
                  <a:srgbClr val="2F2F2F"/>
                </a:solidFill>
                <a:latin typeface="Times New Roman"/>
                <a:cs typeface="Times New Roman"/>
              </a:rPr>
              <a:t>below</a:t>
            </a:r>
            <a:r>
              <a:rPr sz="2150" spc="9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150" dirty="0">
                <a:solidFill>
                  <a:srgbClr val="2F2F2F"/>
                </a:solidFill>
                <a:latin typeface="Times New Roman"/>
                <a:cs typeface="Times New Roman"/>
              </a:rPr>
              <a:t>to</a:t>
            </a:r>
            <a:r>
              <a:rPr sz="2150" spc="19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150" dirty="0">
                <a:solidFill>
                  <a:srgbClr val="2F2F2F"/>
                </a:solidFill>
                <a:latin typeface="Times New Roman"/>
                <a:cs typeface="Times New Roman"/>
              </a:rPr>
              <a:t>v</a:t>
            </a:r>
            <a:r>
              <a:rPr sz="2150" dirty="0">
                <a:solidFill>
                  <a:srgbClr val="42464B"/>
                </a:solidFill>
                <a:latin typeface="Times New Roman"/>
                <a:cs typeface="Times New Roman"/>
              </a:rPr>
              <a:t>e</a:t>
            </a:r>
            <a:r>
              <a:rPr sz="2150" dirty="0">
                <a:solidFill>
                  <a:srgbClr val="2F2F2F"/>
                </a:solidFill>
                <a:latin typeface="Times New Roman"/>
                <a:cs typeface="Times New Roman"/>
              </a:rPr>
              <a:t>ri</a:t>
            </a:r>
            <a:r>
              <a:rPr sz="2150" dirty="0">
                <a:solidFill>
                  <a:srgbClr val="42464B"/>
                </a:solidFill>
                <a:latin typeface="Times New Roman"/>
                <a:cs typeface="Times New Roman"/>
              </a:rPr>
              <a:t>f</a:t>
            </a:r>
            <a:r>
              <a:rPr sz="2150" dirty="0">
                <a:solidFill>
                  <a:srgbClr val="2F2F2F"/>
                </a:solidFill>
                <a:latin typeface="Times New Roman"/>
                <a:cs typeface="Times New Roman"/>
              </a:rPr>
              <a:t>y</a:t>
            </a:r>
            <a:r>
              <a:rPr sz="2150" spc="-4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150" spc="95" dirty="0">
                <a:solidFill>
                  <a:srgbClr val="2F2F2F"/>
                </a:solidFill>
                <a:latin typeface="Times New Roman"/>
                <a:cs typeface="Times New Roman"/>
              </a:rPr>
              <a:t>your</a:t>
            </a:r>
            <a:r>
              <a:rPr sz="2150" spc="-9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150" spc="90" dirty="0">
                <a:solidFill>
                  <a:srgbClr val="2F2F2F"/>
                </a:solidFill>
                <a:latin typeface="Times New Roman"/>
                <a:cs typeface="Times New Roman"/>
              </a:rPr>
              <a:t>creden</a:t>
            </a:r>
            <a:r>
              <a:rPr sz="2150" spc="90" dirty="0">
                <a:solidFill>
                  <a:srgbClr val="42464B"/>
                </a:solidFill>
                <a:latin typeface="Times New Roman"/>
                <a:cs typeface="Times New Roman"/>
              </a:rPr>
              <a:t>t</a:t>
            </a:r>
            <a:r>
              <a:rPr sz="2150" spc="90" dirty="0">
                <a:solidFill>
                  <a:srgbClr val="2F2F2F"/>
                </a:solidFill>
                <a:latin typeface="Times New Roman"/>
                <a:cs typeface="Times New Roman"/>
              </a:rPr>
              <a:t>ials.</a:t>
            </a:r>
            <a:r>
              <a:rPr sz="2150" spc="-13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150" spc="65" dirty="0">
                <a:solidFill>
                  <a:srgbClr val="2F2F2F"/>
                </a:solidFill>
                <a:latin typeface="Times New Roman"/>
                <a:cs typeface="Times New Roman"/>
              </a:rPr>
              <a:t>Attached</a:t>
            </a:r>
            <a:r>
              <a:rPr sz="2150" spc="19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150" dirty="0">
                <a:solidFill>
                  <a:srgbClr val="1A1A1A"/>
                </a:solidFill>
                <a:latin typeface="Times New Roman"/>
                <a:cs typeface="Times New Roman"/>
              </a:rPr>
              <a:t>is</a:t>
            </a:r>
            <a:r>
              <a:rPr sz="2150" spc="-70" dirty="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sz="2150" spc="95" dirty="0">
                <a:solidFill>
                  <a:srgbClr val="2F2F2F"/>
                </a:solidFill>
                <a:latin typeface="Times New Roman"/>
                <a:cs typeface="Times New Roman"/>
              </a:rPr>
              <a:t>your</a:t>
            </a:r>
            <a:r>
              <a:rPr sz="2150" spc="11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150" spc="95" dirty="0">
                <a:solidFill>
                  <a:srgbClr val="2F2F2F"/>
                </a:solidFill>
                <a:latin typeface="Times New Roman"/>
                <a:cs typeface="Times New Roman"/>
              </a:rPr>
              <a:t>updated</a:t>
            </a:r>
            <a:r>
              <a:rPr sz="2150" spc="3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150" spc="100" dirty="0">
                <a:solidFill>
                  <a:srgbClr val="2F2F2F"/>
                </a:solidFill>
                <a:latin typeface="Times New Roman"/>
                <a:cs typeface="Times New Roman"/>
              </a:rPr>
              <a:t>security</a:t>
            </a:r>
            <a:r>
              <a:rPr sz="2150" spc="13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150" spc="-10" dirty="0">
                <a:solidFill>
                  <a:srgbClr val="2F2F2F"/>
                </a:solidFill>
                <a:latin typeface="Times New Roman"/>
                <a:cs typeface="Times New Roman"/>
              </a:rPr>
              <a:t>policy </a:t>
            </a:r>
            <a:r>
              <a:rPr sz="2150" dirty="0">
                <a:solidFill>
                  <a:srgbClr val="2F2F2F"/>
                </a:solidFill>
                <a:latin typeface="Times New Roman"/>
                <a:cs typeface="Times New Roman"/>
              </a:rPr>
              <a:t>for</a:t>
            </a:r>
            <a:r>
              <a:rPr sz="2150" spc="32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150" spc="-10" dirty="0">
                <a:solidFill>
                  <a:srgbClr val="2F2F2F"/>
                </a:solidFill>
                <a:latin typeface="Times New Roman"/>
                <a:cs typeface="Times New Roman"/>
              </a:rPr>
              <a:t>review.</a:t>
            </a:r>
            <a:endParaRPr sz="2150" dirty="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2830226" y="3006758"/>
            <a:ext cx="3369310" cy="24460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17170" marR="430530" indent="407034">
              <a:lnSpc>
                <a:spcPts val="4420"/>
              </a:lnSpc>
              <a:spcBef>
                <a:spcPts val="130"/>
              </a:spcBef>
            </a:pPr>
            <a:r>
              <a:rPr sz="3550" b="1" spc="75" dirty="0">
                <a:solidFill>
                  <a:srgbClr val="032346"/>
                </a:solidFill>
                <a:latin typeface="Arial"/>
                <a:cs typeface="Arial"/>
              </a:rPr>
              <a:t>Physical </a:t>
            </a:r>
            <a:r>
              <a:rPr sz="3550" b="1" spc="55" dirty="0">
                <a:solidFill>
                  <a:srgbClr val="032346"/>
                </a:solidFill>
                <a:latin typeface="Arial"/>
                <a:cs typeface="Arial"/>
              </a:rPr>
              <a:t>Engineering</a:t>
            </a:r>
            <a:endParaRPr sz="3550" dirty="0">
              <a:latin typeface="Arial"/>
              <a:cs typeface="Arial"/>
            </a:endParaRPr>
          </a:p>
          <a:p>
            <a:pPr marL="302260" marR="5080" indent="-290195">
              <a:lnSpc>
                <a:spcPct val="109900"/>
              </a:lnSpc>
              <a:spcBef>
                <a:spcPts val="2140"/>
              </a:spcBef>
              <a:buClr>
                <a:srgbClr val="42464B"/>
              </a:buClr>
              <a:buChar char="•"/>
              <a:tabLst>
                <a:tab pos="307340" algn="l"/>
              </a:tabLst>
            </a:pPr>
            <a:r>
              <a:rPr sz="3050" dirty="0">
                <a:solidFill>
                  <a:srgbClr val="2F2F2F"/>
                </a:solidFill>
                <a:latin typeface="+mj-lt"/>
                <a:cs typeface="Times New Roman"/>
              </a:rPr>
              <a:t>T</a:t>
            </a:r>
            <a:r>
              <a:rPr sz="3050" dirty="0">
                <a:solidFill>
                  <a:srgbClr val="42464B"/>
                </a:solidFill>
                <a:latin typeface="+mj-lt"/>
                <a:cs typeface="Times New Roman"/>
              </a:rPr>
              <a:t>ai</a:t>
            </a:r>
            <a:r>
              <a:rPr sz="3050" dirty="0">
                <a:solidFill>
                  <a:srgbClr val="2F2F2F"/>
                </a:solidFill>
                <a:latin typeface="+mj-lt"/>
                <a:cs typeface="Times New Roman"/>
              </a:rPr>
              <a:t>l</a:t>
            </a:r>
            <a:r>
              <a:rPr sz="3050" dirty="0">
                <a:solidFill>
                  <a:srgbClr val="42464B"/>
                </a:solidFill>
                <a:latin typeface="+mj-lt"/>
                <a:cs typeface="Times New Roman"/>
              </a:rPr>
              <a:t>ga</a:t>
            </a:r>
            <a:r>
              <a:rPr sz="3050" dirty="0">
                <a:solidFill>
                  <a:srgbClr val="2F2F2F"/>
                </a:solidFill>
                <a:latin typeface="+mj-lt"/>
                <a:cs typeface="Times New Roman"/>
              </a:rPr>
              <a:t>t</a:t>
            </a:r>
            <a:r>
              <a:rPr sz="3050" dirty="0">
                <a:solidFill>
                  <a:srgbClr val="42464B"/>
                </a:solidFill>
                <a:latin typeface="+mj-lt"/>
                <a:cs typeface="Times New Roman"/>
              </a:rPr>
              <a:t>ing</a:t>
            </a:r>
            <a:r>
              <a:rPr sz="3050" spc="305" dirty="0">
                <a:solidFill>
                  <a:srgbClr val="42464B"/>
                </a:solidFill>
                <a:latin typeface="+mj-lt"/>
                <a:cs typeface="Times New Roman"/>
              </a:rPr>
              <a:t> </a:t>
            </a:r>
            <a:r>
              <a:rPr sz="3050" spc="100" dirty="0">
                <a:solidFill>
                  <a:srgbClr val="2F2F2F"/>
                </a:solidFill>
                <a:latin typeface="+mj-lt"/>
                <a:cs typeface="Times New Roman"/>
              </a:rPr>
              <a:t>th</a:t>
            </a:r>
            <a:r>
              <a:rPr sz="3050" spc="100" dirty="0">
                <a:solidFill>
                  <a:srgbClr val="42464B"/>
                </a:solidFill>
                <a:latin typeface="+mj-lt"/>
                <a:cs typeface="Times New Roman"/>
              </a:rPr>
              <a:t>ro</a:t>
            </a:r>
            <a:r>
              <a:rPr sz="3050" spc="100" dirty="0">
                <a:solidFill>
                  <a:srgbClr val="2F2F2F"/>
                </a:solidFill>
                <a:latin typeface="+mj-lt"/>
                <a:cs typeface="Times New Roman"/>
              </a:rPr>
              <a:t>u</a:t>
            </a:r>
            <a:r>
              <a:rPr sz="3050" spc="100" dirty="0">
                <a:solidFill>
                  <a:srgbClr val="42464B"/>
                </a:solidFill>
                <a:latin typeface="+mj-lt"/>
                <a:cs typeface="Times New Roman"/>
              </a:rPr>
              <a:t>gh 	</a:t>
            </a:r>
            <a:r>
              <a:rPr sz="3050" spc="150" dirty="0">
                <a:solidFill>
                  <a:srgbClr val="42464B"/>
                </a:solidFill>
                <a:latin typeface="+mj-lt"/>
                <a:cs typeface="Times New Roman"/>
              </a:rPr>
              <a:t>secure</a:t>
            </a:r>
            <a:r>
              <a:rPr sz="3050" spc="-20" dirty="0">
                <a:solidFill>
                  <a:srgbClr val="42464B"/>
                </a:solidFill>
                <a:latin typeface="+mj-lt"/>
                <a:cs typeface="Times New Roman"/>
              </a:rPr>
              <a:t> </a:t>
            </a:r>
            <a:r>
              <a:rPr sz="3050" spc="120" dirty="0">
                <a:solidFill>
                  <a:srgbClr val="2F2F2F"/>
                </a:solidFill>
                <a:latin typeface="+mj-lt"/>
                <a:cs typeface="Times New Roman"/>
              </a:rPr>
              <a:t>d</a:t>
            </a:r>
            <a:r>
              <a:rPr sz="3050" spc="120" dirty="0">
                <a:solidFill>
                  <a:srgbClr val="42464B"/>
                </a:solidFill>
                <a:latin typeface="+mj-lt"/>
                <a:cs typeface="Times New Roman"/>
              </a:rPr>
              <a:t>o</a:t>
            </a:r>
            <a:r>
              <a:rPr sz="3050" spc="120" dirty="0">
                <a:solidFill>
                  <a:srgbClr val="2F2F2F"/>
                </a:solidFill>
                <a:latin typeface="+mj-lt"/>
                <a:cs typeface="Times New Roman"/>
              </a:rPr>
              <a:t>o</a:t>
            </a:r>
            <a:r>
              <a:rPr sz="3050" spc="120" dirty="0">
                <a:solidFill>
                  <a:srgbClr val="42464B"/>
                </a:solidFill>
                <a:latin typeface="+mj-lt"/>
                <a:cs typeface="Times New Roman"/>
              </a:rPr>
              <a:t>rs</a:t>
            </a:r>
            <a:r>
              <a:rPr sz="3050" spc="120" dirty="0">
                <a:solidFill>
                  <a:srgbClr val="42464B"/>
                </a:solidFill>
                <a:latin typeface="Times New Roman"/>
                <a:cs typeface="Times New Roman"/>
              </a:rPr>
              <a:t>.</a:t>
            </a:r>
            <a:endParaRPr sz="3050" dirty="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2830226" y="5937865"/>
            <a:ext cx="3397885" cy="1532255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13055" marR="5080" indent="-300990">
              <a:lnSpc>
                <a:spcPct val="108500"/>
              </a:lnSpc>
              <a:spcBef>
                <a:spcPts val="45"/>
              </a:spcBef>
              <a:buChar char="•"/>
              <a:tabLst>
                <a:tab pos="313055" algn="l"/>
                <a:tab pos="320675" algn="l"/>
              </a:tabLst>
            </a:pPr>
            <a:r>
              <a:rPr sz="3050" dirty="0">
                <a:solidFill>
                  <a:srgbClr val="2F2F2F"/>
                </a:solidFill>
                <a:latin typeface="Times New Roman"/>
                <a:cs typeface="Times New Roman"/>
              </a:rPr>
              <a:t>	</a:t>
            </a:r>
            <a:r>
              <a:rPr sz="3050" dirty="0">
                <a:solidFill>
                  <a:srgbClr val="42464B"/>
                </a:solidFill>
                <a:latin typeface="+mj-lt"/>
                <a:cs typeface="Times New Roman"/>
              </a:rPr>
              <a:t>Fake</a:t>
            </a:r>
            <a:r>
              <a:rPr sz="3050" spc="-100" dirty="0">
                <a:solidFill>
                  <a:srgbClr val="42464B"/>
                </a:solidFill>
                <a:latin typeface="+mj-lt"/>
                <a:cs typeface="Times New Roman"/>
              </a:rPr>
              <a:t> </a:t>
            </a:r>
            <a:r>
              <a:rPr sz="3050" spc="65" dirty="0">
                <a:solidFill>
                  <a:srgbClr val="42464B"/>
                </a:solidFill>
                <a:latin typeface="+mj-lt"/>
                <a:cs typeface="Times New Roman"/>
              </a:rPr>
              <a:t>Tec</a:t>
            </a:r>
            <a:r>
              <a:rPr sz="3050" spc="65" dirty="0">
                <a:solidFill>
                  <a:srgbClr val="2F2F2F"/>
                </a:solidFill>
                <a:latin typeface="+mj-lt"/>
                <a:cs typeface="Times New Roman"/>
              </a:rPr>
              <a:t>h</a:t>
            </a:r>
            <a:r>
              <a:rPr sz="3050" spc="130" dirty="0">
                <a:solidFill>
                  <a:srgbClr val="2F2F2F"/>
                </a:solidFill>
                <a:latin typeface="+mj-lt"/>
                <a:cs typeface="Times New Roman"/>
              </a:rPr>
              <a:t> </a:t>
            </a:r>
            <a:r>
              <a:rPr sz="3050" spc="60" dirty="0">
                <a:solidFill>
                  <a:srgbClr val="42464B"/>
                </a:solidFill>
                <a:latin typeface="+mj-lt"/>
                <a:cs typeface="Times New Roman"/>
              </a:rPr>
              <a:t>S</a:t>
            </a:r>
            <a:r>
              <a:rPr sz="3050" spc="60" dirty="0">
                <a:solidFill>
                  <a:srgbClr val="2F2F2F"/>
                </a:solidFill>
                <a:latin typeface="+mj-lt"/>
                <a:cs typeface="Times New Roman"/>
              </a:rPr>
              <a:t>upp</a:t>
            </a:r>
            <a:r>
              <a:rPr sz="3050" spc="60" dirty="0">
                <a:solidFill>
                  <a:srgbClr val="42464B"/>
                </a:solidFill>
                <a:latin typeface="+mj-lt"/>
                <a:cs typeface="Times New Roman"/>
              </a:rPr>
              <a:t>ort </a:t>
            </a:r>
            <a:r>
              <a:rPr sz="3050" dirty="0">
                <a:solidFill>
                  <a:srgbClr val="42464B"/>
                </a:solidFill>
                <a:latin typeface="+mj-lt"/>
                <a:cs typeface="Times New Roman"/>
              </a:rPr>
              <a:t>ca</a:t>
            </a:r>
            <a:r>
              <a:rPr sz="3050" dirty="0">
                <a:solidFill>
                  <a:srgbClr val="2F2F2F"/>
                </a:solidFill>
                <a:latin typeface="+mj-lt"/>
                <a:cs typeface="Times New Roman"/>
              </a:rPr>
              <a:t>ll</a:t>
            </a:r>
            <a:r>
              <a:rPr sz="3050" dirty="0">
                <a:solidFill>
                  <a:srgbClr val="42464B"/>
                </a:solidFill>
                <a:latin typeface="+mj-lt"/>
                <a:cs typeface="Times New Roman"/>
              </a:rPr>
              <a:t>s</a:t>
            </a:r>
            <a:r>
              <a:rPr sz="3050" spc="55" dirty="0">
                <a:solidFill>
                  <a:srgbClr val="42464B"/>
                </a:solidFill>
                <a:latin typeface="+mj-lt"/>
                <a:cs typeface="Times New Roman"/>
              </a:rPr>
              <a:t> </a:t>
            </a:r>
            <a:r>
              <a:rPr sz="3050" spc="50" dirty="0">
                <a:solidFill>
                  <a:srgbClr val="42464B"/>
                </a:solidFill>
                <a:latin typeface="+mj-lt"/>
                <a:cs typeface="Times New Roman"/>
              </a:rPr>
              <a:t>as</a:t>
            </a:r>
            <a:r>
              <a:rPr sz="3050" spc="50" dirty="0">
                <a:solidFill>
                  <a:srgbClr val="2F2F2F"/>
                </a:solidFill>
                <a:latin typeface="+mj-lt"/>
                <a:cs typeface="Times New Roman"/>
              </a:rPr>
              <a:t>ki</a:t>
            </a:r>
            <a:r>
              <a:rPr sz="3050" spc="50" dirty="0">
                <a:solidFill>
                  <a:srgbClr val="42464B"/>
                </a:solidFill>
                <a:latin typeface="+mj-lt"/>
                <a:cs typeface="Times New Roman"/>
              </a:rPr>
              <a:t>ng</a:t>
            </a:r>
            <a:r>
              <a:rPr sz="3050" spc="5" dirty="0">
                <a:solidFill>
                  <a:srgbClr val="42464B"/>
                </a:solidFill>
                <a:latin typeface="+mj-lt"/>
                <a:cs typeface="Times New Roman"/>
              </a:rPr>
              <a:t> </a:t>
            </a:r>
            <a:r>
              <a:rPr sz="3050" spc="-25" dirty="0">
                <a:solidFill>
                  <a:srgbClr val="42464B"/>
                </a:solidFill>
                <a:latin typeface="+mj-lt"/>
                <a:cs typeface="Times New Roman"/>
              </a:rPr>
              <a:t>f</a:t>
            </a:r>
            <a:r>
              <a:rPr sz="3050" spc="-25" dirty="0">
                <a:solidFill>
                  <a:srgbClr val="2F2F2F"/>
                </a:solidFill>
                <a:latin typeface="+mj-lt"/>
                <a:cs typeface="Times New Roman"/>
              </a:rPr>
              <a:t>or </a:t>
            </a:r>
            <a:r>
              <a:rPr sz="3050" spc="90" dirty="0">
                <a:solidFill>
                  <a:srgbClr val="2F2F2F"/>
                </a:solidFill>
                <a:latin typeface="+mj-lt"/>
                <a:cs typeface="Times New Roman"/>
              </a:rPr>
              <a:t>p</a:t>
            </a:r>
            <a:r>
              <a:rPr sz="3050" spc="90" dirty="0">
                <a:solidFill>
                  <a:srgbClr val="42464B"/>
                </a:solidFill>
                <a:latin typeface="+mj-lt"/>
                <a:cs typeface="Times New Roman"/>
              </a:rPr>
              <a:t>assw</a:t>
            </a:r>
            <a:r>
              <a:rPr sz="3050" spc="90" dirty="0">
                <a:solidFill>
                  <a:srgbClr val="2F2F2F"/>
                </a:solidFill>
                <a:latin typeface="+mj-lt"/>
                <a:cs typeface="Times New Roman"/>
              </a:rPr>
              <a:t>o</a:t>
            </a:r>
            <a:r>
              <a:rPr sz="3050" spc="90" dirty="0">
                <a:solidFill>
                  <a:srgbClr val="42464B"/>
                </a:solidFill>
                <a:latin typeface="+mj-lt"/>
                <a:cs typeface="Times New Roman"/>
              </a:rPr>
              <a:t>r</a:t>
            </a:r>
            <a:r>
              <a:rPr sz="3050" spc="90" dirty="0">
                <a:solidFill>
                  <a:srgbClr val="2F2F2F"/>
                </a:solidFill>
                <a:latin typeface="+mj-lt"/>
                <a:cs typeface="Times New Roman"/>
              </a:rPr>
              <a:t>d</a:t>
            </a:r>
            <a:r>
              <a:rPr sz="3050" spc="90" dirty="0">
                <a:solidFill>
                  <a:srgbClr val="42464B"/>
                </a:solidFill>
                <a:latin typeface="+mj-lt"/>
                <a:cs typeface="Times New Roman"/>
              </a:rPr>
              <a:t>s</a:t>
            </a:r>
            <a:r>
              <a:rPr sz="3050" spc="90" dirty="0">
                <a:solidFill>
                  <a:srgbClr val="2F2F2F"/>
                </a:solidFill>
                <a:latin typeface="+mj-lt"/>
                <a:cs typeface="Times New Roman"/>
              </a:rPr>
              <a:t>.</a:t>
            </a:r>
            <a:endParaRPr sz="3050" dirty="0">
              <a:latin typeface="+mj-lt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817418" y="8583424"/>
            <a:ext cx="11398250" cy="649605"/>
          </a:xfrm>
          <a:prstGeom prst="rect">
            <a:avLst/>
          </a:prstGeom>
          <a:noFill/>
        </p:spPr>
        <p:txBody>
          <a:bodyPr vert="horz" wrap="square" lIns="0" tIns="273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15"/>
              </a:spcBef>
            </a:pPr>
            <a:r>
              <a:rPr sz="3550" b="1" spc="65" dirty="0">
                <a:solidFill>
                  <a:srgbClr val="FDF6F4"/>
                </a:solidFill>
                <a:latin typeface="Arial"/>
                <a:cs typeface="Arial"/>
              </a:rPr>
              <a:t>If</a:t>
            </a:r>
            <a:r>
              <a:rPr sz="3550" b="1" spc="240" dirty="0">
                <a:solidFill>
                  <a:srgbClr val="FDF6F4"/>
                </a:solidFill>
                <a:latin typeface="Arial"/>
                <a:cs typeface="Arial"/>
              </a:rPr>
              <a:t> </a:t>
            </a:r>
            <a:r>
              <a:rPr sz="3550" b="1" dirty="0">
                <a:solidFill>
                  <a:srgbClr val="FDF6F4"/>
                </a:solidFill>
                <a:latin typeface="Arial"/>
                <a:cs typeface="Arial"/>
              </a:rPr>
              <a:t>suspicious:</a:t>
            </a:r>
            <a:r>
              <a:rPr sz="3550" b="1" spc="-25" dirty="0">
                <a:solidFill>
                  <a:srgbClr val="FDF6F4"/>
                </a:solidFill>
                <a:latin typeface="Arial"/>
                <a:cs typeface="Arial"/>
              </a:rPr>
              <a:t> </a:t>
            </a:r>
            <a:r>
              <a:rPr sz="3550" b="1" spc="135" dirty="0">
                <a:solidFill>
                  <a:srgbClr val="FDF6F4"/>
                </a:solidFill>
                <a:latin typeface="Arial"/>
                <a:cs typeface="Arial"/>
              </a:rPr>
              <a:t>Do</a:t>
            </a:r>
            <a:r>
              <a:rPr sz="3550" b="1" spc="-140" dirty="0">
                <a:solidFill>
                  <a:srgbClr val="FDF6F4"/>
                </a:solidFill>
                <a:latin typeface="Arial"/>
                <a:cs typeface="Arial"/>
              </a:rPr>
              <a:t> </a:t>
            </a:r>
            <a:r>
              <a:rPr sz="3550" b="1" spc="95" dirty="0">
                <a:solidFill>
                  <a:srgbClr val="FDF6F4"/>
                </a:solidFill>
                <a:latin typeface="Arial"/>
                <a:cs typeface="Arial"/>
              </a:rPr>
              <a:t>NOT</a:t>
            </a:r>
            <a:r>
              <a:rPr sz="3550" b="1" spc="10" dirty="0">
                <a:solidFill>
                  <a:srgbClr val="FDF6F4"/>
                </a:solidFill>
                <a:latin typeface="Arial"/>
                <a:cs typeface="Arial"/>
              </a:rPr>
              <a:t> </a:t>
            </a:r>
            <a:r>
              <a:rPr sz="3550" b="1" spc="114" dirty="0">
                <a:solidFill>
                  <a:srgbClr val="FDF6F4"/>
                </a:solidFill>
                <a:latin typeface="Arial"/>
                <a:cs typeface="Arial"/>
              </a:rPr>
              <a:t>forward.</a:t>
            </a:r>
            <a:r>
              <a:rPr sz="3550" b="1" spc="-114" dirty="0">
                <a:solidFill>
                  <a:srgbClr val="FDF6F4"/>
                </a:solidFill>
                <a:latin typeface="Arial"/>
                <a:cs typeface="Arial"/>
              </a:rPr>
              <a:t> </a:t>
            </a:r>
            <a:r>
              <a:rPr sz="3550" b="1" spc="90" dirty="0">
                <a:solidFill>
                  <a:srgbClr val="FDF6F4"/>
                </a:solidFill>
                <a:latin typeface="Arial"/>
                <a:cs typeface="Arial"/>
              </a:rPr>
              <a:t>Call</a:t>
            </a:r>
            <a:r>
              <a:rPr sz="3550" b="1" spc="-204" dirty="0">
                <a:solidFill>
                  <a:srgbClr val="FDF6F4"/>
                </a:solidFill>
                <a:latin typeface="Arial"/>
                <a:cs typeface="Arial"/>
              </a:rPr>
              <a:t> </a:t>
            </a:r>
            <a:r>
              <a:rPr sz="3550" b="1" spc="90" dirty="0">
                <a:solidFill>
                  <a:srgbClr val="FDF6F4"/>
                </a:solidFill>
                <a:latin typeface="Arial"/>
                <a:cs typeface="Arial"/>
              </a:rPr>
              <a:t>IT</a:t>
            </a:r>
            <a:r>
              <a:rPr sz="3550" b="1" spc="30" dirty="0">
                <a:solidFill>
                  <a:srgbClr val="FDF6F4"/>
                </a:solidFill>
                <a:latin typeface="Arial"/>
                <a:cs typeface="Arial"/>
              </a:rPr>
              <a:t> </a:t>
            </a:r>
            <a:r>
              <a:rPr sz="3550" b="1" spc="90" dirty="0">
                <a:solidFill>
                  <a:srgbClr val="FDF6F4"/>
                </a:solidFill>
                <a:latin typeface="Arial"/>
                <a:cs typeface="Arial"/>
              </a:rPr>
              <a:t>immediately.</a:t>
            </a:r>
            <a:endParaRPr sz="3550" dirty="0">
              <a:latin typeface="Arial"/>
              <a:cs typeface="Arial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335CAE6-715F-AC1A-7495-CF52EB7B5F27}"/>
              </a:ext>
            </a:extLst>
          </p:cNvPr>
          <p:cNvCxnSpPr>
            <a:cxnSpLocks/>
          </p:cNvCxnSpPr>
          <p:nvPr/>
        </p:nvCxnSpPr>
        <p:spPr>
          <a:xfrm flipH="1">
            <a:off x="4830014" y="7425293"/>
            <a:ext cx="1240586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CAAB10D-10A0-BD42-1CD8-2DB42DE0F391}"/>
              </a:ext>
            </a:extLst>
          </p:cNvPr>
          <p:cNvCxnSpPr/>
          <p:nvPr/>
        </p:nvCxnSpPr>
        <p:spPr>
          <a:xfrm flipH="1" flipV="1">
            <a:off x="4165033" y="5068469"/>
            <a:ext cx="1612341" cy="560358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B3688BCB-8C6B-9ACF-2EB2-EEF73169CC32}"/>
              </a:ext>
            </a:extLst>
          </p:cNvPr>
          <p:cNvCxnSpPr>
            <a:cxnSpLocks/>
          </p:cNvCxnSpPr>
          <p:nvPr/>
        </p:nvCxnSpPr>
        <p:spPr>
          <a:xfrm flipH="1">
            <a:off x="7812325" y="4114800"/>
            <a:ext cx="925275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8" name="object 17">
            <a:extLst>
              <a:ext uri="{FF2B5EF4-FFF2-40B4-BE49-F238E27FC236}">
                <a16:creationId xmlns:a16="http://schemas.microsoft.com/office/drawing/2014/main" id="{34D6EDC2-08F0-200F-2F66-2BE87123E071}"/>
              </a:ext>
            </a:extLst>
          </p:cNvPr>
          <p:cNvSpPr txBox="1"/>
          <p:nvPr/>
        </p:nvSpPr>
        <p:spPr>
          <a:xfrm>
            <a:off x="127000" y="9301923"/>
            <a:ext cx="17221200" cy="37574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10"/>
              </a:spcBef>
            </a:pPr>
            <a:r>
              <a:rPr lang="en-US" sz="235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Times New Roman"/>
              </a:rPr>
              <a:t>Copyright 2026 Transworld Medical Management, LLC. All rights reserved.</a:t>
            </a:r>
            <a:endParaRPr sz="1350" dirty="0">
              <a:solidFill>
                <a:schemeClr val="tx1">
                  <a:lumMod val="50000"/>
                  <a:lumOff val="50000"/>
                </a:schemeClr>
              </a:solidFill>
              <a:latin typeface="+mn-lt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C63B0574-32B3-D075-3FFD-40F2458CED1C}"/>
              </a:ext>
            </a:extLst>
          </p:cNvPr>
          <p:cNvSpPr/>
          <p:nvPr/>
        </p:nvSpPr>
        <p:spPr>
          <a:xfrm>
            <a:off x="434241" y="7763700"/>
            <a:ext cx="15991204" cy="1658625"/>
          </a:xfrm>
          <a:prstGeom prst="roundRect">
            <a:avLst>
              <a:gd name="adj" fmla="val 9423"/>
            </a:avLst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8F316735-A35D-846D-164A-429AFC5F81B4}"/>
              </a:ext>
            </a:extLst>
          </p:cNvPr>
          <p:cNvSpPr/>
          <p:nvPr/>
        </p:nvSpPr>
        <p:spPr>
          <a:xfrm>
            <a:off x="470527" y="1725379"/>
            <a:ext cx="15991204" cy="3005560"/>
          </a:xfrm>
          <a:prstGeom prst="roundRect">
            <a:avLst>
              <a:gd name="adj" fmla="val 9423"/>
            </a:avLst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3BA3522F-9249-6F4C-B1FD-EDE9B3B0025A}"/>
              </a:ext>
            </a:extLst>
          </p:cNvPr>
          <p:cNvCxnSpPr>
            <a:cxnSpLocks/>
          </p:cNvCxnSpPr>
          <p:nvPr/>
        </p:nvCxnSpPr>
        <p:spPr>
          <a:xfrm>
            <a:off x="5384800" y="3276600"/>
            <a:ext cx="2044907" cy="0"/>
          </a:xfrm>
          <a:prstGeom prst="line">
            <a:avLst/>
          </a:prstGeom>
          <a:ln w="38100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3DAEAAB1-77B2-89C2-58C8-D7C68669306A}"/>
              </a:ext>
            </a:extLst>
          </p:cNvPr>
          <p:cNvSpPr/>
          <p:nvPr/>
        </p:nvSpPr>
        <p:spPr>
          <a:xfrm>
            <a:off x="1182608" y="2057400"/>
            <a:ext cx="4278392" cy="24384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6322" y="8119533"/>
            <a:ext cx="840636" cy="740436"/>
          </a:xfrm>
          <a:prstGeom prst="rect">
            <a:avLst/>
          </a:prstGeom>
        </p:spPr>
      </p:pic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xfrm>
            <a:off x="794648" y="427996"/>
            <a:ext cx="15699740" cy="7842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950" spc="120" dirty="0">
                <a:solidFill>
                  <a:srgbClr val="0F2848"/>
                </a:solidFill>
              </a:rPr>
              <a:t>Partners</a:t>
            </a:r>
            <a:r>
              <a:rPr sz="4950" spc="-125" dirty="0">
                <a:solidFill>
                  <a:srgbClr val="0F2848"/>
                </a:solidFill>
              </a:rPr>
              <a:t> </a:t>
            </a:r>
            <a:r>
              <a:rPr sz="4950" spc="195" dirty="0">
                <a:solidFill>
                  <a:srgbClr val="0F2848"/>
                </a:solidFill>
              </a:rPr>
              <a:t>in</a:t>
            </a:r>
            <a:r>
              <a:rPr sz="4950" spc="-405" dirty="0">
                <a:solidFill>
                  <a:srgbClr val="0F2848"/>
                </a:solidFill>
              </a:rPr>
              <a:t> </a:t>
            </a:r>
            <a:r>
              <a:rPr sz="4950" spc="80" dirty="0">
                <a:solidFill>
                  <a:srgbClr val="0F2848"/>
                </a:solidFill>
              </a:rPr>
              <a:t>Compliance:</a:t>
            </a:r>
            <a:r>
              <a:rPr sz="4950" spc="50" dirty="0">
                <a:solidFill>
                  <a:srgbClr val="0F2848"/>
                </a:solidFill>
              </a:rPr>
              <a:t> </a:t>
            </a:r>
            <a:r>
              <a:rPr sz="4950" dirty="0">
                <a:solidFill>
                  <a:srgbClr val="0F2848"/>
                </a:solidFill>
              </a:rPr>
              <a:t>Business</a:t>
            </a:r>
            <a:r>
              <a:rPr sz="4950" spc="120" dirty="0">
                <a:solidFill>
                  <a:srgbClr val="0F2848"/>
                </a:solidFill>
              </a:rPr>
              <a:t> </a:t>
            </a:r>
            <a:r>
              <a:rPr sz="4950" spc="70" dirty="0">
                <a:solidFill>
                  <a:srgbClr val="0F2848"/>
                </a:solidFill>
              </a:rPr>
              <a:t>Associates</a:t>
            </a:r>
            <a:r>
              <a:rPr sz="4950" spc="420" dirty="0">
                <a:solidFill>
                  <a:srgbClr val="0F2848"/>
                </a:solidFill>
              </a:rPr>
              <a:t> </a:t>
            </a:r>
            <a:r>
              <a:rPr sz="4950" spc="55" dirty="0">
                <a:solidFill>
                  <a:srgbClr val="0F2848"/>
                </a:solidFill>
              </a:rPr>
              <a:t>(BA)</a:t>
            </a:r>
            <a:endParaRPr sz="4950"/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A886FD6F-4FBC-D88A-797E-DFF418FE6606}"/>
              </a:ext>
            </a:extLst>
          </p:cNvPr>
          <p:cNvSpPr/>
          <p:nvPr/>
        </p:nvSpPr>
        <p:spPr>
          <a:xfrm>
            <a:off x="11302489" y="2054378"/>
            <a:ext cx="4439692" cy="24384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bject 31"/>
          <p:cNvSpPr txBox="1"/>
          <p:nvPr/>
        </p:nvSpPr>
        <p:spPr>
          <a:xfrm>
            <a:off x="2154178" y="3546104"/>
            <a:ext cx="2047239" cy="5695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3550" b="1" dirty="0">
                <a:solidFill>
                  <a:srgbClr val="0F2848"/>
                </a:solidFill>
                <a:latin typeface="Arial"/>
                <a:cs typeface="Arial"/>
              </a:rPr>
              <a:t>Our</a:t>
            </a:r>
            <a:r>
              <a:rPr sz="3550" b="1" spc="-220" dirty="0">
                <a:solidFill>
                  <a:srgbClr val="0F2848"/>
                </a:solidFill>
                <a:latin typeface="Arial"/>
                <a:cs typeface="Arial"/>
              </a:rPr>
              <a:t> </a:t>
            </a:r>
            <a:r>
              <a:rPr sz="3550" b="1" spc="-120" dirty="0">
                <a:solidFill>
                  <a:srgbClr val="0F2848"/>
                </a:solidFill>
                <a:latin typeface="Arial"/>
                <a:cs typeface="Arial"/>
              </a:rPr>
              <a:t>Clinic</a:t>
            </a:r>
            <a:endParaRPr sz="3550" dirty="0">
              <a:latin typeface="Arial"/>
              <a:cs typeface="Arial"/>
            </a:endParaRP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D093E38E-C570-9F2A-C22A-B7D36AB0E860}"/>
              </a:ext>
            </a:extLst>
          </p:cNvPr>
          <p:cNvSpPr/>
          <p:nvPr/>
        </p:nvSpPr>
        <p:spPr>
          <a:xfrm>
            <a:off x="470527" y="5044203"/>
            <a:ext cx="15991204" cy="2406233"/>
          </a:xfrm>
          <a:prstGeom prst="roundRect">
            <a:avLst>
              <a:gd name="adj" fmla="val 9423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34" name="object 34"/>
          <p:cNvSpPr txBox="1"/>
          <p:nvPr/>
        </p:nvSpPr>
        <p:spPr>
          <a:xfrm>
            <a:off x="11489700" y="3376976"/>
            <a:ext cx="4065270" cy="10058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R="1270" algn="ctr">
              <a:lnSpc>
                <a:spcPct val="100000"/>
              </a:lnSpc>
              <a:spcBef>
                <a:spcPts val="114"/>
              </a:spcBef>
            </a:pPr>
            <a:r>
              <a:rPr sz="3250" b="1" spc="-10" dirty="0">
                <a:solidFill>
                  <a:srgbClr val="0F2848"/>
                </a:solidFill>
                <a:latin typeface="Arial"/>
                <a:cs typeface="Arial"/>
              </a:rPr>
              <a:t>Vendors</a:t>
            </a:r>
            <a:endParaRPr sz="3250" dirty="0">
              <a:latin typeface="Arial"/>
              <a:cs typeface="Arial"/>
            </a:endParaRPr>
          </a:p>
          <a:p>
            <a:pPr marR="5080" algn="ctr">
              <a:lnSpc>
                <a:spcPct val="100000"/>
              </a:lnSpc>
              <a:spcBef>
                <a:spcPts val="20"/>
              </a:spcBef>
            </a:pPr>
            <a:r>
              <a:rPr sz="3150" dirty="0">
                <a:solidFill>
                  <a:srgbClr val="0F2848"/>
                </a:solidFill>
                <a:latin typeface="Arial"/>
                <a:cs typeface="Arial"/>
              </a:rPr>
              <a:t>(Billing,</a:t>
            </a:r>
            <a:r>
              <a:rPr sz="3150" spc="95" dirty="0">
                <a:solidFill>
                  <a:srgbClr val="0F2848"/>
                </a:solidFill>
                <a:latin typeface="Arial"/>
                <a:cs typeface="Arial"/>
              </a:rPr>
              <a:t> </a:t>
            </a:r>
            <a:r>
              <a:rPr sz="3150" dirty="0">
                <a:solidFill>
                  <a:srgbClr val="0F2848"/>
                </a:solidFill>
                <a:latin typeface="Arial"/>
                <a:cs typeface="Arial"/>
              </a:rPr>
              <a:t>IT,</a:t>
            </a:r>
            <a:r>
              <a:rPr sz="3150" spc="65" dirty="0">
                <a:solidFill>
                  <a:srgbClr val="0F2848"/>
                </a:solidFill>
                <a:latin typeface="Arial"/>
                <a:cs typeface="Arial"/>
              </a:rPr>
              <a:t> </a:t>
            </a:r>
            <a:r>
              <a:rPr sz="3150" spc="-10" dirty="0">
                <a:solidFill>
                  <a:srgbClr val="0F2848"/>
                </a:solidFill>
                <a:latin typeface="Arial"/>
                <a:cs typeface="Arial"/>
              </a:rPr>
              <a:t>Shredding)</a:t>
            </a:r>
            <a:endParaRPr sz="3150" dirty="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030249" y="5400410"/>
            <a:ext cx="14436090" cy="172085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2860">
              <a:lnSpc>
                <a:spcPct val="100000"/>
              </a:lnSpc>
              <a:spcBef>
                <a:spcPts val="114"/>
              </a:spcBef>
              <a:tabLst>
                <a:tab pos="12686665" algn="l"/>
                <a:tab pos="13337540" algn="l"/>
              </a:tabLst>
            </a:pPr>
            <a:r>
              <a:rPr sz="3100" b="1" spc="-130" dirty="0">
                <a:solidFill>
                  <a:schemeClr val="tx1"/>
                </a:solidFill>
                <a:latin typeface="+mj-lt"/>
                <a:cs typeface="Times New Roman"/>
              </a:rPr>
              <a:t>Who</a:t>
            </a:r>
            <a:r>
              <a:rPr sz="3100" b="1" spc="-95" dirty="0">
                <a:solidFill>
                  <a:schemeClr val="tx1"/>
                </a:solidFill>
                <a:latin typeface="+mj-lt"/>
                <a:cs typeface="Times New Roman"/>
              </a:rPr>
              <a:t> </a:t>
            </a:r>
            <a:r>
              <a:rPr sz="3100" b="1" dirty="0">
                <a:solidFill>
                  <a:schemeClr val="tx1"/>
                </a:solidFill>
                <a:latin typeface="+mj-lt"/>
                <a:cs typeface="Times New Roman"/>
              </a:rPr>
              <a:t>is</a:t>
            </a:r>
            <a:r>
              <a:rPr sz="3100" b="1" spc="105" dirty="0">
                <a:solidFill>
                  <a:schemeClr val="tx1"/>
                </a:solidFill>
                <a:latin typeface="+mj-lt"/>
                <a:cs typeface="Times New Roman"/>
              </a:rPr>
              <a:t> </a:t>
            </a:r>
            <a:r>
              <a:rPr sz="3100" b="1" spc="120" dirty="0">
                <a:solidFill>
                  <a:schemeClr val="tx1"/>
                </a:solidFill>
                <a:latin typeface="+mj-lt"/>
                <a:cs typeface="Times New Roman"/>
              </a:rPr>
              <a:t>a</a:t>
            </a:r>
            <a:r>
              <a:rPr sz="3100" b="1" spc="-175" dirty="0">
                <a:solidFill>
                  <a:schemeClr val="tx1"/>
                </a:solidFill>
                <a:latin typeface="+mj-lt"/>
                <a:cs typeface="Times New Roman"/>
              </a:rPr>
              <a:t> </a:t>
            </a:r>
            <a:r>
              <a:rPr sz="3100" b="1" dirty="0">
                <a:solidFill>
                  <a:schemeClr val="tx1"/>
                </a:solidFill>
                <a:latin typeface="+mj-lt"/>
                <a:cs typeface="Times New Roman"/>
              </a:rPr>
              <a:t>BA</a:t>
            </a:r>
            <a:r>
              <a:rPr sz="3100" b="1" spc="-335" dirty="0">
                <a:solidFill>
                  <a:schemeClr val="tx1"/>
                </a:solidFill>
                <a:latin typeface="+mj-lt"/>
                <a:cs typeface="Times New Roman"/>
              </a:rPr>
              <a:t>?</a:t>
            </a:r>
            <a:r>
              <a:rPr sz="3100" b="1" spc="-195" dirty="0">
                <a:solidFill>
                  <a:schemeClr val="tx1"/>
                </a:solidFill>
                <a:latin typeface="+mj-lt"/>
                <a:cs typeface="Times New Roman"/>
              </a:rPr>
              <a:t> </a:t>
            </a:r>
            <a:r>
              <a:rPr sz="2900" spc="-20" dirty="0">
                <a:solidFill>
                  <a:schemeClr val="tx1"/>
                </a:solidFill>
                <a:latin typeface="+mj-lt"/>
                <a:cs typeface="Times New Roman"/>
              </a:rPr>
              <a:t>Any</a:t>
            </a:r>
            <a:r>
              <a:rPr sz="2900" spc="-165" dirty="0">
                <a:solidFill>
                  <a:schemeClr val="tx1"/>
                </a:solidFill>
                <a:latin typeface="+mj-lt"/>
                <a:cs typeface="Times New Roman"/>
              </a:rPr>
              <a:t> </a:t>
            </a:r>
            <a:r>
              <a:rPr sz="2900" spc="130" dirty="0">
                <a:solidFill>
                  <a:schemeClr val="tx1"/>
                </a:solidFill>
                <a:latin typeface="+mj-lt"/>
                <a:cs typeface="Times New Roman"/>
              </a:rPr>
              <a:t>vendor</a:t>
            </a:r>
            <a:r>
              <a:rPr sz="2900" spc="15" dirty="0">
                <a:solidFill>
                  <a:schemeClr val="tx1"/>
                </a:solidFill>
                <a:latin typeface="+mj-lt"/>
                <a:cs typeface="Times New Roman"/>
              </a:rPr>
              <a:t> </a:t>
            </a:r>
            <a:r>
              <a:rPr sz="2900" spc="165" dirty="0">
                <a:solidFill>
                  <a:schemeClr val="tx1"/>
                </a:solidFill>
                <a:latin typeface="+mj-lt"/>
                <a:cs typeface="Times New Roman"/>
              </a:rPr>
              <a:t>that</a:t>
            </a:r>
            <a:r>
              <a:rPr sz="2900" spc="-30" dirty="0">
                <a:solidFill>
                  <a:schemeClr val="tx1"/>
                </a:solidFill>
                <a:latin typeface="+mj-lt"/>
                <a:cs typeface="Times New Roman"/>
              </a:rPr>
              <a:t> </a:t>
            </a:r>
            <a:r>
              <a:rPr sz="2900" spc="140" dirty="0">
                <a:solidFill>
                  <a:schemeClr val="tx1"/>
                </a:solidFill>
                <a:latin typeface="+mj-lt"/>
                <a:cs typeface="Times New Roman"/>
              </a:rPr>
              <a:t>creates,</a:t>
            </a:r>
            <a:r>
              <a:rPr sz="2900" spc="40" dirty="0">
                <a:solidFill>
                  <a:schemeClr val="tx1"/>
                </a:solidFill>
                <a:latin typeface="+mj-lt"/>
                <a:cs typeface="Times New Roman"/>
              </a:rPr>
              <a:t> </a:t>
            </a:r>
            <a:r>
              <a:rPr sz="2900" spc="95" dirty="0">
                <a:solidFill>
                  <a:schemeClr val="tx1"/>
                </a:solidFill>
                <a:latin typeface="+mj-lt"/>
                <a:cs typeface="Times New Roman"/>
              </a:rPr>
              <a:t>receives,</a:t>
            </a:r>
            <a:r>
              <a:rPr sz="2900" spc="-155" dirty="0">
                <a:solidFill>
                  <a:schemeClr val="tx1"/>
                </a:solidFill>
                <a:latin typeface="+mj-lt"/>
                <a:cs typeface="Times New Roman"/>
              </a:rPr>
              <a:t> </a:t>
            </a:r>
            <a:r>
              <a:rPr sz="2900" spc="80" dirty="0">
                <a:solidFill>
                  <a:schemeClr val="tx1"/>
                </a:solidFill>
                <a:latin typeface="+mj-lt"/>
                <a:cs typeface="Times New Roman"/>
              </a:rPr>
              <a:t>maintains,</a:t>
            </a:r>
            <a:r>
              <a:rPr sz="2900" spc="60" dirty="0">
                <a:solidFill>
                  <a:schemeClr val="tx1"/>
                </a:solidFill>
                <a:latin typeface="+mj-lt"/>
                <a:cs typeface="Times New Roman"/>
              </a:rPr>
              <a:t> </a:t>
            </a:r>
            <a:r>
              <a:rPr sz="2900" spc="80" dirty="0">
                <a:solidFill>
                  <a:schemeClr val="tx1"/>
                </a:solidFill>
                <a:latin typeface="+mj-lt"/>
                <a:cs typeface="Times New Roman"/>
              </a:rPr>
              <a:t>or</a:t>
            </a:r>
            <a:r>
              <a:rPr sz="2900" spc="170" dirty="0">
                <a:solidFill>
                  <a:schemeClr val="tx1"/>
                </a:solidFill>
                <a:latin typeface="+mj-lt"/>
                <a:cs typeface="Times New Roman"/>
              </a:rPr>
              <a:t> </a:t>
            </a:r>
            <a:r>
              <a:rPr sz="2900" spc="135" dirty="0">
                <a:solidFill>
                  <a:schemeClr val="tx1"/>
                </a:solidFill>
                <a:latin typeface="+mj-lt"/>
                <a:cs typeface="Times New Roman"/>
              </a:rPr>
              <a:t>transmits</a:t>
            </a:r>
            <a:r>
              <a:rPr sz="2900" spc="155" dirty="0">
                <a:solidFill>
                  <a:schemeClr val="tx1"/>
                </a:solidFill>
                <a:latin typeface="+mj-lt"/>
                <a:cs typeface="Times New Roman"/>
              </a:rPr>
              <a:t> </a:t>
            </a:r>
            <a:r>
              <a:rPr sz="2900" spc="-40" dirty="0">
                <a:solidFill>
                  <a:schemeClr val="tx1"/>
                </a:solidFill>
                <a:latin typeface="+mj-lt"/>
                <a:cs typeface="Times New Roman"/>
              </a:rPr>
              <a:t>PHI</a:t>
            </a:r>
            <a:r>
              <a:rPr sz="2900" spc="-110" dirty="0">
                <a:solidFill>
                  <a:schemeClr val="tx1"/>
                </a:solidFill>
                <a:latin typeface="+mj-lt"/>
                <a:cs typeface="Times New Roman"/>
              </a:rPr>
              <a:t> </a:t>
            </a:r>
            <a:r>
              <a:rPr sz="2900" spc="-25" dirty="0">
                <a:solidFill>
                  <a:schemeClr val="tx1"/>
                </a:solidFill>
                <a:latin typeface="+mj-lt"/>
                <a:cs typeface="Times New Roman"/>
              </a:rPr>
              <a:t>on</a:t>
            </a:r>
            <a:r>
              <a:rPr sz="2900" dirty="0">
                <a:solidFill>
                  <a:schemeClr val="tx1"/>
                </a:solidFill>
                <a:latin typeface="+mj-lt"/>
                <a:cs typeface="Times New Roman"/>
              </a:rPr>
              <a:t>	</a:t>
            </a:r>
            <a:r>
              <a:rPr sz="2900" spc="-25" dirty="0">
                <a:solidFill>
                  <a:schemeClr val="tx1"/>
                </a:solidFill>
                <a:latin typeface="+mj-lt"/>
                <a:cs typeface="Times New Roman"/>
              </a:rPr>
              <a:t>our</a:t>
            </a:r>
            <a:r>
              <a:rPr sz="2900" dirty="0">
                <a:solidFill>
                  <a:schemeClr val="tx1"/>
                </a:solidFill>
                <a:latin typeface="+mj-lt"/>
                <a:cs typeface="Times New Roman"/>
              </a:rPr>
              <a:t>	</a:t>
            </a:r>
            <a:r>
              <a:rPr sz="2900" spc="45" dirty="0">
                <a:solidFill>
                  <a:schemeClr val="tx1"/>
                </a:solidFill>
                <a:latin typeface="+mj-lt"/>
                <a:cs typeface="Times New Roman"/>
              </a:rPr>
              <a:t>behalf.</a:t>
            </a:r>
            <a:endParaRPr sz="2900" dirty="0">
              <a:solidFill>
                <a:schemeClr val="tx1"/>
              </a:solidFill>
              <a:latin typeface="+mj-lt"/>
              <a:cs typeface="Times New Roman"/>
            </a:endParaRPr>
          </a:p>
          <a:p>
            <a:pPr marL="15240" marR="5080" indent="-3175" algn="l">
              <a:lnSpc>
                <a:spcPts val="3220"/>
              </a:lnSpc>
              <a:spcBef>
                <a:spcPts val="3235"/>
              </a:spcBef>
              <a:tabLst>
                <a:tab pos="3543300" algn="l"/>
                <a:tab pos="4020820" algn="l"/>
              </a:tabLst>
            </a:pPr>
            <a:r>
              <a:rPr sz="3100" b="1" spc="-10" dirty="0">
                <a:solidFill>
                  <a:schemeClr val="tx1"/>
                </a:solidFill>
                <a:latin typeface="+mj-lt"/>
                <a:cs typeface="Times New Roman"/>
              </a:rPr>
              <a:t>The</a:t>
            </a:r>
            <a:r>
              <a:rPr sz="3100" b="1" spc="-180" dirty="0">
                <a:solidFill>
                  <a:schemeClr val="tx1"/>
                </a:solidFill>
                <a:latin typeface="+mj-lt"/>
                <a:cs typeface="Times New Roman"/>
              </a:rPr>
              <a:t> </a:t>
            </a:r>
            <a:r>
              <a:rPr sz="3100" b="1" spc="-130" dirty="0">
                <a:solidFill>
                  <a:schemeClr val="tx1"/>
                </a:solidFill>
                <a:latin typeface="+mj-lt"/>
                <a:cs typeface="Times New Roman"/>
              </a:rPr>
              <a:t>Rule:</a:t>
            </a:r>
            <a:r>
              <a:rPr sz="3100" b="1" spc="-65" dirty="0">
                <a:solidFill>
                  <a:schemeClr val="tx1"/>
                </a:solidFill>
                <a:latin typeface="+mj-lt"/>
                <a:cs typeface="Times New Roman"/>
              </a:rPr>
              <a:t> </a:t>
            </a:r>
            <a:r>
              <a:rPr sz="2900" dirty="0">
                <a:solidFill>
                  <a:schemeClr val="tx1"/>
                </a:solidFill>
                <a:latin typeface="+mn-lt"/>
                <a:cs typeface="Times New Roman"/>
              </a:rPr>
              <a:t>No</a:t>
            </a:r>
            <a:r>
              <a:rPr sz="2900" spc="-85" dirty="0">
                <a:solidFill>
                  <a:schemeClr val="tx1"/>
                </a:solidFill>
                <a:latin typeface="+mn-lt"/>
                <a:cs typeface="Times New Roman"/>
              </a:rPr>
              <a:t> </a:t>
            </a:r>
            <a:r>
              <a:rPr sz="2900" dirty="0">
                <a:solidFill>
                  <a:schemeClr val="tx1"/>
                </a:solidFill>
                <a:latin typeface="+mn-lt"/>
                <a:cs typeface="Times New Roman"/>
              </a:rPr>
              <a:t>PHI</a:t>
            </a:r>
            <a:r>
              <a:rPr sz="2900" spc="-110" dirty="0">
                <a:solidFill>
                  <a:schemeClr val="tx1"/>
                </a:solidFill>
                <a:latin typeface="+mn-lt"/>
                <a:cs typeface="Times New Roman"/>
              </a:rPr>
              <a:t> </a:t>
            </a:r>
            <a:r>
              <a:rPr sz="2900" spc="-25" dirty="0">
                <a:solidFill>
                  <a:schemeClr val="tx1"/>
                </a:solidFill>
                <a:latin typeface="+mn-lt"/>
                <a:cs typeface="Times New Roman"/>
              </a:rPr>
              <a:t>can</a:t>
            </a:r>
            <a:r>
              <a:rPr lang="en-US" sz="2900" spc="-25" dirty="0">
                <a:solidFill>
                  <a:schemeClr val="tx1"/>
                </a:solidFill>
                <a:latin typeface="+mn-lt"/>
                <a:cs typeface="Times New Roman"/>
              </a:rPr>
              <a:t> </a:t>
            </a:r>
            <a:r>
              <a:rPr sz="2900" spc="-25" dirty="0">
                <a:solidFill>
                  <a:schemeClr val="tx1"/>
                </a:solidFill>
                <a:latin typeface="+mn-lt"/>
                <a:cs typeface="Times New Roman"/>
              </a:rPr>
              <a:t>be</a:t>
            </a:r>
            <a:r>
              <a:rPr lang="en-US" sz="2900" spc="-25" dirty="0">
                <a:solidFill>
                  <a:schemeClr val="tx1"/>
                </a:solidFill>
                <a:latin typeface="+mn-lt"/>
                <a:cs typeface="Times New Roman"/>
              </a:rPr>
              <a:t> </a:t>
            </a:r>
            <a:r>
              <a:rPr sz="2900" spc="135" dirty="0">
                <a:solidFill>
                  <a:schemeClr val="tx1"/>
                </a:solidFill>
                <a:latin typeface="+mn-lt"/>
                <a:cs typeface="Times New Roman"/>
              </a:rPr>
              <a:t>shared</a:t>
            </a:r>
            <a:r>
              <a:rPr sz="2900" spc="125" dirty="0">
                <a:solidFill>
                  <a:schemeClr val="tx1"/>
                </a:solidFill>
                <a:latin typeface="+mn-lt"/>
                <a:cs typeface="Times New Roman"/>
              </a:rPr>
              <a:t> </a:t>
            </a:r>
            <a:r>
              <a:rPr sz="2900" spc="80" dirty="0">
                <a:solidFill>
                  <a:schemeClr val="tx1"/>
                </a:solidFill>
                <a:latin typeface="+mn-lt"/>
                <a:cs typeface="Times New Roman"/>
              </a:rPr>
              <a:t>until</a:t>
            </a:r>
            <a:r>
              <a:rPr sz="2900" spc="-45" dirty="0">
                <a:solidFill>
                  <a:schemeClr val="tx1"/>
                </a:solidFill>
                <a:latin typeface="+mn-lt"/>
                <a:cs typeface="Times New Roman"/>
              </a:rPr>
              <a:t> </a:t>
            </a:r>
            <a:r>
              <a:rPr sz="2900" spc="100" dirty="0">
                <a:solidFill>
                  <a:schemeClr val="tx1"/>
                </a:solidFill>
                <a:latin typeface="+mn-lt"/>
                <a:cs typeface="Times New Roman"/>
              </a:rPr>
              <a:t>a</a:t>
            </a:r>
            <a:r>
              <a:rPr sz="2900" spc="150" dirty="0">
                <a:solidFill>
                  <a:schemeClr val="tx1"/>
                </a:solidFill>
                <a:latin typeface="+mn-lt"/>
                <a:cs typeface="Times New Roman"/>
              </a:rPr>
              <a:t> </a:t>
            </a:r>
            <a:r>
              <a:rPr sz="2900" dirty="0">
                <a:solidFill>
                  <a:schemeClr val="tx1"/>
                </a:solidFill>
                <a:latin typeface="+mn-lt"/>
                <a:cs typeface="Times New Roman"/>
              </a:rPr>
              <a:t>Business</a:t>
            </a:r>
            <a:r>
              <a:rPr sz="2900" spc="90" dirty="0">
                <a:solidFill>
                  <a:schemeClr val="tx1"/>
                </a:solidFill>
                <a:latin typeface="+mn-lt"/>
                <a:cs typeface="Times New Roman"/>
              </a:rPr>
              <a:t> </a:t>
            </a:r>
            <a:r>
              <a:rPr sz="2900" spc="55" dirty="0">
                <a:solidFill>
                  <a:schemeClr val="tx1"/>
                </a:solidFill>
                <a:latin typeface="+mn-lt"/>
                <a:cs typeface="Times New Roman"/>
              </a:rPr>
              <a:t>Associate</a:t>
            </a:r>
            <a:r>
              <a:rPr sz="2900" spc="-35" dirty="0">
                <a:solidFill>
                  <a:schemeClr val="tx1"/>
                </a:solidFill>
                <a:latin typeface="+mn-lt"/>
                <a:cs typeface="Times New Roman"/>
              </a:rPr>
              <a:t> </a:t>
            </a:r>
            <a:r>
              <a:rPr sz="2900" spc="95" dirty="0">
                <a:solidFill>
                  <a:schemeClr val="tx1"/>
                </a:solidFill>
                <a:latin typeface="+mn-lt"/>
                <a:cs typeface="Times New Roman"/>
              </a:rPr>
              <a:t>Agreement</a:t>
            </a:r>
            <a:r>
              <a:rPr sz="2900" spc="130" dirty="0">
                <a:solidFill>
                  <a:schemeClr val="tx1"/>
                </a:solidFill>
                <a:latin typeface="+mn-lt"/>
                <a:cs typeface="Times New Roman"/>
              </a:rPr>
              <a:t> </a:t>
            </a:r>
            <a:r>
              <a:rPr sz="2900" spc="-295" dirty="0">
                <a:solidFill>
                  <a:schemeClr val="tx1"/>
                </a:solidFill>
                <a:latin typeface="+mn-lt"/>
                <a:cs typeface="Times New Roman"/>
              </a:rPr>
              <a:t>(</a:t>
            </a:r>
            <a:r>
              <a:rPr sz="2900" dirty="0">
                <a:solidFill>
                  <a:schemeClr val="tx1"/>
                </a:solidFill>
                <a:latin typeface="+mn-lt"/>
                <a:cs typeface="Times New Roman"/>
              </a:rPr>
              <a:t>BAA)</a:t>
            </a:r>
            <a:r>
              <a:rPr sz="2900" spc="114" dirty="0">
                <a:solidFill>
                  <a:schemeClr val="tx1"/>
                </a:solidFill>
                <a:latin typeface="+mn-lt"/>
                <a:cs typeface="Times New Roman"/>
              </a:rPr>
              <a:t> </a:t>
            </a:r>
            <a:r>
              <a:rPr sz="2900" dirty="0">
                <a:solidFill>
                  <a:schemeClr val="tx1"/>
                </a:solidFill>
                <a:latin typeface="+mn-lt"/>
                <a:cs typeface="Times New Roman"/>
              </a:rPr>
              <a:t>is</a:t>
            </a:r>
            <a:r>
              <a:rPr sz="2900" spc="355" dirty="0">
                <a:solidFill>
                  <a:schemeClr val="tx1"/>
                </a:solidFill>
                <a:latin typeface="+mn-lt"/>
                <a:cs typeface="Times New Roman"/>
              </a:rPr>
              <a:t> </a:t>
            </a:r>
            <a:r>
              <a:rPr sz="2900" spc="105" dirty="0">
                <a:solidFill>
                  <a:schemeClr val="tx1"/>
                </a:solidFill>
                <a:latin typeface="+mn-lt"/>
                <a:cs typeface="Times New Roman"/>
              </a:rPr>
              <a:t>signed.</a:t>
            </a:r>
            <a:r>
              <a:rPr sz="2900" spc="-210" dirty="0">
                <a:solidFill>
                  <a:schemeClr val="tx1"/>
                </a:solidFill>
                <a:latin typeface="+mn-lt"/>
                <a:cs typeface="Times New Roman"/>
              </a:rPr>
              <a:t> </a:t>
            </a:r>
            <a:r>
              <a:rPr sz="2900" spc="65" dirty="0">
                <a:solidFill>
                  <a:schemeClr val="tx1"/>
                </a:solidFill>
                <a:latin typeface="+mn-lt"/>
                <a:cs typeface="Times New Roman"/>
              </a:rPr>
              <a:t>This </a:t>
            </a:r>
            <a:r>
              <a:rPr sz="2900" dirty="0">
                <a:solidFill>
                  <a:schemeClr val="tx1"/>
                </a:solidFill>
                <a:latin typeface="+mn-lt"/>
                <a:cs typeface="Times New Roman"/>
              </a:rPr>
              <a:t>legally</a:t>
            </a:r>
            <a:r>
              <a:rPr sz="2900" spc="15" dirty="0">
                <a:solidFill>
                  <a:schemeClr val="tx1"/>
                </a:solidFill>
                <a:latin typeface="+mn-lt"/>
                <a:cs typeface="Times New Roman"/>
              </a:rPr>
              <a:t> </a:t>
            </a:r>
            <a:r>
              <a:rPr sz="2900" spc="95" dirty="0">
                <a:solidFill>
                  <a:schemeClr val="tx1"/>
                </a:solidFill>
                <a:latin typeface="+mn-lt"/>
                <a:cs typeface="Times New Roman"/>
              </a:rPr>
              <a:t>binds</a:t>
            </a:r>
            <a:r>
              <a:rPr sz="2900" spc="-55" dirty="0">
                <a:solidFill>
                  <a:schemeClr val="tx1"/>
                </a:solidFill>
                <a:latin typeface="+mn-lt"/>
                <a:cs typeface="Times New Roman"/>
              </a:rPr>
              <a:t> </a:t>
            </a:r>
            <a:r>
              <a:rPr sz="2900" spc="155" dirty="0">
                <a:solidFill>
                  <a:schemeClr val="tx1"/>
                </a:solidFill>
                <a:latin typeface="+mn-lt"/>
                <a:cs typeface="Times New Roman"/>
              </a:rPr>
              <a:t>them</a:t>
            </a:r>
            <a:r>
              <a:rPr sz="2900" spc="35" dirty="0">
                <a:solidFill>
                  <a:schemeClr val="tx1"/>
                </a:solidFill>
                <a:latin typeface="+mn-lt"/>
                <a:cs typeface="Times New Roman"/>
              </a:rPr>
              <a:t> </a:t>
            </a:r>
            <a:r>
              <a:rPr sz="2900" spc="120" dirty="0">
                <a:solidFill>
                  <a:schemeClr val="tx1"/>
                </a:solidFill>
                <a:latin typeface="+mn-lt"/>
                <a:cs typeface="Times New Roman"/>
              </a:rPr>
              <a:t>to</a:t>
            </a:r>
            <a:r>
              <a:rPr sz="2900" spc="140" dirty="0">
                <a:solidFill>
                  <a:schemeClr val="tx1"/>
                </a:solidFill>
                <a:latin typeface="+mn-lt"/>
                <a:cs typeface="Times New Roman"/>
              </a:rPr>
              <a:t> </a:t>
            </a:r>
            <a:r>
              <a:rPr sz="2900" spc="-95" dirty="0">
                <a:solidFill>
                  <a:schemeClr val="tx1"/>
                </a:solidFill>
                <a:latin typeface="+mn-lt"/>
                <a:cs typeface="Times New Roman"/>
              </a:rPr>
              <a:t>HIPAA/FIPA</a:t>
            </a:r>
            <a:r>
              <a:rPr sz="2900" spc="145" dirty="0">
                <a:solidFill>
                  <a:schemeClr val="tx1"/>
                </a:solidFill>
                <a:latin typeface="+mn-lt"/>
                <a:cs typeface="Times New Roman"/>
              </a:rPr>
              <a:t> </a:t>
            </a:r>
            <a:r>
              <a:rPr sz="2900" spc="130" dirty="0">
                <a:solidFill>
                  <a:schemeClr val="tx1"/>
                </a:solidFill>
                <a:latin typeface="+mn-lt"/>
                <a:cs typeface="Times New Roman"/>
              </a:rPr>
              <a:t>standards.</a:t>
            </a:r>
            <a:endParaRPr sz="2900" dirty="0">
              <a:solidFill>
                <a:schemeClr val="tx1"/>
              </a:solidFill>
              <a:latin typeface="+mn-lt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78847" y="7634417"/>
            <a:ext cx="14558644" cy="1574149"/>
          </a:xfrm>
          <a:prstGeom prst="rect">
            <a:avLst/>
          </a:prstGeom>
          <a:ln w="25473">
            <a:noFill/>
          </a:ln>
        </p:spPr>
        <p:txBody>
          <a:bodyPr vert="horz" wrap="square" lIns="0" tIns="187325" rIns="0" bIns="0" rtlCol="0">
            <a:spAutoFit/>
          </a:bodyPr>
          <a:lstStyle/>
          <a:p>
            <a:pPr marL="1347470">
              <a:spcBef>
                <a:spcPts val="1475"/>
              </a:spcBef>
            </a:pPr>
            <a:r>
              <a:rPr sz="3350" b="1" spc="-50" dirty="0">
                <a:solidFill>
                  <a:srgbClr val="0F2848"/>
                </a:solidFill>
                <a:latin typeface="Arial"/>
                <a:cs typeface="Arial"/>
              </a:rPr>
              <a:t>Staff</a:t>
            </a:r>
            <a:r>
              <a:rPr sz="3350" b="1" spc="-90" dirty="0">
                <a:solidFill>
                  <a:srgbClr val="0F2848"/>
                </a:solidFill>
                <a:latin typeface="Arial"/>
                <a:cs typeface="Arial"/>
              </a:rPr>
              <a:t> </a:t>
            </a:r>
            <a:r>
              <a:rPr sz="3350" b="1" spc="-125" dirty="0">
                <a:solidFill>
                  <a:srgbClr val="0F2848"/>
                </a:solidFill>
                <a:latin typeface="Arial"/>
                <a:cs typeface="Arial"/>
              </a:rPr>
              <a:t>Responsibility</a:t>
            </a:r>
            <a:r>
              <a:rPr sz="3350" b="1" spc="-265" dirty="0">
                <a:solidFill>
                  <a:srgbClr val="0F2848"/>
                </a:solidFill>
                <a:latin typeface="Arial"/>
                <a:cs typeface="Arial"/>
              </a:rPr>
              <a:t> </a:t>
            </a:r>
            <a:r>
              <a:rPr sz="3350" b="1" spc="-10" dirty="0">
                <a:solidFill>
                  <a:srgbClr val="0F2848"/>
                </a:solidFill>
                <a:latin typeface="Arial"/>
                <a:cs typeface="Arial"/>
              </a:rPr>
              <a:t>Warning</a:t>
            </a:r>
            <a:endParaRPr sz="3350" dirty="0">
              <a:latin typeface="Arial"/>
              <a:cs typeface="Arial"/>
            </a:endParaRPr>
          </a:p>
          <a:p>
            <a:pPr marL="1361440">
              <a:tabLst>
                <a:tab pos="11406505" algn="l"/>
              </a:tabLst>
            </a:pPr>
            <a:r>
              <a:rPr sz="2700" spc="150" dirty="0">
                <a:solidFill>
                  <a:srgbClr val="903B36"/>
                </a:solidFill>
                <a:latin typeface="Arial"/>
                <a:cs typeface="Arial"/>
              </a:rPr>
              <a:t>Do</a:t>
            </a:r>
            <a:r>
              <a:rPr sz="2700" spc="-80" dirty="0">
                <a:solidFill>
                  <a:srgbClr val="903B36"/>
                </a:solidFill>
                <a:latin typeface="Arial"/>
                <a:cs typeface="Arial"/>
              </a:rPr>
              <a:t> </a:t>
            </a:r>
            <a:r>
              <a:rPr sz="2700" spc="105" dirty="0">
                <a:solidFill>
                  <a:srgbClr val="903B36"/>
                </a:solidFill>
                <a:latin typeface="Arial"/>
                <a:cs typeface="Arial"/>
              </a:rPr>
              <a:t>not</a:t>
            </a:r>
            <a:r>
              <a:rPr sz="2700" spc="75" dirty="0">
                <a:solidFill>
                  <a:srgbClr val="903B36"/>
                </a:solidFill>
                <a:latin typeface="Arial"/>
                <a:cs typeface="Arial"/>
              </a:rPr>
              <a:t> </a:t>
            </a:r>
            <a:r>
              <a:rPr sz="2700" dirty="0">
                <a:solidFill>
                  <a:srgbClr val="903B36"/>
                </a:solidFill>
                <a:latin typeface="Arial"/>
                <a:cs typeface="Arial"/>
              </a:rPr>
              <a:t>sign</a:t>
            </a:r>
            <a:r>
              <a:rPr sz="2700" spc="-30" dirty="0">
                <a:solidFill>
                  <a:srgbClr val="903B36"/>
                </a:solidFill>
                <a:latin typeface="Arial"/>
                <a:cs typeface="Arial"/>
              </a:rPr>
              <a:t> </a:t>
            </a:r>
            <a:r>
              <a:rPr sz="2700" spc="114" dirty="0">
                <a:solidFill>
                  <a:srgbClr val="903B36"/>
                </a:solidFill>
                <a:latin typeface="Arial"/>
                <a:cs typeface="Arial"/>
              </a:rPr>
              <a:t>up</a:t>
            </a:r>
            <a:r>
              <a:rPr sz="2700" spc="-140" dirty="0">
                <a:solidFill>
                  <a:srgbClr val="903B36"/>
                </a:solidFill>
                <a:latin typeface="Arial"/>
                <a:cs typeface="Arial"/>
              </a:rPr>
              <a:t> </a:t>
            </a:r>
            <a:r>
              <a:rPr sz="2700" spc="80" dirty="0">
                <a:solidFill>
                  <a:srgbClr val="903B36"/>
                </a:solidFill>
                <a:latin typeface="Arial"/>
                <a:cs typeface="Arial"/>
              </a:rPr>
              <a:t>for</a:t>
            </a:r>
            <a:r>
              <a:rPr sz="2700" spc="160" dirty="0">
                <a:solidFill>
                  <a:srgbClr val="903B36"/>
                </a:solidFill>
                <a:latin typeface="Arial"/>
                <a:cs typeface="Arial"/>
              </a:rPr>
              <a:t> </a:t>
            </a:r>
            <a:r>
              <a:rPr sz="2700" spc="100" dirty="0">
                <a:solidFill>
                  <a:srgbClr val="903B36"/>
                </a:solidFill>
                <a:latin typeface="Arial"/>
                <a:cs typeface="Arial"/>
              </a:rPr>
              <a:t>free</a:t>
            </a:r>
            <a:r>
              <a:rPr sz="2700" spc="-175" dirty="0">
                <a:solidFill>
                  <a:srgbClr val="903B36"/>
                </a:solidFill>
                <a:latin typeface="Arial"/>
                <a:cs typeface="Arial"/>
              </a:rPr>
              <a:t> </a:t>
            </a:r>
            <a:r>
              <a:rPr sz="2700" spc="75" dirty="0">
                <a:solidFill>
                  <a:srgbClr val="903B36"/>
                </a:solidFill>
                <a:latin typeface="Arial"/>
                <a:cs typeface="Arial"/>
              </a:rPr>
              <a:t>online</a:t>
            </a:r>
            <a:r>
              <a:rPr sz="2700" spc="-110" dirty="0">
                <a:solidFill>
                  <a:srgbClr val="903B36"/>
                </a:solidFill>
                <a:latin typeface="Arial"/>
                <a:cs typeface="Arial"/>
              </a:rPr>
              <a:t> </a:t>
            </a:r>
            <a:r>
              <a:rPr sz="2700" spc="90" dirty="0">
                <a:solidFill>
                  <a:srgbClr val="903B36"/>
                </a:solidFill>
                <a:latin typeface="Arial"/>
                <a:cs typeface="Arial"/>
              </a:rPr>
              <a:t>tools</a:t>
            </a:r>
            <a:r>
              <a:rPr sz="2700" spc="-120" dirty="0">
                <a:solidFill>
                  <a:srgbClr val="903B36"/>
                </a:solidFill>
                <a:latin typeface="Arial"/>
                <a:cs typeface="Arial"/>
              </a:rPr>
              <a:t> </a:t>
            </a:r>
            <a:r>
              <a:rPr sz="2700" spc="-40" dirty="0">
                <a:solidFill>
                  <a:srgbClr val="903B36"/>
                </a:solidFill>
                <a:latin typeface="Arial"/>
                <a:cs typeface="Arial"/>
              </a:rPr>
              <a:t>(e.g.,</a:t>
            </a:r>
            <a:r>
              <a:rPr sz="2700" spc="-100" dirty="0">
                <a:solidFill>
                  <a:srgbClr val="903B36"/>
                </a:solidFill>
                <a:latin typeface="Arial"/>
                <a:cs typeface="Arial"/>
              </a:rPr>
              <a:t> </a:t>
            </a:r>
            <a:r>
              <a:rPr sz="2700" dirty="0">
                <a:solidFill>
                  <a:srgbClr val="903B36"/>
                </a:solidFill>
                <a:latin typeface="Arial"/>
                <a:cs typeface="Arial"/>
              </a:rPr>
              <a:t>"Free</a:t>
            </a:r>
            <a:r>
              <a:rPr sz="2700" spc="-35" dirty="0">
                <a:solidFill>
                  <a:srgbClr val="903B36"/>
                </a:solidFill>
                <a:latin typeface="Arial"/>
                <a:cs typeface="Arial"/>
              </a:rPr>
              <a:t> </a:t>
            </a:r>
            <a:r>
              <a:rPr sz="2700" dirty="0">
                <a:solidFill>
                  <a:srgbClr val="903B36"/>
                </a:solidFill>
                <a:latin typeface="Arial"/>
                <a:cs typeface="Arial"/>
              </a:rPr>
              <a:t>PDF</a:t>
            </a:r>
            <a:r>
              <a:rPr sz="2700" spc="-114" dirty="0">
                <a:solidFill>
                  <a:srgbClr val="903B36"/>
                </a:solidFill>
                <a:latin typeface="Arial"/>
                <a:cs typeface="Arial"/>
              </a:rPr>
              <a:t> </a:t>
            </a:r>
            <a:r>
              <a:rPr sz="2700" spc="-10" dirty="0">
                <a:solidFill>
                  <a:srgbClr val="903B36"/>
                </a:solidFill>
                <a:latin typeface="Arial"/>
                <a:cs typeface="Arial"/>
              </a:rPr>
              <a:t>Converter</a:t>
            </a:r>
            <a:r>
              <a:rPr sz="1725" spc="-15" baseline="62801" dirty="0">
                <a:solidFill>
                  <a:srgbClr val="903B36"/>
                </a:solidFill>
                <a:latin typeface="Arial"/>
                <a:cs typeface="Arial"/>
              </a:rPr>
              <a:t>11</a:t>
            </a:r>
            <a:r>
              <a:rPr sz="1725" baseline="62801" dirty="0">
                <a:solidFill>
                  <a:srgbClr val="903B36"/>
                </a:solidFill>
                <a:latin typeface="Arial"/>
                <a:cs typeface="Arial"/>
              </a:rPr>
              <a:t>	</a:t>
            </a:r>
            <a:r>
              <a:rPr sz="2700" dirty="0">
                <a:solidFill>
                  <a:srgbClr val="903B36"/>
                </a:solidFill>
                <a:latin typeface="Arial"/>
                <a:cs typeface="Arial"/>
              </a:rPr>
              <a:t>to</a:t>
            </a:r>
            <a:r>
              <a:rPr sz="2700" spc="175" dirty="0">
                <a:solidFill>
                  <a:srgbClr val="903B36"/>
                </a:solidFill>
                <a:latin typeface="Arial"/>
                <a:cs typeface="Arial"/>
              </a:rPr>
              <a:t> </a:t>
            </a:r>
            <a:r>
              <a:rPr sz="2700" dirty="0">
                <a:solidFill>
                  <a:srgbClr val="903B36"/>
                </a:solidFill>
                <a:latin typeface="Arial"/>
                <a:cs typeface="Arial"/>
              </a:rPr>
              <a:t>process</a:t>
            </a:r>
            <a:r>
              <a:rPr sz="2700" spc="75" dirty="0">
                <a:solidFill>
                  <a:srgbClr val="903B36"/>
                </a:solidFill>
                <a:latin typeface="Arial"/>
                <a:cs typeface="Arial"/>
              </a:rPr>
              <a:t> patient</a:t>
            </a:r>
            <a:endParaRPr sz="1150" dirty="0">
              <a:latin typeface="Arial"/>
              <a:cs typeface="Arial"/>
            </a:endParaRPr>
          </a:p>
          <a:p>
            <a:pPr marL="1363980">
              <a:spcBef>
                <a:spcPts val="285"/>
              </a:spcBef>
            </a:pPr>
            <a:r>
              <a:rPr sz="2700" dirty="0">
                <a:solidFill>
                  <a:srgbClr val="903B36"/>
                </a:solidFill>
                <a:latin typeface="Arial"/>
                <a:cs typeface="Arial"/>
              </a:rPr>
              <a:t>data.</a:t>
            </a:r>
            <a:r>
              <a:rPr sz="2700" spc="-185" dirty="0">
                <a:solidFill>
                  <a:srgbClr val="903B36"/>
                </a:solidFill>
                <a:latin typeface="Arial"/>
                <a:cs typeface="Arial"/>
              </a:rPr>
              <a:t> </a:t>
            </a:r>
            <a:r>
              <a:rPr sz="2700" dirty="0">
                <a:solidFill>
                  <a:srgbClr val="852321"/>
                </a:solidFill>
                <a:latin typeface="Arial"/>
                <a:cs typeface="Arial"/>
              </a:rPr>
              <a:t>They</a:t>
            </a:r>
            <a:r>
              <a:rPr sz="2700" spc="40" dirty="0">
                <a:solidFill>
                  <a:srgbClr val="852321"/>
                </a:solidFill>
                <a:latin typeface="Arial"/>
                <a:cs typeface="Arial"/>
              </a:rPr>
              <a:t> </a:t>
            </a:r>
            <a:r>
              <a:rPr sz="2700" dirty="0">
                <a:solidFill>
                  <a:srgbClr val="903B36"/>
                </a:solidFill>
                <a:latin typeface="Arial"/>
                <a:cs typeface="Arial"/>
              </a:rPr>
              <a:t>are</a:t>
            </a:r>
            <a:r>
              <a:rPr sz="2700" spc="25" dirty="0">
                <a:solidFill>
                  <a:srgbClr val="903B36"/>
                </a:solidFill>
                <a:latin typeface="Arial"/>
                <a:cs typeface="Arial"/>
              </a:rPr>
              <a:t> </a:t>
            </a:r>
            <a:r>
              <a:rPr sz="2700" spc="50" dirty="0">
                <a:solidFill>
                  <a:srgbClr val="852321"/>
                </a:solidFill>
                <a:latin typeface="Arial"/>
                <a:cs typeface="Arial"/>
              </a:rPr>
              <a:t>likely</a:t>
            </a:r>
            <a:r>
              <a:rPr sz="2700" spc="55" dirty="0">
                <a:solidFill>
                  <a:srgbClr val="852321"/>
                </a:solidFill>
                <a:latin typeface="Arial"/>
                <a:cs typeface="Arial"/>
              </a:rPr>
              <a:t> </a:t>
            </a:r>
            <a:r>
              <a:rPr sz="2700" spc="55" dirty="0">
                <a:solidFill>
                  <a:srgbClr val="903B36"/>
                </a:solidFill>
                <a:latin typeface="Arial"/>
                <a:cs typeface="Arial"/>
              </a:rPr>
              <a:t>not</a:t>
            </a:r>
            <a:r>
              <a:rPr sz="2700" spc="335" dirty="0">
                <a:solidFill>
                  <a:srgbClr val="903B36"/>
                </a:solidFill>
                <a:latin typeface="Arial"/>
                <a:cs typeface="Arial"/>
              </a:rPr>
              <a:t> </a:t>
            </a:r>
            <a:r>
              <a:rPr sz="2700" spc="45" dirty="0">
                <a:solidFill>
                  <a:srgbClr val="903B36"/>
                </a:solidFill>
                <a:latin typeface="Arial"/>
                <a:cs typeface="Arial"/>
              </a:rPr>
              <a:t>compliant.</a:t>
            </a:r>
            <a:endParaRPr sz="2700" dirty="0">
              <a:latin typeface="Arial"/>
              <a:cs typeface="Arial"/>
            </a:endParaRPr>
          </a:p>
        </p:txBody>
      </p:sp>
      <p:pic>
        <p:nvPicPr>
          <p:cNvPr id="42" name="Graphic 41" descr="City outline">
            <a:extLst>
              <a:ext uri="{FF2B5EF4-FFF2-40B4-BE49-F238E27FC236}">
                <a16:creationId xmlns:a16="http://schemas.microsoft.com/office/drawing/2014/main" id="{9B69EB9F-70B5-B474-8CEA-0EA911239B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5398" y="2310421"/>
            <a:ext cx="1224797" cy="122479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44" name="Graphic 43" descr="Shredder outline">
            <a:extLst>
              <a:ext uri="{FF2B5EF4-FFF2-40B4-BE49-F238E27FC236}">
                <a16:creationId xmlns:a16="http://schemas.microsoft.com/office/drawing/2014/main" id="{A69D144A-9DEA-F48E-111C-3961E8B37B9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452602" y="2346707"/>
            <a:ext cx="914400" cy="9144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6" name="Graphic 45" descr="Computer outline">
            <a:extLst>
              <a:ext uri="{FF2B5EF4-FFF2-40B4-BE49-F238E27FC236}">
                <a16:creationId xmlns:a16="http://schemas.microsoft.com/office/drawing/2014/main" id="{984FB5D4-C566-E344-ECC0-9D4458CA87D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148509" y="2359178"/>
            <a:ext cx="914400" cy="9144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8" name="Graphic 47" descr="Coins outline">
            <a:extLst>
              <a:ext uri="{FF2B5EF4-FFF2-40B4-BE49-F238E27FC236}">
                <a16:creationId xmlns:a16="http://schemas.microsoft.com/office/drawing/2014/main" id="{C7F08E66-0062-F68C-E77D-8B32680CE98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709400" y="2339864"/>
            <a:ext cx="914400" cy="914400"/>
          </a:xfrm>
          <a:prstGeom prst="rect">
            <a:avLst/>
          </a:prstGeom>
        </p:spPr>
      </p:pic>
      <p:pic>
        <p:nvPicPr>
          <p:cNvPr id="50" name="Graphic 49" descr="Handshake outline">
            <a:extLst>
              <a:ext uri="{FF2B5EF4-FFF2-40B4-BE49-F238E27FC236}">
                <a16:creationId xmlns:a16="http://schemas.microsoft.com/office/drawing/2014/main" id="{FEE09123-834C-4D1B-97CF-DA7F64E432B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579158" y="2980111"/>
            <a:ext cx="1338271" cy="133827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383EB6BA-98FF-B663-DD2D-8DC2C0E634BC}"/>
              </a:ext>
            </a:extLst>
          </p:cNvPr>
          <p:cNvCxnSpPr>
            <a:cxnSpLocks/>
          </p:cNvCxnSpPr>
          <p:nvPr/>
        </p:nvCxnSpPr>
        <p:spPr>
          <a:xfrm>
            <a:off x="8943340" y="3277207"/>
            <a:ext cx="2385060" cy="0"/>
          </a:xfrm>
          <a:prstGeom prst="line">
            <a:avLst/>
          </a:prstGeom>
          <a:ln w="38100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object 31">
            <a:extLst>
              <a:ext uri="{FF2B5EF4-FFF2-40B4-BE49-F238E27FC236}">
                <a16:creationId xmlns:a16="http://schemas.microsoft.com/office/drawing/2014/main" id="{CB83AB7D-2B99-D995-AC0D-0B8BAC3A7FBE}"/>
              </a:ext>
            </a:extLst>
          </p:cNvPr>
          <p:cNvSpPr txBox="1"/>
          <p:nvPr/>
        </p:nvSpPr>
        <p:spPr>
          <a:xfrm>
            <a:off x="7728608" y="2658564"/>
            <a:ext cx="1039370" cy="569595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lang="en-US" sz="3550" b="1" dirty="0">
                <a:solidFill>
                  <a:schemeClr val="tx2">
                    <a:lumMod val="20000"/>
                    <a:lumOff val="80000"/>
                  </a:schemeClr>
                </a:solidFill>
                <a:latin typeface="Arial"/>
                <a:cs typeface="Arial"/>
              </a:rPr>
              <a:t>BAA</a:t>
            </a:r>
            <a:endParaRPr sz="3550" dirty="0">
              <a:solidFill>
                <a:schemeClr val="tx2">
                  <a:lumMod val="20000"/>
                  <a:lumOff val="80000"/>
                </a:schemeClr>
              </a:solidFill>
              <a:latin typeface="Arial"/>
              <a:cs typeface="Arial"/>
            </a:endParaRPr>
          </a:p>
        </p:txBody>
      </p:sp>
      <p:pic>
        <p:nvPicPr>
          <p:cNvPr id="53" name="Graphic 52" descr="Paper outline">
            <a:extLst>
              <a:ext uri="{FF2B5EF4-FFF2-40B4-BE49-F238E27FC236}">
                <a16:creationId xmlns:a16="http://schemas.microsoft.com/office/drawing/2014/main" id="{892347E2-5EB5-E6E5-2AA9-E3605BE0954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884372" y="1881692"/>
            <a:ext cx="2611086" cy="261108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D75E60E-35D6-4C22-999C-D0DCBCE1C530}"/>
              </a:ext>
            </a:extLst>
          </p:cNvPr>
          <p:cNvSpPr/>
          <p:nvPr/>
        </p:nvSpPr>
        <p:spPr>
          <a:xfrm>
            <a:off x="741998" y="3209149"/>
            <a:ext cx="15991204" cy="240687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" name="object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2099472"/>
              </p:ext>
            </p:extLst>
          </p:nvPr>
        </p:nvGraphicFramePr>
        <p:xfrm>
          <a:off x="928714" y="5994301"/>
          <a:ext cx="15511143" cy="28816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325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7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16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743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42367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868680">
                        <a:lnSpc>
                          <a:spcPts val="4715"/>
                        </a:lnSpc>
                      </a:pPr>
                      <a:r>
                        <a:rPr sz="4250" b="1" spc="-215" dirty="0">
                          <a:solidFill>
                            <a:srgbClr val="072849"/>
                          </a:solidFill>
                          <a:latin typeface="Arial"/>
                          <a:cs typeface="Arial"/>
                        </a:rPr>
                        <a:t>Risk</a:t>
                      </a:r>
                      <a:r>
                        <a:rPr sz="4250" b="1" spc="-240" dirty="0">
                          <a:solidFill>
                            <a:srgbClr val="07284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4250" b="1" spc="-175" dirty="0">
                          <a:solidFill>
                            <a:srgbClr val="072849"/>
                          </a:solidFill>
                          <a:latin typeface="Arial"/>
                          <a:cs typeface="Arial"/>
                        </a:rPr>
                        <a:t>Assessment</a:t>
                      </a:r>
                      <a:r>
                        <a:rPr sz="4250" b="1" spc="-45" dirty="0">
                          <a:solidFill>
                            <a:srgbClr val="07284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4250" b="1" spc="-10" dirty="0">
                          <a:solidFill>
                            <a:srgbClr val="072849"/>
                          </a:solidFill>
                          <a:latin typeface="Arial"/>
                          <a:cs typeface="Arial"/>
                        </a:rPr>
                        <a:t>Factors</a:t>
                      </a:r>
                      <a:endParaRPr sz="4250" dirty="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831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52425" algn="ctr">
                        <a:lnSpc>
                          <a:spcPts val="3145"/>
                        </a:lnSpc>
                      </a:pPr>
                      <a:endParaRPr sz="2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2300" dirty="0">
                        <a:latin typeface="Arial"/>
                        <a:cs typeface="Arial"/>
                      </a:endParaRPr>
                    </a:p>
                  </a:txBody>
                  <a:tcPr marL="0" marR="0" marT="3873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6415">
                <a:tc>
                  <a:txBody>
                    <a:bodyPr/>
                    <a:lstStyle/>
                    <a:p>
                      <a:pPr marL="31750">
                        <a:lnSpc>
                          <a:spcPts val="3615"/>
                        </a:lnSpc>
                        <a:spcBef>
                          <a:spcPts val="434"/>
                        </a:spcBef>
                      </a:pPr>
                      <a:r>
                        <a:rPr sz="3050" spc="85" dirty="0">
                          <a:solidFill>
                            <a:srgbClr val="181818"/>
                          </a:solidFill>
                          <a:latin typeface="+mn-lt"/>
                          <a:cs typeface="Times New Roman"/>
                        </a:rPr>
                        <a:t>Nature/Extent</a:t>
                      </a:r>
                      <a:r>
                        <a:rPr sz="3050" spc="135" dirty="0">
                          <a:solidFill>
                            <a:srgbClr val="181818"/>
                          </a:solidFill>
                          <a:latin typeface="+mn-lt"/>
                          <a:cs typeface="Times New Roman"/>
                        </a:rPr>
                        <a:t> </a:t>
                      </a:r>
                      <a:r>
                        <a:rPr sz="3050" dirty="0">
                          <a:solidFill>
                            <a:srgbClr val="181818"/>
                          </a:solidFill>
                          <a:latin typeface="+mn-lt"/>
                          <a:cs typeface="Times New Roman"/>
                        </a:rPr>
                        <a:t>of</a:t>
                      </a:r>
                      <a:r>
                        <a:rPr sz="3050" spc="70" dirty="0">
                          <a:solidFill>
                            <a:srgbClr val="181818"/>
                          </a:solidFill>
                          <a:latin typeface="+mn-lt"/>
                          <a:cs typeface="Times New Roman"/>
                        </a:rPr>
                        <a:t> </a:t>
                      </a:r>
                      <a:r>
                        <a:rPr sz="3050" spc="-25" dirty="0">
                          <a:solidFill>
                            <a:srgbClr val="181818"/>
                          </a:solidFill>
                          <a:latin typeface="+mn-lt"/>
                          <a:cs typeface="Times New Roman"/>
                        </a:rPr>
                        <a:t>PHI</a:t>
                      </a:r>
                      <a:endParaRPr sz="3050" dirty="0">
                        <a:latin typeface="+mn-lt"/>
                        <a:cs typeface="Times New Roman"/>
                      </a:endParaRPr>
                    </a:p>
                  </a:txBody>
                  <a:tcPr marL="0" marR="0" marT="55244" marB="0"/>
                </a:tc>
                <a:tc>
                  <a:txBody>
                    <a:bodyPr/>
                    <a:lstStyle/>
                    <a:p>
                      <a:pPr marL="20955" algn="ctr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3050" dirty="0">
                          <a:solidFill>
                            <a:srgbClr val="181818"/>
                          </a:solidFill>
                          <a:latin typeface="+mn-lt"/>
                          <a:cs typeface="Times New Roman"/>
                        </a:rPr>
                        <a:t>Who</a:t>
                      </a:r>
                      <a:r>
                        <a:rPr sz="3050" spc="50" dirty="0">
                          <a:solidFill>
                            <a:srgbClr val="181818"/>
                          </a:solidFill>
                          <a:latin typeface="+mn-lt"/>
                          <a:cs typeface="Times New Roman"/>
                        </a:rPr>
                        <a:t> </a:t>
                      </a:r>
                      <a:r>
                        <a:rPr sz="3050" dirty="0">
                          <a:solidFill>
                            <a:srgbClr val="181818"/>
                          </a:solidFill>
                          <a:latin typeface="+mn-lt"/>
                          <a:cs typeface="Times New Roman"/>
                        </a:rPr>
                        <a:t>received</a:t>
                      </a:r>
                      <a:r>
                        <a:rPr sz="3050" spc="210" dirty="0">
                          <a:solidFill>
                            <a:srgbClr val="181818"/>
                          </a:solidFill>
                          <a:latin typeface="+mn-lt"/>
                          <a:cs typeface="Times New Roman"/>
                        </a:rPr>
                        <a:t> </a:t>
                      </a:r>
                      <a:r>
                        <a:rPr sz="3050" spc="-25" dirty="0">
                          <a:solidFill>
                            <a:srgbClr val="181818"/>
                          </a:solidFill>
                          <a:latin typeface="+mn-lt"/>
                          <a:cs typeface="Times New Roman"/>
                        </a:rPr>
                        <a:t>it?</a:t>
                      </a:r>
                      <a:endParaRPr sz="3050" dirty="0">
                        <a:latin typeface="+mn-lt"/>
                        <a:cs typeface="Times New Roman"/>
                      </a:endParaRPr>
                    </a:p>
                  </a:txBody>
                  <a:tcPr marL="0" marR="0" marT="42544" marB="0"/>
                </a:tc>
                <a:tc>
                  <a:txBody>
                    <a:bodyPr/>
                    <a:lstStyle/>
                    <a:p>
                      <a:pPr marL="65405" algn="ctr">
                        <a:lnSpc>
                          <a:spcPts val="3615"/>
                        </a:lnSpc>
                        <a:spcBef>
                          <a:spcPts val="434"/>
                        </a:spcBef>
                      </a:pPr>
                      <a:r>
                        <a:rPr sz="3050" spc="-25" dirty="0">
                          <a:solidFill>
                            <a:srgbClr val="181818"/>
                          </a:solidFill>
                          <a:latin typeface="+mn-lt"/>
                          <a:cs typeface="Times New Roman"/>
                        </a:rPr>
                        <a:t>Was</a:t>
                      </a:r>
                      <a:r>
                        <a:rPr sz="3050" spc="-175" dirty="0">
                          <a:solidFill>
                            <a:srgbClr val="181818"/>
                          </a:solidFill>
                          <a:latin typeface="+mn-lt"/>
                          <a:cs typeface="Times New Roman"/>
                        </a:rPr>
                        <a:t> </a:t>
                      </a:r>
                      <a:r>
                        <a:rPr sz="3050" dirty="0">
                          <a:solidFill>
                            <a:srgbClr val="181818"/>
                          </a:solidFill>
                          <a:latin typeface="+mn-lt"/>
                          <a:cs typeface="Times New Roman"/>
                        </a:rPr>
                        <a:t>it</a:t>
                      </a:r>
                      <a:r>
                        <a:rPr sz="3050" spc="100" dirty="0">
                          <a:solidFill>
                            <a:srgbClr val="181818"/>
                          </a:solidFill>
                          <a:latin typeface="+mn-lt"/>
                          <a:cs typeface="Times New Roman"/>
                        </a:rPr>
                        <a:t> </a:t>
                      </a:r>
                      <a:r>
                        <a:rPr sz="3050" spc="75" dirty="0">
                          <a:solidFill>
                            <a:srgbClr val="181818"/>
                          </a:solidFill>
                          <a:latin typeface="+mn-lt"/>
                          <a:cs typeface="Times New Roman"/>
                        </a:rPr>
                        <a:t>viewed/acquired?</a:t>
                      </a:r>
                      <a:endParaRPr sz="3050" dirty="0">
                        <a:latin typeface="+mn-lt"/>
                        <a:cs typeface="Times New Roman"/>
                      </a:endParaRPr>
                    </a:p>
                  </a:txBody>
                  <a:tcPr marL="0" marR="0" marT="55244" marB="0"/>
                </a:tc>
                <a:tc>
                  <a:txBody>
                    <a:bodyPr/>
                    <a:lstStyle/>
                    <a:p>
                      <a:pPr marL="369570">
                        <a:lnSpc>
                          <a:spcPts val="3615"/>
                        </a:lnSpc>
                        <a:spcBef>
                          <a:spcPts val="434"/>
                        </a:spcBef>
                      </a:pPr>
                      <a:r>
                        <a:rPr sz="3050" dirty="0">
                          <a:solidFill>
                            <a:srgbClr val="181818"/>
                          </a:solidFill>
                          <a:latin typeface="+mn-lt"/>
                          <a:cs typeface="Times New Roman"/>
                        </a:rPr>
                        <a:t>Mitigation</a:t>
                      </a:r>
                      <a:r>
                        <a:rPr sz="3050" spc="95" dirty="0">
                          <a:solidFill>
                            <a:srgbClr val="181818"/>
                          </a:solidFill>
                          <a:latin typeface="+mn-lt"/>
                          <a:cs typeface="Times New Roman"/>
                        </a:rPr>
                        <a:t> </a:t>
                      </a:r>
                      <a:r>
                        <a:rPr sz="3050" spc="80" dirty="0">
                          <a:solidFill>
                            <a:srgbClr val="181818"/>
                          </a:solidFill>
                          <a:latin typeface="+mn-lt"/>
                          <a:cs typeface="Times New Roman"/>
                        </a:rPr>
                        <a:t>extent</a:t>
                      </a:r>
                      <a:endParaRPr sz="3050" dirty="0">
                        <a:latin typeface="+mn-lt"/>
                        <a:cs typeface="Times New Roman"/>
                      </a:endParaRPr>
                    </a:p>
                  </a:txBody>
                  <a:tcPr marL="0" marR="0" marT="55244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127785" y="237312"/>
            <a:ext cx="15113000" cy="2439670"/>
          </a:xfrm>
          <a:prstGeom prst="rect">
            <a:avLst/>
          </a:prstGeom>
        </p:spPr>
        <p:txBody>
          <a:bodyPr vert="horz" wrap="square" lIns="0" tIns="143510" rIns="0" bIns="0" rtlCol="0">
            <a:spAutoFit/>
          </a:bodyPr>
          <a:lstStyle/>
          <a:p>
            <a:pPr marL="90170" algn="ctr">
              <a:lnSpc>
                <a:spcPct val="100000"/>
              </a:lnSpc>
              <a:spcBef>
                <a:spcPts val="1130"/>
              </a:spcBef>
            </a:pPr>
            <a:r>
              <a:rPr sz="7050" spc="125" dirty="0">
                <a:solidFill>
                  <a:srgbClr val="072849"/>
                </a:solidFill>
              </a:rPr>
              <a:t>Anatomy</a:t>
            </a:r>
            <a:r>
              <a:rPr sz="7050" spc="204" dirty="0">
                <a:solidFill>
                  <a:srgbClr val="072849"/>
                </a:solidFill>
              </a:rPr>
              <a:t> </a:t>
            </a:r>
            <a:r>
              <a:rPr sz="7050" spc="130" dirty="0">
                <a:solidFill>
                  <a:srgbClr val="072849"/>
                </a:solidFill>
              </a:rPr>
              <a:t>of</a:t>
            </a:r>
            <a:r>
              <a:rPr sz="7050" spc="-150" dirty="0">
                <a:solidFill>
                  <a:srgbClr val="072849"/>
                </a:solidFill>
              </a:rPr>
              <a:t> </a:t>
            </a:r>
            <a:r>
              <a:rPr sz="7050" spc="235" dirty="0">
                <a:solidFill>
                  <a:srgbClr val="072849"/>
                </a:solidFill>
              </a:rPr>
              <a:t>a</a:t>
            </a:r>
            <a:r>
              <a:rPr sz="7050" spc="-375" dirty="0">
                <a:solidFill>
                  <a:srgbClr val="072849"/>
                </a:solidFill>
              </a:rPr>
              <a:t> </a:t>
            </a:r>
            <a:r>
              <a:rPr sz="7050" spc="55" dirty="0">
                <a:solidFill>
                  <a:srgbClr val="072849"/>
                </a:solidFill>
              </a:rPr>
              <a:t>Breach</a:t>
            </a:r>
            <a:endParaRPr sz="7050" dirty="0"/>
          </a:p>
          <a:p>
            <a:pPr marL="12700" marR="5080" algn="ctr">
              <a:lnSpc>
                <a:spcPts val="4320"/>
              </a:lnSpc>
              <a:spcBef>
                <a:spcPts val="965"/>
              </a:spcBef>
              <a:tabLst>
                <a:tab pos="8924925" algn="l"/>
              </a:tabLst>
            </a:pPr>
            <a:r>
              <a:rPr sz="3850" dirty="0">
                <a:solidFill>
                  <a:srgbClr val="3D3D3D"/>
                </a:solidFill>
                <a:latin typeface="+mj-lt"/>
                <a:cs typeface="Times New Roman"/>
              </a:rPr>
              <a:t>Definition:</a:t>
            </a:r>
            <a:r>
              <a:rPr sz="3850" spc="-80" dirty="0">
                <a:solidFill>
                  <a:srgbClr val="3D3D3D"/>
                </a:solidFill>
                <a:latin typeface="+mj-lt"/>
                <a:cs typeface="Times New Roman"/>
              </a:rPr>
              <a:t> </a:t>
            </a:r>
            <a:r>
              <a:rPr sz="3850" b="0" spc="-165" dirty="0">
                <a:solidFill>
                  <a:srgbClr val="3D3D3D"/>
                </a:solidFill>
                <a:latin typeface="+mj-lt"/>
                <a:cs typeface="Times New Roman"/>
              </a:rPr>
              <a:t>An</a:t>
            </a:r>
            <a:r>
              <a:rPr sz="3850" b="0" spc="-114" dirty="0">
                <a:solidFill>
                  <a:srgbClr val="3D3D3D"/>
                </a:solidFill>
                <a:latin typeface="+mj-lt"/>
                <a:cs typeface="Times New Roman"/>
              </a:rPr>
              <a:t> </a:t>
            </a:r>
            <a:r>
              <a:rPr sz="3850" b="0" dirty="0">
                <a:solidFill>
                  <a:srgbClr val="3D3D3D"/>
                </a:solidFill>
                <a:latin typeface="+mj-lt"/>
                <a:cs typeface="Times New Roman"/>
              </a:rPr>
              <a:t>impermissible</a:t>
            </a:r>
            <a:r>
              <a:rPr sz="3850" b="0" spc="365" dirty="0">
                <a:solidFill>
                  <a:srgbClr val="3D3D3D"/>
                </a:solidFill>
                <a:latin typeface="+mj-lt"/>
                <a:cs typeface="Times New Roman"/>
              </a:rPr>
              <a:t> </a:t>
            </a:r>
            <a:r>
              <a:rPr sz="3850" b="0" spc="130" dirty="0">
                <a:solidFill>
                  <a:srgbClr val="3D3D3D"/>
                </a:solidFill>
                <a:latin typeface="+mj-lt"/>
                <a:cs typeface="Times New Roman"/>
              </a:rPr>
              <a:t>use</a:t>
            </a:r>
            <a:r>
              <a:rPr sz="3850" b="0" spc="-120" dirty="0">
                <a:solidFill>
                  <a:srgbClr val="3D3D3D"/>
                </a:solidFill>
                <a:latin typeface="+mj-lt"/>
                <a:cs typeface="Times New Roman"/>
              </a:rPr>
              <a:t> </a:t>
            </a:r>
            <a:r>
              <a:rPr sz="3850" b="0" spc="125" dirty="0">
                <a:solidFill>
                  <a:srgbClr val="3D3D3D"/>
                </a:solidFill>
                <a:latin typeface="+mj-lt"/>
                <a:cs typeface="Times New Roman"/>
              </a:rPr>
              <a:t>or</a:t>
            </a:r>
            <a:r>
              <a:rPr sz="3850" b="0" spc="-10" dirty="0">
                <a:solidFill>
                  <a:srgbClr val="3D3D3D"/>
                </a:solidFill>
                <a:latin typeface="+mj-lt"/>
                <a:cs typeface="Times New Roman"/>
              </a:rPr>
              <a:t> </a:t>
            </a:r>
            <a:r>
              <a:rPr sz="3850" b="0" spc="70" dirty="0">
                <a:solidFill>
                  <a:srgbClr val="3D3D3D"/>
                </a:solidFill>
                <a:latin typeface="+mj-lt"/>
                <a:cs typeface="Times New Roman"/>
              </a:rPr>
              <a:t>disclosure</a:t>
            </a:r>
            <a:r>
              <a:rPr sz="3850" b="0" spc="114" dirty="0">
                <a:solidFill>
                  <a:srgbClr val="3D3D3D"/>
                </a:solidFill>
                <a:latin typeface="+mj-lt"/>
                <a:cs typeface="Times New Roman"/>
              </a:rPr>
              <a:t> </a:t>
            </a:r>
            <a:r>
              <a:rPr sz="3850" b="0" spc="120" dirty="0">
                <a:solidFill>
                  <a:srgbClr val="3D3D3D"/>
                </a:solidFill>
                <a:latin typeface="+mj-lt"/>
                <a:cs typeface="Times New Roman"/>
              </a:rPr>
              <a:t>under</a:t>
            </a:r>
            <a:r>
              <a:rPr sz="3850" b="0" spc="145" dirty="0">
                <a:solidFill>
                  <a:srgbClr val="3D3D3D"/>
                </a:solidFill>
                <a:latin typeface="+mj-lt"/>
                <a:cs typeface="Times New Roman"/>
              </a:rPr>
              <a:t> </a:t>
            </a:r>
            <a:r>
              <a:rPr sz="3850" b="0" spc="105" dirty="0">
                <a:solidFill>
                  <a:srgbClr val="3D3D3D"/>
                </a:solidFill>
                <a:latin typeface="+mj-lt"/>
                <a:cs typeface="Times New Roman"/>
              </a:rPr>
              <a:t>the</a:t>
            </a:r>
            <a:r>
              <a:rPr sz="3850" b="0" spc="204" dirty="0">
                <a:solidFill>
                  <a:srgbClr val="3D3D3D"/>
                </a:solidFill>
                <a:latin typeface="+mj-lt"/>
                <a:cs typeface="Times New Roman"/>
              </a:rPr>
              <a:t> </a:t>
            </a:r>
            <a:r>
              <a:rPr sz="3850" b="0" dirty="0">
                <a:solidFill>
                  <a:srgbClr val="3D3D3D"/>
                </a:solidFill>
                <a:latin typeface="+mj-lt"/>
                <a:cs typeface="Times New Roman"/>
              </a:rPr>
              <a:t>Privacy</a:t>
            </a:r>
            <a:r>
              <a:rPr sz="3850" b="0" spc="105" dirty="0">
                <a:solidFill>
                  <a:srgbClr val="3D3D3D"/>
                </a:solidFill>
                <a:latin typeface="+mj-lt"/>
                <a:cs typeface="Times New Roman"/>
              </a:rPr>
              <a:t> </a:t>
            </a:r>
            <a:r>
              <a:rPr sz="3850" b="0" spc="-60" dirty="0">
                <a:solidFill>
                  <a:srgbClr val="3D3D3D"/>
                </a:solidFill>
                <a:latin typeface="+mj-lt"/>
                <a:cs typeface="Times New Roman"/>
              </a:rPr>
              <a:t>Rule</a:t>
            </a:r>
            <a:r>
              <a:rPr sz="3850" b="0" spc="-20" dirty="0">
                <a:solidFill>
                  <a:srgbClr val="3D3D3D"/>
                </a:solidFill>
                <a:latin typeface="+mj-lt"/>
                <a:cs typeface="Times New Roman"/>
              </a:rPr>
              <a:t> </a:t>
            </a:r>
            <a:r>
              <a:rPr sz="3850" b="0" spc="190" dirty="0">
                <a:solidFill>
                  <a:srgbClr val="3D3D3D"/>
                </a:solidFill>
                <a:latin typeface="+mj-lt"/>
                <a:cs typeface="Times New Roman"/>
              </a:rPr>
              <a:t>that </a:t>
            </a:r>
            <a:r>
              <a:rPr sz="3850" b="0" spc="70" dirty="0">
                <a:solidFill>
                  <a:srgbClr val="3D3D3D"/>
                </a:solidFill>
                <a:latin typeface="+mj-lt"/>
                <a:cs typeface="Times New Roman"/>
              </a:rPr>
              <a:t>compromises</a:t>
            </a:r>
            <a:r>
              <a:rPr sz="3850" b="0" spc="270" dirty="0">
                <a:solidFill>
                  <a:srgbClr val="3D3D3D"/>
                </a:solidFill>
                <a:latin typeface="+mj-lt"/>
                <a:cs typeface="Times New Roman"/>
              </a:rPr>
              <a:t> </a:t>
            </a:r>
            <a:r>
              <a:rPr sz="3850" b="0" spc="55" dirty="0">
                <a:solidFill>
                  <a:srgbClr val="3D3D3D"/>
                </a:solidFill>
                <a:latin typeface="+mj-lt"/>
                <a:cs typeface="Times New Roman"/>
              </a:rPr>
              <a:t>the</a:t>
            </a:r>
            <a:r>
              <a:rPr sz="3850" b="0" spc="190" dirty="0">
                <a:solidFill>
                  <a:srgbClr val="3D3D3D"/>
                </a:solidFill>
                <a:latin typeface="+mj-lt"/>
                <a:cs typeface="Times New Roman"/>
              </a:rPr>
              <a:t> </a:t>
            </a:r>
            <a:r>
              <a:rPr sz="3850" b="0" spc="105" dirty="0">
                <a:solidFill>
                  <a:srgbClr val="3D3D3D"/>
                </a:solidFill>
                <a:latin typeface="+mj-lt"/>
                <a:cs typeface="Times New Roman"/>
              </a:rPr>
              <a:t>security</a:t>
            </a:r>
            <a:r>
              <a:rPr sz="3850" b="0" spc="-65" dirty="0">
                <a:solidFill>
                  <a:srgbClr val="3D3D3D"/>
                </a:solidFill>
                <a:latin typeface="+mj-lt"/>
                <a:cs typeface="Times New Roman"/>
              </a:rPr>
              <a:t> </a:t>
            </a:r>
            <a:r>
              <a:rPr sz="3850" b="0" spc="110" dirty="0">
                <a:solidFill>
                  <a:srgbClr val="3D3D3D"/>
                </a:solidFill>
                <a:latin typeface="+mj-lt"/>
                <a:cs typeface="Times New Roman"/>
              </a:rPr>
              <a:t>or</a:t>
            </a:r>
            <a:r>
              <a:rPr sz="3850" b="0" spc="140" dirty="0">
                <a:solidFill>
                  <a:srgbClr val="3D3D3D"/>
                </a:solidFill>
                <a:latin typeface="+mj-lt"/>
                <a:cs typeface="Times New Roman"/>
              </a:rPr>
              <a:t> </a:t>
            </a:r>
            <a:r>
              <a:rPr sz="3850" b="0" dirty="0">
                <a:solidFill>
                  <a:srgbClr val="3D3D3D"/>
                </a:solidFill>
                <a:latin typeface="+mj-lt"/>
                <a:cs typeface="Times New Roman"/>
              </a:rPr>
              <a:t>privacy</a:t>
            </a:r>
            <a:r>
              <a:rPr sz="3850" b="0" spc="-70" dirty="0">
                <a:solidFill>
                  <a:srgbClr val="3D3D3D"/>
                </a:solidFill>
                <a:latin typeface="+mj-lt"/>
                <a:cs typeface="Times New Roman"/>
              </a:rPr>
              <a:t> </a:t>
            </a:r>
            <a:r>
              <a:rPr sz="3850" b="0" dirty="0">
                <a:solidFill>
                  <a:srgbClr val="3D3D3D"/>
                </a:solidFill>
                <a:latin typeface="+mj-lt"/>
                <a:cs typeface="Times New Roman"/>
              </a:rPr>
              <a:t>of</a:t>
            </a:r>
            <a:r>
              <a:rPr sz="3850" b="0" spc="40" dirty="0">
                <a:solidFill>
                  <a:srgbClr val="3D3D3D"/>
                </a:solidFill>
                <a:latin typeface="+mj-lt"/>
                <a:cs typeface="Times New Roman"/>
              </a:rPr>
              <a:t> </a:t>
            </a:r>
            <a:r>
              <a:rPr sz="3850" b="0" spc="-25" dirty="0">
                <a:solidFill>
                  <a:srgbClr val="3D3D3D"/>
                </a:solidFill>
                <a:latin typeface="+mj-lt"/>
                <a:cs typeface="Times New Roman"/>
              </a:rPr>
              <a:t>the</a:t>
            </a:r>
            <a:r>
              <a:rPr sz="3850" b="0" dirty="0">
                <a:solidFill>
                  <a:srgbClr val="3D3D3D"/>
                </a:solidFill>
                <a:latin typeface="+mj-lt"/>
                <a:cs typeface="Times New Roman"/>
              </a:rPr>
              <a:t>	</a:t>
            </a:r>
            <a:r>
              <a:rPr sz="3850" b="0" spc="-20" dirty="0">
                <a:solidFill>
                  <a:srgbClr val="3D3D3D"/>
                </a:solidFill>
                <a:latin typeface="+mj-lt"/>
                <a:cs typeface="Times New Roman"/>
              </a:rPr>
              <a:t>PHI.</a:t>
            </a:r>
            <a:endParaRPr sz="3850" dirty="0">
              <a:latin typeface="+mj-lt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9700" y="2991483"/>
            <a:ext cx="17195800" cy="2406876"/>
          </a:xfrm>
          <a:prstGeom prst="rect">
            <a:avLst/>
          </a:prstGeom>
          <a:ln w="12736">
            <a:noFill/>
          </a:ln>
        </p:spPr>
        <p:txBody>
          <a:bodyPr vert="horz" wrap="square" lIns="0" tIns="412114" rIns="0" bIns="0" rtlCol="0">
            <a:spAutoFit/>
          </a:bodyPr>
          <a:lstStyle/>
          <a:p>
            <a:pPr marL="736600" marR="671195" indent="11430" algn="ctr">
              <a:lnSpc>
                <a:spcPct val="98000"/>
              </a:lnSpc>
              <a:spcBef>
                <a:spcPts val="3244"/>
              </a:spcBef>
            </a:pPr>
            <a:r>
              <a:rPr sz="4400" b="1" dirty="0">
                <a:solidFill>
                  <a:srgbClr val="010101"/>
                </a:solidFill>
                <a:latin typeface="Arial"/>
                <a:cs typeface="Arial"/>
              </a:rPr>
              <a:t>The Presumption of Guilt: </a:t>
            </a:r>
            <a:r>
              <a:rPr sz="4400" dirty="0">
                <a:solidFill>
                  <a:srgbClr val="010101"/>
                </a:solidFill>
                <a:latin typeface="Arial"/>
                <a:cs typeface="Arial"/>
              </a:rPr>
              <a:t>Under the Omnibus Rule, any impermissible use is </a:t>
            </a:r>
            <a:r>
              <a:rPr sz="4400" b="1" dirty="0">
                <a:solidFill>
                  <a:srgbClr val="010101"/>
                </a:solidFill>
                <a:latin typeface="Arial"/>
                <a:cs typeface="Arial"/>
              </a:rPr>
              <a:t>PRESUMED TO BE A BREACH </a:t>
            </a:r>
            <a:r>
              <a:rPr sz="4400" dirty="0">
                <a:solidFill>
                  <a:srgbClr val="010101"/>
                </a:solidFill>
                <a:latin typeface="Arial"/>
                <a:cs typeface="Arial"/>
              </a:rPr>
              <a:t>unless we can prove there is a low probability of compromise.</a:t>
            </a:r>
            <a:endParaRPr sz="440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462826" y="6979158"/>
            <a:ext cx="1852295" cy="64697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100" b="1" spc="150" dirty="0">
                <a:solidFill>
                  <a:srgbClr val="072849"/>
                </a:solidFill>
                <a:latin typeface="Arial"/>
                <a:cs typeface="Arial"/>
              </a:rPr>
              <a:t>3.</a:t>
            </a:r>
            <a:r>
              <a:rPr sz="4100" b="1" spc="450" dirty="0">
                <a:solidFill>
                  <a:srgbClr val="072849"/>
                </a:solidFill>
                <a:latin typeface="Arial"/>
                <a:cs typeface="Arial"/>
              </a:rPr>
              <a:t> </a:t>
            </a:r>
            <a:endParaRPr sz="520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79401" y="8574028"/>
            <a:ext cx="17195799" cy="630942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200" b="1" dirty="0">
                <a:solidFill>
                  <a:srgbClr val="181818"/>
                </a:solidFill>
                <a:latin typeface="+mn-lt"/>
                <a:cs typeface="Times New Roman"/>
              </a:rPr>
              <a:t>Examples listed at the bottom: </a:t>
            </a:r>
            <a:r>
              <a:rPr sz="3200" dirty="0">
                <a:solidFill>
                  <a:srgbClr val="181818"/>
                </a:solidFill>
                <a:latin typeface="+mn-lt"/>
                <a:cs typeface="Times New Roman"/>
              </a:rPr>
              <a:t>Lost laptop </a:t>
            </a:r>
            <a:r>
              <a:rPr sz="4000" dirty="0">
                <a:solidFill>
                  <a:srgbClr val="181818"/>
                </a:solidFill>
                <a:latin typeface="+mn-lt"/>
                <a:cs typeface="Times New Roman"/>
              </a:rPr>
              <a:t>= </a:t>
            </a:r>
            <a:r>
              <a:rPr sz="3200" dirty="0">
                <a:solidFill>
                  <a:srgbClr val="181818"/>
                </a:solidFill>
                <a:latin typeface="+mn-lt"/>
                <a:cs typeface="Times New Roman"/>
              </a:rPr>
              <a:t>Breach. </a:t>
            </a:r>
            <a:r>
              <a:rPr sz="3200" dirty="0">
                <a:solidFill>
                  <a:srgbClr val="3D3D3D"/>
                </a:solidFill>
                <a:latin typeface="+mn-lt"/>
                <a:cs typeface="Times New Roman"/>
              </a:rPr>
              <a:t>F</a:t>
            </a:r>
            <a:r>
              <a:rPr sz="3200" dirty="0">
                <a:solidFill>
                  <a:srgbClr val="181818"/>
                </a:solidFill>
                <a:latin typeface="+mn-lt"/>
                <a:cs typeface="Times New Roman"/>
              </a:rPr>
              <a:t>ax to wrong number </a:t>
            </a:r>
            <a:r>
              <a:rPr sz="2400" dirty="0">
                <a:solidFill>
                  <a:srgbClr val="181818"/>
                </a:solidFill>
                <a:latin typeface="+mn-lt"/>
                <a:cs typeface="Arial"/>
              </a:rPr>
              <a:t>= </a:t>
            </a:r>
            <a:r>
              <a:rPr sz="3200" dirty="0">
                <a:solidFill>
                  <a:srgbClr val="181818"/>
                </a:solidFill>
                <a:latin typeface="+mn-lt"/>
                <a:cs typeface="Times New Roman"/>
              </a:rPr>
              <a:t>Breach. Gossip </a:t>
            </a:r>
            <a:r>
              <a:rPr sz="4000" dirty="0">
                <a:solidFill>
                  <a:srgbClr val="181818"/>
                </a:solidFill>
                <a:latin typeface="+mn-lt"/>
                <a:cs typeface="Times New Roman"/>
              </a:rPr>
              <a:t>= </a:t>
            </a:r>
            <a:r>
              <a:rPr sz="3200" dirty="0">
                <a:solidFill>
                  <a:srgbClr val="181818"/>
                </a:solidFill>
                <a:latin typeface="+mn-lt"/>
                <a:cs typeface="Times New Roman"/>
              </a:rPr>
              <a:t>Breach.</a:t>
            </a:r>
            <a:endParaRPr sz="3200" dirty="0">
              <a:latin typeface="+mn-lt"/>
              <a:cs typeface="Times New Roman"/>
            </a:endParaRPr>
          </a:p>
        </p:txBody>
      </p:sp>
      <p:sp>
        <p:nvSpPr>
          <p:cNvPr id="12" name="object 7">
            <a:extLst>
              <a:ext uri="{FF2B5EF4-FFF2-40B4-BE49-F238E27FC236}">
                <a16:creationId xmlns:a16="http://schemas.microsoft.com/office/drawing/2014/main" id="{001A94CD-D508-533B-7CEF-F8CB8E5925AA}"/>
              </a:ext>
            </a:extLst>
          </p:cNvPr>
          <p:cNvSpPr txBox="1"/>
          <p:nvPr/>
        </p:nvSpPr>
        <p:spPr>
          <a:xfrm>
            <a:off x="13673492" y="6979158"/>
            <a:ext cx="1852295" cy="64697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4100" b="1" spc="150" dirty="0">
                <a:solidFill>
                  <a:srgbClr val="072849"/>
                </a:solidFill>
                <a:latin typeface="Arial"/>
                <a:cs typeface="Arial"/>
              </a:rPr>
              <a:t>4</a:t>
            </a:r>
            <a:r>
              <a:rPr sz="4100" b="1" spc="150" dirty="0">
                <a:solidFill>
                  <a:srgbClr val="072849"/>
                </a:solidFill>
                <a:latin typeface="Arial"/>
                <a:cs typeface="Arial"/>
              </a:rPr>
              <a:t>.</a:t>
            </a:r>
            <a:r>
              <a:rPr sz="4100" b="1" spc="450" dirty="0">
                <a:solidFill>
                  <a:srgbClr val="072849"/>
                </a:solidFill>
                <a:latin typeface="Arial"/>
                <a:cs typeface="Arial"/>
              </a:rPr>
              <a:t> </a:t>
            </a:r>
            <a:endParaRPr sz="5200" dirty="0">
              <a:latin typeface="Times New Roman"/>
              <a:cs typeface="Times New Roman"/>
            </a:endParaRPr>
          </a:p>
        </p:txBody>
      </p:sp>
      <p:sp>
        <p:nvSpPr>
          <p:cNvPr id="13" name="object 7">
            <a:extLst>
              <a:ext uri="{FF2B5EF4-FFF2-40B4-BE49-F238E27FC236}">
                <a16:creationId xmlns:a16="http://schemas.microsoft.com/office/drawing/2014/main" id="{80AFD90B-2E3D-7729-EAB7-BB7149895A68}"/>
              </a:ext>
            </a:extLst>
          </p:cNvPr>
          <p:cNvSpPr txBox="1"/>
          <p:nvPr/>
        </p:nvSpPr>
        <p:spPr>
          <a:xfrm>
            <a:off x="5391813" y="6947916"/>
            <a:ext cx="1852295" cy="64697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4100" b="1" spc="150" dirty="0">
                <a:solidFill>
                  <a:srgbClr val="072849"/>
                </a:solidFill>
                <a:latin typeface="Arial"/>
                <a:cs typeface="Arial"/>
              </a:rPr>
              <a:t>2</a:t>
            </a:r>
            <a:r>
              <a:rPr sz="4100" b="1" spc="150" dirty="0">
                <a:solidFill>
                  <a:srgbClr val="072849"/>
                </a:solidFill>
                <a:latin typeface="Arial"/>
                <a:cs typeface="Arial"/>
              </a:rPr>
              <a:t>.</a:t>
            </a:r>
            <a:r>
              <a:rPr sz="4100" b="1" spc="450" dirty="0">
                <a:solidFill>
                  <a:srgbClr val="072849"/>
                </a:solidFill>
                <a:latin typeface="Arial"/>
                <a:cs typeface="Arial"/>
              </a:rPr>
              <a:t> </a:t>
            </a:r>
            <a:endParaRPr sz="5200" dirty="0">
              <a:latin typeface="Times New Roman"/>
              <a:cs typeface="Times New Roman"/>
            </a:endParaRPr>
          </a:p>
        </p:txBody>
      </p:sp>
      <p:sp>
        <p:nvSpPr>
          <p:cNvPr id="14" name="object 7">
            <a:extLst>
              <a:ext uri="{FF2B5EF4-FFF2-40B4-BE49-F238E27FC236}">
                <a16:creationId xmlns:a16="http://schemas.microsoft.com/office/drawing/2014/main" id="{E2BB783B-12E1-8741-2C08-E65EF2C98E52}"/>
              </a:ext>
            </a:extLst>
          </p:cNvPr>
          <p:cNvSpPr txBox="1"/>
          <p:nvPr/>
        </p:nvSpPr>
        <p:spPr>
          <a:xfrm>
            <a:off x="1346200" y="6953215"/>
            <a:ext cx="1852295" cy="64697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4100" b="1" spc="150" dirty="0">
                <a:solidFill>
                  <a:srgbClr val="072849"/>
                </a:solidFill>
                <a:latin typeface="Arial"/>
                <a:cs typeface="Arial"/>
              </a:rPr>
              <a:t>1</a:t>
            </a:r>
            <a:r>
              <a:rPr sz="4100" b="1" spc="150" dirty="0">
                <a:solidFill>
                  <a:srgbClr val="072849"/>
                </a:solidFill>
                <a:latin typeface="Arial"/>
                <a:cs typeface="Arial"/>
              </a:rPr>
              <a:t>.</a:t>
            </a:r>
            <a:r>
              <a:rPr sz="4100" b="1" spc="450" dirty="0">
                <a:solidFill>
                  <a:srgbClr val="072849"/>
                </a:solidFill>
                <a:latin typeface="Arial"/>
                <a:cs typeface="Arial"/>
              </a:rPr>
              <a:t> </a:t>
            </a:r>
            <a:endParaRPr sz="5200" dirty="0">
              <a:latin typeface="Times New Roman"/>
              <a:cs typeface="Times New Roman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3E3BD45-A527-C45B-0E98-4927095BED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144251" y="7022127"/>
            <a:ext cx="1028844" cy="100026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0AF6C3F-292B-1B7C-3A50-074735874E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71667" y1="64583" x2="71667" y2="64583"/>
                        <a14:foregroundMark x1="71667" y1="85417" x2="71667" y2="85417"/>
                        <a14:foregroundMark x1="66667" y1="34375" x2="66667" y2="34375"/>
                        <a14:foregroundMark x1="28333" y1="59375" x2="28333" y2="5937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96222" y="7058636"/>
            <a:ext cx="1143160" cy="91452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8FD9BEB-A1E7-25F4-4993-575FA305676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615" b="91346" l="9302" r="89922">
                        <a14:foregroundMark x1="69767" y1="73077" x2="69767" y2="73077"/>
                        <a14:foregroundMark x1="65116" y1="91346" x2="65116" y2="91346"/>
                        <a14:foregroundMark x1="53488" y1="71154" x2="53488" y2="71154"/>
                        <a14:foregroundMark x1="38760" y1="74038" x2="38760" y2="74038"/>
                        <a14:foregroundMark x1="25581" y1="73077" x2="25581" y2="73077"/>
                        <a14:foregroundMark x1="21705" y1="79808" x2="21705" y2="79808"/>
                        <a14:foregroundMark x1="48837" y1="24038" x2="48837" y2="24038"/>
                        <a14:foregroundMark x1="70543" y1="18269" x2="70543" y2="18269"/>
                        <a14:foregroundMark x1="64341" y1="24038" x2="64341" y2="24038"/>
                        <a14:foregroundMark x1="67442" y1="30769" x2="67442" y2="30769"/>
                        <a14:foregroundMark x1="58915" y1="30769" x2="58915" y2="30769"/>
                        <a14:foregroundMark x1="58915" y1="17308" x2="58915" y2="1730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388973" y="6950103"/>
            <a:ext cx="1318234" cy="106276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5BC1E8FC-AEC5-3D13-55DD-9F31D549E8C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277412" y="6834020"/>
            <a:ext cx="1053537" cy="1101864"/>
          </a:xfrm>
          <a:prstGeom prst="rect">
            <a:avLst/>
          </a:prstGeom>
        </p:spPr>
      </p:pic>
      <p:sp>
        <p:nvSpPr>
          <p:cNvPr id="26" name="object 17">
            <a:extLst>
              <a:ext uri="{FF2B5EF4-FFF2-40B4-BE49-F238E27FC236}">
                <a16:creationId xmlns:a16="http://schemas.microsoft.com/office/drawing/2014/main" id="{6A9C72DD-7DA7-1298-3763-E285925A29E4}"/>
              </a:ext>
            </a:extLst>
          </p:cNvPr>
          <p:cNvSpPr txBox="1"/>
          <p:nvPr/>
        </p:nvSpPr>
        <p:spPr>
          <a:xfrm>
            <a:off x="143795" y="9185464"/>
            <a:ext cx="17221200" cy="37574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10"/>
              </a:spcBef>
            </a:pPr>
            <a:r>
              <a:rPr lang="en-US" sz="235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Times New Roman"/>
              </a:rPr>
              <a:t>Copyright 2026 Transworld Medical Management, LLC. All rights reserved.</a:t>
            </a:r>
            <a:endParaRPr sz="1350" dirty="0">
              <a:solidFill>
                <a:schemeClr val="tx1">
                  <a:lumMod val="50000"/>
                  <a:lumOff val="50000"/>
                </a:schemeClr>
              </a:solidFill>
              <a:latin typeface="+mn-lt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7E4286B-C66E-CC22-349B-64C12A9DC206}"/>
              </a:ext>
            </a:extLst>
          </p:cNvPr>
          <p:cNvSpPr/>
          <p:nvPr/>
        </p:nvSpPr>
        <p:spPr>
          <a:xfrm>
            <a:off x="1047796" y="2250076"/>
            <a:ext cx="15488285" cy="5420597"/>
          </a:xfrm>
          <a:prstGeom prst="roundRect">
            <a:avLst>
              <a:gd name="adj" fmla="val 8882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84F6BA1-3544-B357-0B21-20108401F746}"/>
              </a:ext>
            </a:extLst>
          </p:cNvPr>
          <p:cNvSpPr/>
          <p:nvPr/>
        </p:nvSpPr>
        <p:spPr>
          <a:xfrm>
            <a:off x="8763021" y="3777331"/>
            <a:ext cx="7425743" cy="3144929"/>
          </a:xfrm>
          <a:prstGeom prst="roundRect">
            <a:avLst>
              <a:gd name="adj" fmla="val 8882"/>
            </a:avLst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927781" y="555658"/>
            <a:ext cx="15608300" cy="92201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700" spc="-200" dirty="0">
                <a:solidFill>
                  <a:srgbClr val="05213F"/>
                </a:solidFill>
              </a:rPr>
              <a:t>Response</a:t>
            </a:r>
            <a:r>
              <a:rPr sz="5700" spc="-100" dirty="0">
                <a:solidFill>
                  <a:srgbClr val="05213F"/>
                </a:solidFill>
              </a:rPr>
              <a:t> </a:t>
            </a:r>
            <a:r>
              <a:rPr sz="5850" b="0" spc="-685" dirty="0">
                <a:solidFill>
                  <a:srgbClr val="05213F"/>
                </a:solidFill>
                <a:latin typeface="Times New Roman"/>
                <a:cs typeface="Times New Roman"/>
              </a:rPr>
              <a:t>&amp;</a:t>
            </a:r>
            <a:r>
              <a:rPr sz="5850" b="0" spc="-430" dirty="0">
                <a:solidFill>
                  <a:srgbClr val="05213F"/>
                </a:solidFill>
                <a:latin typeface="Times New Roman"/>
                <a:cs typeface="Times New Roman"/>
              </a:rPr>
              <a:t> </a:t>
            </a:r>
            <a:r>
              <a:rPr sz="5700" spc="-145" dirty="0">
                <a:solidFill>
                  <a:srgbClr val="05213F"/>
                </a:solidFill>
              </a:rPr>
              <a:t>Responsibility:</a:t>
            </a:r>
            <a:r>
              <a:rPr sz="5700" spc="-994" dirty="0">
                <a:solidFill>
                  <a:srgbClr val="05213F"/>
                </a:solidFill>
              </a:rPr>
              <a:t> </a:t>
            </a:r>
            <a:r>
              <a:rPr sz="5700" spc="-204" dirty="0">
                <a:solidFill>
                  <a:srgbClr val="05213F"/>
                </a:solidFill>
              </a:rPr>
              <a:t>Reporting</a:t>
            </a:r>
            <a:r>
              <a:rPr sz="5700" spc="-85" dirty="0">
                <a:solidFill>
                  <a:srgbClr val="05213F"/>
                </a:solidFill>
              </a:rPr>
              <a:t> </a:t>
            </a:r>
            <a:r>
              <a:rPr sz="5700" spc="-180" dirty="0">
                <a:solidFill>
                  <a:srgbClr val="05213F"/>
                </a:solidFill>
              </a:rPr>
              <a:t>Protocols</a:t>
            </a:r>
            <a:endParaRPr sz="57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999189" y="2451431"/>
            <a:ext cx="7511415" cy="7607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4800" b="1" spc="50" dirty="0">
                <a:solidFill>
                  <a:srgbClr val="1F2121"/>
                </a:solidFill>
                <a:latin typeface="Arial"/>
                <a:cs typeface="Arial"/>
              </a:rPr>
              <a:t>Emergency</a:t>
            </a:r>
            <a:r>
              <a:rPr sz="4800" b="1" spc="120" dirty="0">
                <a:solidFill>
                  <a:srgbClr val="1F2121"/>
                </a:solidFill>
                <a:latin typeface="Arial"/>
                <a:cs typeface="Arial"/>
              </a:rPr>
              <a:t> </a:t>
            </a:r>
            <a:r>
              <a:rPr sz="4800" b="1" spc="75" dirty="0">
                <a:solidFill>
                  <a:srgbClr val="1F2121"/>
                </a:solidFill>
                <a:latin typeface="Arial"/>
                <a:cs typeface="Arial"/>
              </a:rPr>
              <a:t>Contact</a:t>
            </a:r>
            <a:r>
              <a:rPr sz="4800" b="1" spc="80" dirty="0">
                <a:solidFill>
                  <a:srgbClr val="1F2121"/>
                </a:solidFill>
                <a:latin typeface="Arial"/>
                <a:cs typeface="Arial"/>
              </a:rPr>
              <a:t> </a:t>
            </a:r>
            <a:r>
              <a:rPr sz="4800" b="1" spc="55" dirty="0">
                <a:solidFill>
                  <a:srgbClr val="1F2121"/>
                </a:solidFill>
                <a:latin typeface="Arial"/>
                <a:cs typeface="Arial"/>
              </a:rPr>
              <a:t>Card</a:t>
            </a:r>
            <a:endParaRPr sz="4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570438" y="3688127"/>
            <a:ext cx="6884670" cy="5467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  <a:tabLst>
                <a:tab pos="1132840" algn="l"/>
              </a:tabLst>
            </a:pPr>
            <a:r>
              <a:rPr sz="3400" b="1" u="none" spc="-95" dirty="0">
                <a:solidFill>
                  <a:srgbClr val="0F0F0F"/>
                </a:solidFill>
                <a:latin typeface="+mj-lt"/>
                <a:cs typeface="Times New Roman"/>
              </a:rPr>
              <a:t>The</a:t>
            </a:r>
            <a:r>
              <a:rPr sz="3400" b="1" u="none" spc="-120" dirty="0">
                <a:solidFill>
                  <a:srgbClr val="0F0F0F"/>
                </a:solidFill>
                <a:latin typeface="+mj-lt"/>
                <a:cs typeface="Times New Roman"/>
              </a:rPr>
              <a:t> </a:t>
            </a:r>
            <a:r>
              <a:rPr sz="3400" b="1" u="none" spc="-125" dirty="0">
                <a:solidFill>
                  <a:srgbClr val="0F0F0F"/>
                </a:solidFill>
                <a:latin typeface="+mj-lt"/>
                <a:cs typeface="Times New Roman"/>
              </a:rPr>
              <a:t>Protocol:</a:t>
            </a:r>
            <a:r>
              <a:rPr sz="3400" b="1" u="none" spc="-210" dirty="0">
                <a:solidFill>
                  <a:srgbClr val="0F0F0F"/>
                </a:solidFill>
                <a:latin typeface="+mj-lt"/>
                <a:cs typeface="Times New Roman"/>
              </a:rPr>
              <a:t> </a:t>
            </a:r>
            <a:r>
              <a:rPr sz="3400" u="none" spc="-45" dirty="0">
                <a:solidFill>
                  <a:srgbClr val="1F2121"/>
                </a:solidFill>
                <a:latin typeface="+mj-lt"/>
                <a:cs typeface="Times New Roman"/>
              </a:rPr>
              <a:t>See</a:t>
            </a:r>
            <a:r>
              <a:rPr sz="3400" u="none" spc="-254" dirty="0">
                <a:solidFill>
                  <a:srgbClr val="1F2121"/>
                </a:solidFill>
                <a:latin typeface="+mj-lt"/>
                <a:cs typeface="Times New Roman"/>
              </a:rPr>
              <a:t> </a:t>
            </a:r>
            <a:r>
              <a:rPr sz="3400" u="none" spc="-50" dirty="0">
                <a:solidFill>
                  <a:srgbClr val="1F2121"/>
                </a:solidFill>
                <a:latin typeface="+mj-lt"/>
                <a:cs typeface="Times New Roman"/>
              </a:rPr>
              <a:t>Something,</a:t>
            </a:r>
            <a:r>
              <a:rPr sz="3400" u="none" spc="-35" dirty="0">
                <a:solidFill>
                  <a:srgbClr val="1F2121"/>
                </a:solidFill>
                <a:latin typeface="+mj-lt"/>
                <a:cs typeface="Times New Roman"/>
              </a:rPr>
              <a:t> </a:t>
            </a:r>
            <a:r>
              <a:rPr sz="3400" u="none" spc="-75" dirty="0">
                <a:solidFill>
                  <a:srgbClr val="1F2121"/>
                </a:solidFill>
                <a:latin typeface="+mj-lt"/>
                <a:cs typeface="Times New Roman"/>
              </a:rPr>
              <a:t>Say</a:t>
            </a:r>
            <a:endParaRPr sz="3400" dirty="0">
              <a:latin typeface="+mj-lt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567956" y="4076741"/>
            <a:ext cx="6223000" cy="1017523"/>
          </a:xfrm>
          <a:prstGeom prst="rect">
            <a:avLst/>
          </a:prstGeom>
        </p:spPr>
        <p:txBody>
          <a:bodyPr vert="horz" wrap="square" lIns="0" tIns="168275" rIns="0" bIns="0" rtlCol="0">
            <a:spAutoFit/>
          </a:bodyPr>
          <a:lstStyle/>
          <a:p>
            <a:pPr marL="57150" marR="5080" indent="-57150" algn="l">
              <a:lnSpc>
                <a:spcPct val="80000"/>
              </a:lnSpc>
              <a:spcBef>
                <a:spcPts val="1325"/>
              </a:spcBef>
              <a:tabLst>
                <a:tab pos="0" algn="l"/>
              </a:tabLst>
            </a:pPr>
            <a:r>
              <a:rPr sz="3400" spc="-45" dirty="0">
                <a:solidFill>
                  <a:srgbClr val="1F2121"/>
                </a:solidFill>
                <a:latin typeface="+mj-lt"/>
                <a:cs typeface="Times New Roman"/>
              </a:rPr>
              <a:t>Something.</a:t>
            </a:r>
            <a:r>
              <a:rPr sz="3400" spc="-110" dirty="0">
                <a:solidFill>
                  <a:srgbClr val="1F2121"/>
                </a:solidFill>
                <a:latin typeface="+mj-lt"/>
                <a:cs typeface="Times New Roman"/>
              </a:rPr>
              <a:t> </a:t>
            </a:r>
            <a:r>
              <a:rPr sz="3400" spc="-165" dirty="0">
                <a:solidFill>
                  <a:srgbClr val="1F2121"/>
                </a:solidFill>
                <a:latin typeface="+mj-lt"/>
                <a:cs typeface="Times New Roman"/>
              </a:rPr>
              <a:t>Do</a:t>
            </a:r>
            <a:r>
              <a:rPr sz="3400" spc="10" dirty="0">
                <a:solidFill>
                  <a:srgbClr val="1F2121"/>
                </a:solidFill>
                <a:latin typeface="+mj-lt"/>
                <a:cs typeface="Times New Roman"/>
              </a:rPr>
              <a:t> </a:t>
            </a:r>
            <a:r>
              <a:rPr sz="3400" dirty="0">
                <a:solidFill>
                  <a:srgbClr val="1F2121"/>
                </a:solidFill>
                <a:latin typeface="+mj-lt"/>
                <a:cs typeface="Times New Roman"/>
              </a:rPr>
              <a:t>not</a:t>
            </a:r>
            <a:r>
              <a:rPr sz="3400" spc="-155" dirty="0">
                <a:solidFill>
                  <a:srgbClr val="1F2121"/>
                </a:solidFill>
                <a:latin typeface="+mj-lt"/>
                <a:cs typeface="Times New Roman"/>
              </a:rPr>
              <a:t> </a:t>
            </a:r>
            <a:r>
              <a:rPr sz="3400" spc="-45" dirty="0">
                <a:solidFill>
                  <a:srgbClr val="1F2121"/>
                </a:solidFill>
                <a:latin typeface="+mj-lt"/>
                <a:cs typeface="Times New Roman"/>
              </a:rPr>
              <a:t>investigate</a:t>
            </a:r>
            <a:r>
              <a:rPr lang="en-US" sz="3400" spc="-45" dirty="0">
                <a:solidFill>
                  <a:srgbClr val="1F2121"/>
                </a:solidFill>
                <a:latin typeface="+mj-lt"/>
                <a:cs typeface="Times New Roman"/>
              </a:rPr>
              <a:t> </a:t>
            </a:r>
            <a:r>
              <a:rPr sz="3400" spc="-60" dirty="0">
                <a:solidFill>
                  <a:srgbClr val="1F2121"/>
                </a:solidFill>
                <a:latin typeface="+mj-lt"/>
                <a:cs typeface="Times New Roman"/>
              </a:rPr>
              <a:t>yourself.</a:t>
            </a:r>
            <a:r>
              <a:rPr sz="3400" spc="-110" dirty="0">
                <a:solidFill>
                  <a:srgbClr val="1F2121"/>
                </a:solidFill>
                <a:latin typeface="+mj-lt"/>
                <a:cs typeface="Times New Roman"/>
              </a:rPr>
              <a:t> </a:t>
            </a:r>
            <a:r>
              <a:rPr sz="3400" spc="-195" dirty="0">
                <a:solidFill>
                  <a:srgbClr val="1F2121"/>
                </a:solidFill>
                <a:latin typeface="+mj-lt"/>
                <a:cs typeface="Times New Roman"/>
              </a:rPr>
              <a:t>Do</a:t>
            </a:r>
            <a:r>
              <a:rPr sz="3400" spc="-95" dirty="0">
                <a:solidFill>
                  <a:srgbClr val="1F2121"/>
                </a:solidFill>
                <a:latin typeface="+mj-lt"/>
                <a:cs typeface="Times New Roman"/>
              </a:rPr>
              <a:t> </a:t>
            </a:r>
            <a:r>
              <a:rPr sz="3400" dirty="0">
                <a:solidFill>
                  <a:srgbClr val="1F2121"/>
                </a:solidFill>
                <a:latin typeface="+mj-lt"/>
                <a:cs typeface="Times New Roman"/>
              </a:rPr>
              <a:t>not</a:t>
            </a:r>
            <a:r>
              <a:rPr sz="3400" spc="-90" dirty="0">
                <a:solidFill>
                  <a:srgbClr val="1F2121"/>
                </a:solidFill>
                <a:latin typeface="+mj-lt"/>
                <a:cs typeface="Times New Roman"/>
              </a:rPr>
              <a:t> </a:t>
            </a:r>
            <a:r>
              <a:rPr sz="3400" dirty="0">
                <a:solidFill>
                  <a:srgbClr val="1F2121"/>
                </a:solidFill>
                <a:latin typeface="+mj-lt"/>
                <a:cs typeface="Times New Roman"/>
              </a:rPr>
              <a:t>hide</a:t>
            </a:r>
            <a:r>
              <a:rPr sz="3400" spc="-125" dirty="0">
                <a:solidFill>
                  <a:srgbClr val="1F2121"/>
                </a:solidFill>
                <a:latin typeface="+mj-lt"/>
                <a:cs typeface="Times New Roman"/>
              </a:rPr>
              <a:t> </a:t>
            </a:r>
            <a:r>
              <a:rPr sz="3400" spc="-25" dirty="0">
                <a:solidFill>
                  <a:srgbClr val="0F0F0F"/>
                </a:solidFill>
                <a:latin typeface="+mj-lt"/>
                <a:cs typeface="Times New Roman"/>
              </a:rPr>
              <a:t>it.</a:t>
            </a:r>
            <a:endParaRPr sz="3400" dirty="0">
              <a:latin typeface="+mj-lt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570438" y="5451475"/>
            <a:ext cx="5902960" cy="195156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R="5080" indent="9525">
              <a:lnSpc>
                <a:spcPct val="89900"/>
              </a:lnSpc>
              <a:spcBef>
                <a:spcPts val="530"/>
              </a:spcBef>
            </a:pPr>
            <a:r>
              <a:rPr sz="3400" b="1" spc="-100" dirty="0">
                <a:solidFill>
                  <a:srgbClr val="0F0F0F"/>
                </a:solidFill>
                <a:latin typeface="+mj-lt"/>
                <a:cs typeface="Times New Roman"/>
              </a:rPr>
              <a:t>Non-</a:t>
            </a:r>
            <a:r>
              <a:rPr sz="3400" b="1" spc="-80" dirty="0">
                <a:solidFill>
                  <a:srgbClr val="0F0F0F"/>
                </a:solidFill>
                <a:latin typeface="+mj-lt"/>
                <a:cs typeface="Times New Roman"/>
              </a:rPr>
              <a:t>Retaliation</a:t>
            </a:r>
            <a:r>
              <a:rPr sz="3400" b="1" spc="-120" dirty="0">
                <a:solidFill>
                  <a:srgbClr val="0F0F0F"/>
                </a:solidFill>
                <a:latin typeface="+mj-lt"/>
                <a:cs typeface="Times New Roman"/>
              </a:rPr>
              <a:t> </a:t>
            </a:r>
            <a:r>
              <a:rPr sz="3400" b="1" spc="-150" dirty="0">
                <a:solidFill>
                  <a:srgbClr val="0F0F0F"/>
                </a:solidFill>
                <a:latin typeface="+mj-lt"/>
                <a:cs typeface="Times New Roman"/>
              </a:rPr>
              <a:t>Policy:</a:t>
            </a:r>
            <a:r>
              <a:rPr sz="3400" b="1" spc="-80" dirty="0">
                <a:solidFill>
                  <a:srgbClr val="0F0F0F"/>
                </a:solidFill>
                <a:latin typeface="+mj-lt"/>
                <a:cs typeface="Times New Roman"/>
              </a:rPr>
              <a:t> </a:t>
            </a:r>
            <a:r>
              <a:rPr sz="3400" spc="-10" dirty="0">
                <a:solidFill>
                  <a:srgbClr val="1F2121"/>
                </a:solidFill>
                <a:latin typeface="+mj-lt"/>
                <a:cs typeface="Times New Roman"/>
              </a:rPr>
              <a:t>Reports </a:t>
            </a:r>
            <a:r>
              <a:rPr sz="3400" dirty="0">
                <a:solidFill>
                  <a:srgbClr val="1F2121"/>
                </a:solidFill>
                <a:latin typeface="+mj-lt"/>
                <a:cs typeface="Times New Roman"/>
              </a:rPr>
              <a:t>can</a:t>
            </a:r>
            <a:r>
              <a:rPr sz="3400" spc="-165" dirty="0">
                <a:solidFill>
                  <a:srgbClr val="1F2121"/>
                </a:solidFill>
                <a:latin typeface="+mj-lt"/>
                <a:cs typeface="Times New Roman"/>
              </a:rPr>
              <a:t> </a:t>
            </a:r>
            <a:r>
              <a:rPr sz="3400" dirty="0">
                <a:solidFill>
                  <a:srgbClr val="1F2121"/>
                </a:solidFill>
                <a:latin typeface="+mj-lt"/>
                <a:cs typeface="Times New Roman"/>
              </a:rPr>
              <a:t>be</a:t>
            </a:r>
            <a:r>
              <a:rPr sz="3400" spc="-180" dirty="0">
                <a:solidFill>
                  <a:srgbClr val="1F2121"/>
                </a:solidFill>
                <a:latin typeface="+mj-lt"/>
                <a:cs typeface="Times New Roman"/>
              </a:rPr>
              <a:t> </a:t>
            </a:r>
            <a:r>
              <a:rPr sz="3400" spc="-40" dirty="0">
                <a:solidFill>
                  <a:srgbClr val="1F2121"/>
                </a:solidFill>
                <a:latin typeface="+mj-lt"/>
                <a:cs typeface="Times New Roman"/>
              </a:rPr>
              <a:t>made</a:t>
            </a:r>
            <a:r>
              <a:rPr sz="3400" spc="-175" dirty="0">
                <a:solidFill>
                  <a:srgbClr val="1F2121"/>
                </a:solidFill>
                <a:latin typeface="+mj-lt"/>
                <a:cs typeface="Times New Roman"/>
              </a:rPr>
              <a:t> </a:t>
            </a:r>
            <a:r>
              <a:rPr sz="3400" spc="-70" dirty="0">
                <a:solidFill>
                  <a:srgbClr val="1F2121"/>
                </a:solidFill>
                <a:latin typeface="+mj-lt"/>
                <a:cs typeface="Times New Roman"/>
              </a:rPr>
              <a:t>anonymously.</a:t>
            </a:r>
            <a:r>
              <a:rPr sz="3400" spc="215" dirty="0">
                <a:solidFill>
                  <a:srgbClr val="1F2121"/>
                </a:solidFill>
                <a:latin typeface="+mj-lt"/>
                <a:cs typeface="Times New Roman"/>
              </a:rPr>
              <a:t> </a:t>
            </a:r>
            <a:r>
              <a:rPr sz="3400" spc="-25" dirty="0">
                <a:solidFill>
                  <a:srgbClr val="1F2121"/>
                </a:solidFill>
                <a:latin typeface="+mj-lt"/>
                <a:cs typeface="Times New Roman"/>
              </a:rPr>
              <a:t>No </a:t>
            </a:r>
            <a:r>
              <a:rPr sz="3400" spc="-40" dirty="0">
                <a:solidFill>
                  <a:srgbClr val="1F2121"/>
                </a:solidFill>
                <a:latin typeface="+mj-lt"/>
                <a:cs typeface="Times New Roman"/>
              </a:rPr>
              <a:t>retaliation</a:t>
            </a:r>
            <a:r>
              <a:rPr sz="3400" spc="-125" dirty="0">
                <a:solidFill>
                  <a:srgbClr val="1F2121"/>
                </a:solidFill>
                <a:latin typeface="+mj-lt"/>
                <a:cs typeface="Times New Roman"/>
              </a:rPr>
              <a:t> </a:t>
            </a:r>
            <a:r>
              <a:rPr sz="3400" dirty="0">
                <a:solidFill>
                  <a:srgbClr val="1F2121"/>
                </a:solidFill>
                <a:latin typeface="+mj-lt"/>
                <a:cs typeface="Times New Roman"/>
              </a:rPr>
              <a:t>for</a:t>
            </a:r>
            <a:r>
              <a:rPr sz="3400" spc="-210" dirty="0">
                <a:solidFill>
                  <a:srgbClr val="1F2121"/>
                </a:solidFill>
                <a:latin typeface="+mj-lt"/>
                <a:cs typeface="Times New Roman"/>
              </a:rPr>
              <a:t> </a:t>
            </a:r>
            <a:r>
              <a:rPr sz="3400" spc="-90" dirty="0">
                <a:solidFill>
                  <a:srgbClr val="1F2121"/>
                </a:solidFill>
                <a:latin typeface="+mj-lt"/>
                <a:cs typeface="Times New Roman"/>
              </a:rPr>
              <a:t>good</a:t>
            </a:r>
            <a:r>
              <a:rPr sz="3400" spc="-140" dirty="0">
                <a:solidFill>
                  <a:srgbClr val="1F2121"/>
                </a:solidFill>
                <a:latin typeface="+mj-lt"/>
                <a:cs typeface="Times New Roman"/>
              </a:rPr>
              <a:t> </a:t>
            </a:r>
            <a:r>
              <a:rPr sz="3400" dirty="0">
                <a:solidFill>
                  <a:srgbClr val="1F2121"/>
                </a:solidFill>
                <a:latin typeface="+mj-lt"/>
                <a:cs typeface="Times New Roman"/>
              </a:rPr>
              <a:t>faith</a:t>
            </a:r>
            <a:r>
              <a:rPr sz="3400" spc="-10" dirty="0">
                <a:solidFill>
                  <a:srgbClr val="1F2121"/>
                </a:solidFill>
                <a:latin typeface="+mj-lt"/>
                <a:cs typeface="Times New Roman"/>
              </a:rPr>
              <a:t> reporting.</a:t>
            </a:r>
            <a:endParaRPr sz="3400" dirty="0">
              <a:latin typeface="+mj-lt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788474" y="3638615"/>
            <a:ext cx="7400290" cy="2857192"/>
          </a:xfrm>
          <a:prstGeom prst="rect">
            <a:avLst/>
          </a:prstGeom>
          <a:ln w="50947">
            <a:noFill/>
          </a:ln>
        </p:spPr>
        <p:txBody>
          <a:bodyPr vert="horz" wrap="square" lIns="0" tIns="99060" rIns="0" bIns="0" rtlCol="0">
            <a:spAutoFit/>
          </a:bodyPr>
          <a:lstStyle/>
          <a:p>
            <a:pPr marL="300355" marR="314325">
              <a:lnSpc>
                <a:spcPts val="7440"/>
              </a:lnSpc>
              <a:spcBef>
                <a:spcPts val="780"/>
              </a:spcBef>
            </a:pPr>
            <a:r>
              <a:rPr sz="3250" b="1" dirty="0">
                <a:solidFill>
                  <a:srgbClr val="05213F"/>
                </a:solidFill>
                <a:latin typeface="Arial"/>
                <a:cs typeface="Arial"/>
              </a:rPr>
              <a:t>PRIVACY</a:t>
            </a:r>
            <a:r>
              <a:rPr sz="3250" b="1" spc="165" dirty="0">
                <a:solidFill>
                  <a:srgbClr val="05213F"/>
                </a:solidFill>
                <a:latin typeface="Arial"/>
                <a:cs typeface="Arial"/>
              </a:rPr>
              <a:t> </a:t>
            </a:r>
            <a:r>
              <a:rPr sz="3250" b="1" dirty="0">
                <a:solidFill>
                  <a:srgbClr val="05213F"/>
                </a:solidFill>
                <a:latin typeface="Arial"/>
                <a:cs typeface="Arial"/>
              </a:rPr>
              <a:t>OFFICER:</a:t>
            </a:r>
            <a:r>
              <a:rPr sz="3250" b="1" spc="65" dirty="0">
                <a:solidFill>
                  <a:srgbClr val="05213F"/>
                </a:solidFill>
                <a:latin typeface="Arial"/>
                <a:cs typeface="Arial"/>
              </a:rPr>
              <a:t> </a:t>
            </a:r>
            <a:r>
              <a:rPr sz="3250" b="1" spc="55" dirty="0">
                <a:solidFill>
                  <a:srgbClr val="05213F"/>
                </a:solidFill>
                <a:latin typeface="Arial"/>
                <a:cs typeface="Arial"/>
              </a:rPr>
              <a:t>So</a:t>
            </a:r>
            <a:r>
              <a:rPr lang="en-US" sz="3250" b="1" spc="55" dirty="0">
                <a:solidFill>
                  <a:srgbClr val="05213F"/>
                </a:solidFill>
                <a:latin typeface="Arial"/>
                <a:cs typeface="Arial"/>
              </a:rPr>
              <a:t>h</a:t>
            </a:r>
            <a:r>
              <a:rPr sz="3250" b="1" spc="55" dirty="0">
                <a:solidFill>
                  <a:srgbClr val="05213F"/>
                </a:solidFill>
                <a:latin typeface="Arial"/>
                <a:cs typeface="Arial"/>
              </a:rPr>
              <a:t>a</a:t>
            </a:r>
            <a:r>
              <a:rPr sz="3250" b="1" spc="150" dirty="0">
                <a:solidFill>
                  <a:srgbClr val="05213F"/>
                </a:solidFill>
                <a:latin typeface="Arial"/>
                <a:cs typeface="Arial"/>
              </a:rPr>
              <a:t> </a:t>
            </a:r>
            <a:r>
              <a:rPr sz="3250" b="1" spc="135" dirty="0">
                <a:solidFill>
                  <a:srgbClr val="05213F"/>
                </a:solidFill>
                <a:latin typeface="Arial"/>
                <a:cs typeface="Arial"/>
              </a:rPr>
              <a:t>Ahmed </a:t>
            </a:r>
            <a:r>
              <a:rPr sz="3250" b="1" spc="60" dirty="0">
                <a:solidFill>
                  <a:srgbClr val="05213F"/>
                </a:solidFill>
                <a:latin typeface="Arial"/>
                <a:cs typeface="Arial"/>
              </a:rPr>
              <a:t>PHONE:</a:t>
            </a:r>
            <a:r>
              <a:rPr sz="3250" b="1" spc="-175" dirty="0">
                <a:solidFill>
                  <a:srgbClr val="05213F"/>
                </a:solidFill>
                <a:latin typeface="Arial"/>
                <a:cs typeface="Arial"/>
              </a:rPr>
              <a:t> </a:t>
            </a:r>
            <a:r>
              <a:rPr sz="3250" b="1" spc="285" dirty="0">
                <a:solidFill>
                  <a:srgbClr val="05213F"/>
                </a:solidFill>
                <a:latin typeface="Arial"/>
                <a:cs typeface="Arial"/>
              </a:rPr>
              <a:t>727-440-</a:t>
            </a:r>
            <a:r>
              <a:rPr sz="3250" b="1" spc="300" dirty="0">
                <a:solidFill>
                  <a:srgbClr val="05213F"/>
                </a:solidFill>
                <a:latin typeface="Arial"/>
                <a:cs typeface="Arial"/>
              </a:rPr>
              <a:t>5612</a:t>
            </a:r>
            <a:endParaRPr sz="3250" dirty="0">
              <a:latin typeface="Arial"/>
              <a:cs typeface="Arial"/>
            </a:endParaRPr>
          </a:p>
          <a:p>
            <a:pPr marL="300355">
              <a:lnSpc>
                <a:spcPct val="100000"/>
              </a:lnSpc>
              <a:spcBef>
                <a:spcPts val="2800"/>
              </a:spcBef>
              <a:tabLst>
                <a:tab pos="1990089" algn="l"/>
              </a:tabLst>
            </a:pPr>
            <a:r>
              <a:rPr sz="3250" b="1" spc="60" dirty="0">
                <a:solidFill>
                  <a:srgbClr val="05213F"/>
                </a:solidFill>
                <a:latin typeface="Arial"/>
                <a:cs typeface="Arial"/>
              </a:rPr>
              <a:t>EMAIL:</a:t>
            </a:r>
            <a:r>
              <a:rPr sz="3250" b="1" dirty="0">
                <a:solidFill>
                  <a:srgbClr val="05213F"/>
                </a:solidFill>
                <a:latin typeface="Arial"/>
                <a:cs typeface="Arial"/>
              </a:rPr>
              <a:t>	</a:t>
            </a:r>
            <a:r>
              <a:rPr sz="3250" b="1" spc="135" dirty="0">
                <a:solidFill>
                  <a:srgbClr val="05213F"/>
                </a:solidFill>
                <a:latin typeface="Arial"/>
                <a:cs typeface="Arial"/>
                <a:hlinkClick r:id="rId2"/>
              </a:rPr>
              <a:t>sahmed@apcare.net</a:t>
            </a:r>
            <a:endParaRPr sz="3250" dirty="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10753" y="7949260"/>
            <a:ext cx="15488285" cy="836447"/>
          </a:xfrm>
          <a:prstGeom prst="rect">
            <a:avLst/>
          </a:prstGeom>
          <a:ln w="50947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339725" algn="ctr">
              <a:lnSpc>
                <a:spcPts val="7480"/>
              </a:lnSpc>
            </a:pPr>
            <a:r>
              <a:rPr sz="3600" b="1" spc="-110" dirty="0">
                <a:solidFill>
                  <a:srgbClr val="C00000"/>
                </a:solidFill>
                <a:latin typeface="+mj-lt"/>
                <a:cs typeface="Times New Roman"/>
              </a:rPr>
              <a:t>Sanctions:</a:t>
            </a:r>
            <a:r>
              <a:rPr sz="3600" b="1" spc="-165" dirty="0">
                <a:solidFill>
                  <a:srgbClr val="C00000"/>
                </a:solidFill>
                <a:latin typeface="+mj-lt"/>
                <a:cs typeface="Times New Roman"/>
              </a:rPr>
              <a:t> </a:t>
            </a:r>
            <a:r>
              <a:rPr sz="3600" spc="-110" dirty="0">
                <a:solidFill>
                  <a:srgbClr val="1F2121"/>
                </a:solidFill>
                <a:latin typeface="+mj-lt"/>
                <a:cs typeface="Times New Roman"/>
              </a:rPr>
              <a:t>Violations</a:t>
            </a:r>
            <a:r>
              <a:rPr sz="3600" spc="-20" dirty="0">
                <a:solidFill>
                  <a:srgbClr val="1F2121"/>
                </a:solidFill>
                <a:latin typeface="+mj-lt"/>
                <a:cs typeface="Times New Roman"/>
              </a:rPr>
              <a:t> </a:t>
            </a:r>
            <a:r>
              <a:rPr sz="3600" dirty="0">
                <a:solidFill>
                  <a:srgbClr val="0F0F0F"/>
                </a:solidFill>
                <a:latin typeface="+mj-lt"/>
                <a:cs typeface="Times New Roman"/>
              </a:rPr>
              <a:t>result</a:t>
            </a:r>
            <a:r>
              <a:rPr sz="3600" spc="-135" dirty="0">
                <a:solidFill>
                  <a:srgbClr val="0F0F0F"/>
                </a:solidFill>
                <a:latin typeface="+mj-lt"/>
                <a:cs typeface="Times New Roman"/>
              </a:rPr>
              <a:t> </a:t>
            </a:r>
            <a:r>
              <a:rPr sz="3600" spc="-20" dirty="0">
                <a:solidFill>
                  <a:srgbClr val="0F0F0F"/>
                </a:solidFill>
                <a:latin typeface="+mj-lt"/>
                <a:cs typeface="Times New Roman"/>
              </a:rPr>
              <a:t>in</a:t>
            </a:r>
            <a:r>
              <a:rPr sz="3600" spc="-190" dirty="0">
                <a:solidFill>
                  <a:srgbClr val="0F0F0F"/>
                </a:solidFill>
                <a:latin typeface="+mj-lt"/>
                <a:cs typeface="Times New Roman"/>
              </a:rPr>
              <a:t> </a:t>
            </a:r>
            <a:r>
              <a:rPr sz="3600" spc="-20" dirty="0">
                <a:solidFill>
                  <a:srgbClr val="0F0F0F"/>
                </a:solidFill>
                <a:latin typeface="+mj-lt"/>
                <a:cs typeface="Times New Roman"/>
              </a:rPr>
              <a:t>tiered</a:t>
            </a:r>
            <a:r>
              <a:rPr sz="3600" spc="-185" dirty="0">
                <a:solidFill>
                  <a:srgbClr val="0F0F0F"/>
                </a:solidFill>
                <a:latin typeface="+mj-lt"/>
                <a:cs typeface="Times New Roman"/>
              </a:rPr>
              <a:t> </a:t>
            </a:r>
            <a:r>
              <a:rPr sz="3600" spc="-30" dirty="0">
                <a:solidFill>
                  <a:srgbClr val="1F2121"/>
                </a:solidFill>
                <a:latin typeface="+mj-lt"/>
                <a:cs typeface="Times New Roman"/>
              </a:rPr>
              <a:t>sanctions,</a:t>
            </a:r>
            <a:r>
              <a:rPr sz="3600" spc="-185" dirty="0">
                <a:solidFill>
                  <a:srgbClr val="1F2121"/>
                </a:solidFill>
                <a:latin typeface="+mj-lt"/>
                <a:cs typeface="Times New Roman"/>
              </a:rPr>
              <a:t> </a:t>
            </a:r>
            <a:r>
              <a:rPr sz="3600" spc="-20" dirty="0">
                <a:solidFill>
                  <a:srgbClr val="0F0F0F"/>
                </a:solidFill>
                <a:latin typeface="+mj-lt"/>
                <a:cs typeface="Times New Roman"/>
              </a:rPr>
              <a:t>from</a:t>
            </a:r>
            <a:r>
              <a:rPr sz="3600" spc="-30" dirty="0">
                <a:solidFill>
                  <a:srgbClr val="0F0F0F"/>
                </a:solidFill>
                <a:latin typeface="+mj-lt"/>
                <a:cs typeface="Times New Roman"/>
              </a:rPr>
              <a:t> </a:t>
            </a:r>
            <a:r>
              <a:rPr sz="3600" spc="-25" dirty="0">
                <a:solidFill>
                  <a:srgbClr val="0F0F0F"/>
                </a:solidFill>
                <a:latin typeface="+mj-lt"/>
                <a:cs typeface="Times New Roman"/>
              </a:rPr>
              <a:t>retraining </a:t>
            </a:r>
            <a:r>
              <a:rPr sz="3600" spc="75" dirty="0">
                <a:solidFill>
                  <a:srgbClr val="0F0F0F"/>
                </a:solidFill>
                <a:latin typeface="+mj-lt"/>
                <a:cs typeface="Times New Roman"/>
              </a:rPr>
              <a:t>to</a:t>
            </a:r>
            <a:r>
              <a:rPr sz="3600" spc="-254" dirty="0">
                <a:solidFill>
                  <a:srgbClr val="0F0F0F"/>
                </a:solidFill>
                <a:latin typeface="+mj-lt"/>
                <a:cs typeface="Times New Roman"/>
              </a:rPr>
              <a:t> </a:t>
            </a:r>
            <a:r>
              <a:rPr sz="3600" spc="-10" dirty="0">
                <a:solidFill>
                  <a:srgbClr val="0F0F0F"/>
                </a:solidFill>
                <a:latin typeface="+mj-lt"/>
                <a:cs typeface="Times New Roman"/>
              </a:rPr>
              <a:t>termination.</a:t>
            </a:r>
            <a:endParaRPr sz="3600" dirty="0">
              <a:latin typeface="+mj-lt"/>
              <a:cs typeface="Times New Roman"/>
            </a:endParaRPr>
          </a:p>
        </p:txBody>
      </p:sp>
      <p:pic>
        <p:nvPicPr>
          <p:cNvPr id="21" name="Graphic 20" descr="Megaphone outline">
            <a:extLst>
              <a:ext uri="{FF2B5EF4-FFF2-40B4-BE49-F238E27FC236}">
                <a16:creationId xmlns:a16="http://schemas.microsoft.com/office/drawing/2014/main" id="{F71783CE-AD03-72CB-26C8-477A790E02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5114" y="3758280"/>
            <a:ext cx="1141685" cy="11416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3" name="Graphic 22" descr="Shield Tick outline">
            <a:extLst>
              <a:ext uri="{FF2B5EF4-FFF2-40B4-BE49-F238E27FC236}">
                <a16:creationId xmlns:a16="http://schemas.microsoft.com/office/drawing/2014/main" id="{6DD8DE0C-D02B-7CB5-899D-14DE48F11B7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75127" y="5694490"/>
            <a:ext cx="1181657" cy="118165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02384947-36FE-A542-3B70-E01E499CEAB6}"/>
              </a:ext>
            </a:extLst>
          </p:cNvPr>
          <p:cNvSpPr/>
          <p:nvPr/>
        </p:nvSpPr>
        <p:spPr>
          <a:xfrm>
            <a:off x="788348" y="1444614"/>
            <a:ext cx="7162798" cy="7242186"/>
          </a:xfrm>
          <a:prstGeom prst="roundRect">
            <a:avLst>
              <a:gd name="adj" fmla="val 8882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E1138986-AE13-E96E-30F1-A176A88EBC70}"/>
              </a:ext>
            </a:extLst>
          </p:cNvPr>
          <p:cNvSpPr/>
          <p:nvPr/>
        </p:nvSpPr>
        <p:spPr>
          <a:xfrm>
            <a:off x="9450703" y="1444614"/>
            <a:ext cx="5840098" cy="7242186"/>
          </a:xfrm>
          <a:prstGeom prst="roundRect">
            <a:avLst>
              <a:gd name="adj" fmla="val 8882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bject 17" descr="$PPTXTitle"/>
          <p:cNvSpPr txBox="1">
            <a:spLocks noGrp="1"/>
          </p:cNvSpPr>
          <p:nvPr>
            <p:ph type="title"/>
          </p:nvPr>
        </p:nvSpPr>
        <p:spPr>
          <a:xfrm>
            <a:off x="1334135" y="69224"/>
            <a:ext cx="14806930" cy="1375390"/>
          </a:xfrm>
          <a:prstGeom prst="rect">
            <a:avLst/>
          </a:prstGeom>
        </p:spPr>
        <p:txBody>
          <a:bodyPr vert="horz" wrap="square" lIns="0" tIns="386728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dirty="0"/>
              <a:t>Final</a:t>
            </a:r>
            <a:r>
              <a:rPr spc="-110" dirty="0"/>
              <a:t> </a:t>
            </a:r>
            <a:r>
              <a:rPr spc="75" dirty="0"/>
              <a:t>Attestation</a:t>
            </a:r>
            <a:r>
              <a:rPr spc="265" dirty="0"/>
              <a:t> </a:t>
            </a:r>
            <a:r>
              <a:rPr sz="6400" spc="-1125" dirty="0">
                <a:latin typeface="Times New Roman"/>
                <a:cs typeface="Times New Roman"/>
              </a:rPr>
              <a:t>&amp;</a:t>
            </a:r>
            <a:r>
              <a:rPr lang="en-US" sz="6400" spc="-1125" dirty="0">
                <a:latin typeface="Times New Roman"/>
                <a:cs typeface="Times New Roman"/>
              </a:rPr>
              <a:t> </a:t>
            </a:r>
            <a:r>
              <a:rPr sz="6400" spc="-395" dirty="0">
                <a:latin typeface="Times New Roman"/>
                <a:cs typeface="Times New Roman"/>
              </a:rPr>
              <a:t> </a:t>
            </a:r>
            <a:r>
              <a:rPr spc="160" dirty="0"/>
              <a:t>Next</a:t>
            </a:r>
            <a:r>
              <a:rPr spc="-190" dirty="0"/>
              <a:t> </a:t>
            </a:r>
            <a:r>
              <a:rPr spc="80" dirty="0"/>
              <a:t>Steps</a:t>
            </a:r>
            <a:endParaRPr sz="6400" dirty="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216149" y="3352800"/>
            <a:ext cx="3818891" cy="4754891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457200" marR="5080" indent="-342900">
              <a:lnSpc>
                <a:spcPct val="85100"/>
              </a:lnSpc>
              <a:spcBef>
                <a:spcPts val="560"/>
              </a:spcBef>
              <a:buFont typeface="Wingdings" panose="05000000000000000000" pitchFamily="2" charset="2"/>
              <a:buChar char="q"/>
              <a:tabLst>
                <a:tab pos="601345" algn="l"/>
              </a:tabLst>
            </a:pPr>
            <a:r>
              <a:rPr sz="2800" dirty="0">
                <a:solidFill>
                  <a:srgbClr val="2F2F31"/>
                </a:solidFill>
                <a:latin typeface="+mj-lt"/>
                <a:cs typeface="Times New Roman"/>
              </a:rPr>
              <a:t>I understand the difference between Privacy and Security.</a:t>
            </a:r>
            <a:endParaRPr sz="2800" dirty="0">
              <a:latin typeface="+mj-lt"/>
              <a:cs typeface="Times New Roman"/>
            </a:endParaRPr>
          </a:p>
          <a:p>
            <a:pPr marL="457200" marR="561975" indent="-342900">
              <a:lnSpc>
                <a:spcPts val="2410"/>
              </a:lnSpc>
              <a:spcBef>
                <a:spcPts val="615"/>
              </a:spcBef>
              <a:buFont typeface="Wingdings" panose="05000000000000000000" pitchFamily="2" charset="2"/>
              <a:buChar char="q"/>
              <a:tabLst>
                <a:tab pos="601345" algn="l"/>
              </a:tabLst>
            </a:pPr>
            <a:r>
              <a:rPr sz="2800" dirty="0">
                <a:solidFill>
                  <a:srgbClr val="2F2F31"/>
                </a:solidFill>
                <a:latin typeface="+mj-lt"/>
                <a:cs typeface="Times New Roman"/>
              </a:rPr>
              <a:t>I know the </a:t>
            </a:r>
            <a:r>
              <a:rPr lang="en-US" sz="2800" dirty="0">
                <a:solidFill>
                  <a:srgbClr val="2F2F31"/>
                </a:solidFill>
                <a:latin typeface="+mj-lt"/>
                <a:cs typeface="Times New Roman"/>
              </a:rPr>
              <a:t>latest </a:t>
            </a:r>
            <a:r>
              <a:rPr sz="2800" dirty="0">
                <a:solidFill>
                  <a:srgbClr val="2F2F31"/>
                </a:solidFill>
                <a:latin typeface="+mj-lt"/>
                <a:cs typeface="Times New Roman"/>
              </a:rPr>
              <a:t>rules regarding</a:t>
            </a:r>
            <a:r>
              <a:rPr lang="en-US" sz="2800" dirty="0">
                <a:solidFill>
                  <a:srgbClr val="2F2F31"/>
                </a:solidFill>
                <a:latin typeface="+mj-lt"/>
                <a:cs typeface="Times New Roman"/>
              </a:rPr>
              <a:t> reproductive Health Privacy</a:t>
            </a:r>
            <a:endParaRPr sz="2800" dirty="0">
              <a:latin typeface="+mj-lt"/>
              <a:cs typeface="Times New Roman"/>
            </a:endParaRPr>
          </a:p>
          <a:p>
            <a:pPr marL="457200" marR="49530" indent="-342900">
              <a:lnSpc>
                <a:spcPct val="78000"/>
              </a:lnSpc>
              <a:spcBef>
                <a:spcPts val="1000"/>
              </a:spcBef>
              <a:buFont typeface="Wingdings" panose="05000000000000000000" pitchFamily="2" charset="2"/>
              <a:buChar char="q"/>
              <a:tabLst>
                <a:tab pos="601345" algn="l"/>
              </a:tabLst>
            </a:pPr>
            <a:r>
              <a:rPr sz="2800" dirty="0">
                <a:solidFill>
                  <a:srgbClr val="2F2F31"/>
                </a:solidFill>
                <a:latin typeface="+mj-lt"/>
                <a:cs typeface="Times New Roman"/>
              </a:rPr>
              <a:t>I will protect my password (12+ chars) and never share it.</a:t>
            </a:r>
            <a:endParaRPr lang="en-US" sz="2800" dirty="0">
              <a:solidFill>
                <a:srgbClr val="2F2F31"/>
              </a:solidFill>
              <a:latin typeface="+mj-lt"/>
              <a:cs typeface="Times New Roman"/>
            </a:endParaRPr>
          </a:p>
          <a:p>
            <a:pPr marL="457200" marR="49530" indent="-342900">
              <a:lnSpc>
                <a:spcPct val="78000"/>
              </a:lnSpc>
              <a:spcBef>
                <a:spcPts val="1000"/>
              </a:spcBef>
              <a:buFont typeface="Wingdings" panose="05000000000000000000" pitchFamily="2" charset="2"/>
              <a:buChar char="q"/>
              <a:tabLst>
                <a:tab pos="601345" algn="l"/>
              </a:tabLst>
            </a:pPr>
            <a:r>
              <a:rPr lang="en-US" sz="2800" dirty="0">
                <a:solidFill>
                  <a:srgbClr val="2F2F31"/>
                </a:solidFill>
                <a:latin typeface="+mj-lt"/>
                <a:cs typeface="Times New Roman"/>
              </a:rPr>
              <a:t>I know how to report a breach to Soha Ahmed</a:t>
            </a:r>
            <a:endParaRPr sz="2800" dirty="0">
              <a:latin typeface="+mj-lt"/>
              <a:cs typeface="Times New Roman"/>
            </a:endParaRPr>
          </a:p>
          <a:p>
            <a:pPr>
              <a:lnSpc>
                <a:spcPts val="2445"/>
              </a:lnSpc>
            </a:pPr>
            <a:endParaRPr sz="3200" dirty="0">
              <a:latin typeface="+mj-lt"/>
              <a:cs typeface="Times New Roman"/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95595F5C-152E-2456-35D5-0656A0906286}"/>
              </a:ext>
            </a:extLst>
          </p:cNvPr>
          <p:cNvSpPr/>
          <p:nvPr/>
        </p:nvSpPr>
        <p:spPr>
          <a:xfrm>
            <a:off x="9641204" y="2362200"/>
            <a:ext cx="5459097" cy="5410200"/>
          </a:xfrm>
          <a:prstGeom prst="roundRect">
            <a:avLst>
              <a:gd name="adj" fmla="val 8882"/>
            </a:avLst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bject 28"/>
          <p:cNvSpPr txBox="1"/>
          <p:nvPr/>
        </p:nvSpPr>
        <p:spPr>
          <a:xfrm>
            <a:off x="9845357" y="2866442"/>
            <a:ext cx="5050790" cy="4020715"/>
          </a:xfrm>
          <a:prstGeom prst="rect">
            <a:avLst/>
          </a:prstGeom>
          <a:ln w="57150">
            <a:noFill/>
          </a:ln>
        </p:spPr>
        <p:txBody>
          <a:bodyPr vert="horz" wrap="square" lIns="0" tIns="14604" rIns="0" bIns="0" rtlCol="0">
            <a:spAutoFit/>
          </a:bodyPr>
          <a:lstStyle/>
          <a:p>
            <a:pPr marL="273050">
              <a:lnSpc>
                <a:spcPct val="100000"/>
              </a:lnSpc>
              <a:spcBef>
                <a:spcPts val="114"/>
              </a:spcBef>
            </a:pPr>
            <a:r>
              <a:rPr sz="2900" b="1" dirty="0">
                <a:solidFill>
                  <a:srgbClr val="05264B"/>
                </a:solidFill>
                <a:latin typeface="Arial"/>
                <a:cs typeface="Arial"/>
              </a:rPr>
              <a:t>MANDATORY</a:t>
            </a:r>
            <a:r>
              <a:rPr sz="2900" b="1" spc="430" dirty="0">
                <a:solidFill>
                  <a:srgbClr val="05264B"/>
                </a:solidFill>
                <a:latin typeface="Arial"/>
                <a:cs typeface="Arial"/>
              </a:rPr>
              <a:t> </a:t>
            </a:r>
            <a:r>
              <a:rPr sz="2900" b="1" spc="40" dirty="0">
                <a:solidFill>
                  <a:srgbClr val="05264B"/>
                </a:solidFill>
                <a:latin typeface="Arial"/>
                <a:cs typeface="Arial"/>
              </a:rPr>
              <a:t>ACTION</a:t>
            </a:r>
            <a:r>
              <a:rPr lang="en-US" sz="2900" b="1" spc="40" dirty="0">
                <a:solidFill>
                  <a:srgbClr val="05264B"/>
                </a:solidFill>
                <a:latin typeface="Arial"/>
                <a:cs typeface="Arial"/>
              </a:rPr>
              <a:t>S</a:t>
            </a:r>
            <a:r>
              <a:rPr sz="2900" b="1" spc="40" dirty="0">
                <a:solidFill>
                  <a:srgbClr val="05264B"/>
                </a:solidFill>
                <a:latin typeface="Arial"/>
                <a:cs typeface="Arial"/>
              </a:rPr>
              <a:t>:</a:t>
            </a:r>
            <a:endParaRPr sz="29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sz="2900" dirty="0">
              <a:latin typeface="Arial"/>
              <a:cs typeface="Arial"/>
            </a:endParaRPr>
          </a:p>
          <a:p>
            <a:pPr marL="611505" indent="-337185">
              <a:lnSpc>
                <a:spcPct val="100000"/>
              </a:lnSpc>
              <a:buAutoNum type="arabicPeriod"/>
              <a:tabLst>
                <a:tab pos="611505" algn="l"/>
              </a:tabLst>
            </a:pPr>
            <a:r>
              <a:rPr sz="2700" spc="95" dirty="0">
                <a:solidFill>
                  <a:srgbClr val="2F2F31"/>
                </a:solidFill>
                <a:latin typeface="Arial"/>
                <a:cs typeface="Arial"/>
              </a:rPr>
              <a:t>Complete</a:t>
            </a:r>
            <a:r>
              <a:rPr sz="2700" spc="-105" dirty="0">
                <a:solidFill>
                  <a:srgbClr val="2F2F31"/>
                </a:solidFill>
                <a:latin typeface="Arial"/>
                <a:cs typeface="Arial"/>
              </a:rPr>
              <a:t> </a:t>
            </a:r>
            <a:r>
              <a:rPr sz="2700" spc="80" dirty="0">
                <a:solidFill>
                  <a:srgbClr val="1C1D1F"/>
                </a:solidFill>
                <a:latin typeface="Arial"/>
                <a:cs typeface="Arial"/>
              </a:rPr>
              <a:t>the</a:t>
            </a:r>
            <a:r>
              <a:rPr sz="2700" spc="60" dirty="0">
                <a:solidFill>
                  <a:srgbClr val="1C1D1F"/>
                </a:solidFill>
                <a:latin typeface="Arial"/>
                <a:cs typeface="Arial"/>
              </a:rPr>
              <a:t> </a:t>
            </a:r>
            <a:r>
              <a:rPr sz="2700" spc="125" dirty="0">
                <a:solidFill>
                  <a:srgbClr val="1C1D1F"/>
                </a:solidFill>
                <a:latin typeface="Arial"/>
                <a:cs typeface="Arial"/>
              </a:rPr>
              <a:t>training</a:t>
            </a:r>
            <a:r>
              <a:rPr sz="2700" spc="-310" dirty="0">
                <a:solidFill>
                  <a:srgbClr val="1C1D1F"/>
                </a:solidFill>
                <a:latin typeface="Arial"/>
                <a:cs typeface="Arial"/>
              </a:rPr>
              <a:t> </a:t>
            </a:r>
            <a:r>
              <a:rPr sz="2700" spc="50" dirty="0">
                <a:solidFill>
                  <a:srgbClr val="1C1D1F"/>
                </a:solidFill>
                <a:latin typeface="Arial"/>
                <a:cs typeface="Arial"/>
              </a:rPr>
              <a:t>quiz.</a:t>
            </a:r>
            <a:endParaRPr sz="27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10"/>
              </a:spcBef>
              <a:buAutoNum type="arabicPeriod"/>
            </a:pPr>
            <a:endParaRPr sz="2700" dirty="0">
              <a:latin typeface="Arial"/>
              <a:cs typeface="Arial"/>
            </a:endParaRPr>
          </a:p>
          <a:p>
            <a:pPr marL="363220" marR="1111885" indent="364490">
              <a:lnSpc>
                <a:spcPct val="108600"/>
              </a:lnSpc>
              <a:buAutoNum type="arabicPeriod"/>
              <a:tabLst>
                <a:tab pos="727710" algn="l"/>
              </a:tabLst>
            </a:pPr>
            <a:r>
              <a:rPr sz="2700" dirty="0">
                <a:solidFill>
                  <a:srgbClr val="1C1D1F"/>
                </a:solidFill>
                <a:latin typeface="Arial"/>
                <a:cs typeface="Arial"/>
              </a:rPr>
              <a:t>Sign</a:t>
            </a:r>
            <a:r>
              <a:rPr sz="2700" spc="-95" dirty="0">
                <a:solidFill>
                  <a:srgbClr val="1C1D1F"/>
                </a:solidFill>
                <a:latin typeface="Arial"/>
                <a:cs typeface="Arial"/>
              </a:rPr>
              <a:t> </a:t>
            </a:r>
            <a:r>
              <a:rPr sz="2700" spc="100" dirty="0">
                <a:solidFill>
                  <a:srgbClr val="1C1D1F"/>
                </a:solidFill>
                <a:latin typeface="Arial"/>
                <a:cs typeface="Arial"/>
              </a:rPr>
              <a:t>and</a:t>
            </a:r>
            <a:r>
              <a:rPr sz="2700" spc="-120" dirty="0">
                <a:solidFill>
                  <a:srgbClr val="1C1D1F"/>
                </a:solidFill>
                <a:latin typeface="Arial"/>
                <a:cs typeface="Arial"/>
              </a:rPr>
              <a:t> </a:t>
            </a:r>
            <a:r>
              <a:rPr sz="2700" spc="110" dirty="0">
                <a:solidFill>
                  <a:srgbClr val="1C1D1F"/>
                </a:solidFill>
                <a:latin typeface="Arial"/>
                <a:cs typeface="Arial"/>
              </a:rPr>
              <a:t>date</a:t>
            </a:r>
            <a:r>
              <a:rPr sz="2700" spc="-195" dirty="0">
                <a:solidFill>
                  <a:srgbClr val="1C1D1F"/>
                </a:solidFill>
                <a:latin typeface="Arial"/>
                <a:cs typeface="Arial"/>
              </a:rPr>
              <a:t> </a:t>
            </a:r>
            <a:r>
              <a:rPr sz="2700" spc="80" dirty="0">
                <a:solidFill>
                  <a:srgbClr val="1C1D1F"/>
                </a:solidFill>
                <a:latin typeface="Arial"/>
                <a:cs typeface="Arial"/>
              </a:rPr>
              <a:t>the </a:t>
            </a:r>
            <a:r>
              <a:rPr sz="2700" spc="95" dirty="0">
                <a:solidFill>
                  <a:srgbClr val="1C1D1F"/>
                </a:solidFill>
                <a:latin typeface="Arial"/>
                <a:cs typeface="Arial"/>
              </a:rPr>
              <a:t>attestation</a:t>
            </a:r>
            <a:r>
              <a:rPr sz="2700" spc="114" dirty="0">
                <a:solidFill>
                  <a:srgbClr val="1C1D1F"/>
                </a:solidFill>
                <a:latin typeface="Arial"/>
                <a:cs typeface="Arial"/>
              </a:rPr>
              <a:t> </a:t>
            </a:r>
            <a:r>
              <a:rPr sz="2700" spc="85" dirty="0">
                <a:solidFill>
                  <a:srgbClr val="2F2F31"/>
                </a:solidFill>
                <a:latin typeface="Arial"/>
                <a:cs typeface="Arial"/>
              </a:rPr>
              <a:t>statement.</a:t>
            </a:r>
            <a:endParaRPr sz="27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15"/>
              </a:spcBef>
              <a:buAutoNum type="arabicPeriod"/>
            </a:pPr>
            <a:endParaRPr sz="2700" dirty="0">
              <a:latin typeface="Arial"/>
              <a:cs typeface="Arial"/>
            </a:endParaRPr>
          </a:p>
          <a:p>
            <a:pPr marL="360045" marR="169545" indent="-12065">
              <a:lnSpc>
                <a:spcPct val="108600"/>
              </a:lnSpc>
              <a:buAutoNum type="arabicPeriod"/>
              <a:tabLst>
                <a:tab pos="360045" algn="l"/>
                <a:tab pos="727710" algn="l"/>
              </a:tabLst>
            </a:pPr>
            <a:r>
              <a:rPr sz="2700" spc="105" dirty="0">
                <a:solidFill>
                  <a:srgbClr val="2F2F31"/>
                </a:solidFill>
                <a:latin typeface="Arial"/>
                <a:cs typeface="Arial"/>
              </a:rPr>
              <a:t>Submit</a:t>
            </a:r>
            <a:r>
              <a:rPr sz="2700" spc="-90" dirty="0">
                <a:solidFill>
                  <a:srgbClr val="2F2F31"/>
                </a:solidFill>
                <a:latin typeface="Arial"/>
                <a:cs typeface="Arial"/>
              </a:rPr>
              <a:t> </a:t>
            </a:r>
            <a:r>
              <a:rPr sz="2700" spc="110" dirty="0">
                <a:solidFill>
                  <a:srgbClr val="2F2F31"/>
                </a:solidFill>
                <a:latin typeface="Arial"/>
                <a:cs typeface="Arial"/>
              </a:rPr>
              <a:t>certificate</a:t>
            </a:r>
            <a:r>
              <a:rPr sz="2700" spc="-90" dirty="0">
                <a:solidFill>
                  <a:srgbClr val="2F2F31"/>
                </a:solidFill>
                <a:latin typeface="Arial"/>
                <a:cs typeface="Arial"/>
              </a:rPr>
              <a:t> </a:t>
            </a:r>
            <a:r>
              <a:rPr sz="2700" spc="80" dirty="0">
                <a:solidFill>
                  <a:srgbClr val="1C1D1F"/>
                </a:solidFill>
                <a:latin typeface="Arial"/>
                <a:cs typeface="Arial"/>
              </a:rPr>
              <a:t>to </a:t>
            </a:r>
            <a:r>
              <a:rPr sz="2700" spc="60" dirty="0">
                <a:solidFill>
                  <a:srgbClr val="1C1D1F"/>
                </a:solidFill>
                <a:latin typeface="Arial"/>
                <a:cs typeface="Arial"/>
              </a:rPr>
              <a:t>HR/Front</a:t>
            </a:r>
            <a:r>
              <a:rPr sz="2700" spc="130" dirty="0">
                <a:solidFill>
                  <a:srgbClr val="1C1D1F"/>
                </a:solidFill>
                <a:latin typeface="Arial"/>
                <a:cs typeface="Arial"/>
              </a:rPr>
              <a:t> </a:t>
            </a:r>
            <a:r>
              <a:rPr sz="2700" dirty="0">
                <a:solidFill>
                  <a:srgbClr val="1C1D1F"/>
                </a:solidFill>
                <a:latin typeface="Arial"/>
                <a:cs typeface="Arial"/>
              </a:rPr>
              <a:t>Desk</a:t>
            </a:r>
            <a:r>
              <a:rPr sz="2700" spc="5" dirty="0">
                <a:solidFill>
                  <a:srgbClr val="1C1D1F"/>
                </a:solidFill>
                <a:latin typeface="Arial"/>
                <a:cs typeface="Arial"/>
              </a:rPr>
              <a:t> </a:t>
            </a:r>
            <a:r>
              <a:rPr sz="2700" spc="70" dirty="0">
                <a:solidFill>
                  <a:srgbClr val="2F2F31"/>
                </a:solidFill>
                <a:latin typeface="Arial"/>
                <a:cs typeface="Arial"/>
              </a:rPr>
              <a:t>immediately.</a:t>
            </a:r>
            <a:endParaRPr sz="2700" dirty="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08000" y="8686800"/>
            <a:ext cx="16154399" cy="6918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14"/>
              </a:spcBef>
            </a:pPr>
            <a:r>
              <a:rPr sz="4400" b="1" spc="-90" dirty="0">
                <a:solidFill>
                  <a:srgbClr val="1C1D1F"/>
                </a:solidFill>
                <a:latin typeface="+mj-lt"/>
                <a:cs typeface="Times New Roman"/>
              </a:rPr>
              <a:t>Compliance</a:t>
            </a:r>
            <a:r>
              <a:rPr sz="4400" b="1" spc="-25" dirty="0">
                <a:solidFill>
                  <a:srgbClr val="1C1D1F"/>
                </a:solidFill>
                <a:latin typeface="+mj-lt"/>
                <a:cs typeface="Times New Roman"/>
              </a:rPr>
              <a:t> </a:t>
            </a:r>
            <a:r>
              <a:rPr sz="4400" b="1" dirty="0">
                <a:solidFill>
                  <a:srgbClr val="1C1D1F"/>
                </a:solidFill>
                <a:latin typeface="+mj-lt"/>
                <a:cs typeface="Times New Roman"/>
              </a:rPr>
              <a:t>protects</a:t>
            </a:r>
            <a:r>
              <a:rPr sz="4400" b="1" spc="-95" dirty="0">
                <a:solidFill>
                  <a:srgbClr val="1C1D1F"/>
                </a:solidFill>
                <a:latin typeface="+mj-lt"/>
                <a:cs typeface="Times New Roman"/>
              </a:rPr>
              <a:t> </a:t>
            </a:r>
            <a:r>
              <a:rPr sz="4400" b="1" spc="-90" dirty="0">
                <a:solidFill>
                  <a:srgbClr val="1C1D1F"/>
                </a:solidFill>
                <a:latin typeface="+mj-lt"/>
                <a:cs typeface="Times New Roman"/>
              </a:rPr>
              <a:t>everyone:</a:t>
            </a:r>
            <a:r>
              <a:rPr sz="4400" b="1" spc="-135" dirty="0">
                <a:solidFill>
                  <a:srgbClr val="1C1D1F"/>
                </a:solidFill>
                <a:latin typeface="+mj-lt"/>
                <a:cs typeface="Times New Roman"/>
              </a:rPr>
              <a:t> </a:t>
            </a:r>
            <a:r>
              <a:rPr sz="4400" b="1" spc="-20" dirty="0">
                <a:solidFill>
                  <a:schemeClr val="tx2"/>
                </a:solidFill>
                <a:latin typeface="+mj-lt"/>
                <a:cs typeface="Times New Roman"/>
              </a:rPr>
              <a:t>The</a:t>
            </a:r>
            <a:r>
              <a:rPr sz="4400" b="1" spc="-55" dirty="0">
                <a:solidFill>
                  <a:schemeClr val="tx2"/>
                </a:solidFill>
                <a:latin typeface="+mj-lt"/>
                <a:cs typeface="Times New Roman"/>
              </a:rPr>
              <a:t> </a:t>
            </a:r>
            <a:r>
              <a:rPr sz="4400" b="1" spc="-50" dirty="0">
                <a:solidFill>
                  <a:schemeClr val="tx2"/>
                </a:solidFill>
                <a:latin typeface="+mj-lt"/>
                <a:cs typeface="Times New Roman"/>
              </a:rPr>
              <a:t>Patient,</a:t>
            </a:r>
            <a:r>
              <a:rPr sz="4400" b="1" spc="-220" dirty="0">
                <a:solidFill>
                  <a:schemeClr val="tx2"/>
                </a:solidFill>
                <a:latin typeface="+mj-lt"/>
                <a:cs typeface="Times New Roman"/>
              </a:rPr>
              <a:t> </a:t>
            </a:r>
            <a:r>
              <a:rPr sz="4400" b="1" spc="-50" dirty="0">
                <a:solidFill>
                  <a:schemeClr val="tx2"/>
                </a:solidFill>
                <a:latin typeface="+mj-lt"/>
                <a:cs typeface="Times New Roman"/>
              </a:rPr>
              <a:t>The</a:t>
            </a:r>
            <a:r>
              <a:rPr sz="4400" b="1" spc="-125" dirty="0">
                <a:solidFill>
                  <a:schemeClr val="tx2"/>
                </a:solidFill>
                <a:latin typeface="+mj-lt"/>
                <a:cs typeface="Times New Roman"/>
              </a:rPr>
              <a:t> </a:t>
            </a:r>
            <a:r>
              <a:rPr sz="4400" b="1" spc="-145" dirty="0">
                <a:solidFill>
                  <a:schemeClr val="tx2"/>
                </a:solidFill>
                <a:latin typeface="+mj-lt"/>
                <a:cs typeface="Times New Roman"/>
              </a:rPr>
              <a:t>Clinic,</a:t>
            </a:r>
            <a:r>
              <a:rPr sz="4400" b="1" spc="-125" dirty="0">
                <a:solidFill>
                  <a:schemeClr val="tx2"/>
                </a:solidFill>
                <a:latin typeface="+mj-lt"/>
                <a:cs typeface="Times New Roman"/>
              </a:rPr>
              <a:t> </a:t>
            </a:r>
            <a:r>
              <a:rPr sz="4400" b="1" dirty="0">
                <a:solidFill>
                  <a:schemeClr val="tx2"/>
                </a:solidFill>
                <a:latin typeface="+mj-lt"/>
                <a:cs typeface="Times New Roman"/>
              </a:rPr>
              <a:t>and</a:t>
            </a:r>
            <a:r>
              <a:rPr sz="4400" b="1" spc="-145" dirty="0">
                <a:solidFill>
                  <a:schemeClr val="tx2"/>
                </a:solidFill>
                <a:latin typeface="+mj-lt"/>
                <a:cs typeface="Times New Roman"/>
              </a:rPr>
              <a:t> </a:t>
            </a:r>
            <a:r>
              <a:rPr sz="4400" b="1" spc="-130" dirty="0">
                <a:solidFill>
                  <a:schemeClr val="tx2"/>
                </a:solidFill>
                <a:latin typeface="+mj-lt"/>
                <a:cs typeface="Times New Roman"/>
              </a:rPr>
              <a:t>You.</a:t>
            </a:r>
            <a:endParaRPr sz="4400" b="1" dirty="0">
              <a:solidFill>
                <a:schemeClr val="tx2"/>
              </a:solidFill>
              <a:latin typeface="+mj-lt"/>
              <a:cs typeface="Times New Roman"/>
            </a:endParaRPr>
          </a:p>
        </p:txBody>
      </p:sp>
      <p:pic>
        <p:nvPicPr>
          <p:cNvPr id="34" name="Graphic 33" descr="Clipboard outline">
            <a:extLst>
              <a:ext uri="{FF2B5EF4-FFF2-40B4-BE49-F238E27FC236}">
                <a16:creationId xmlns:a16="http://schemas.microsoft.com/office/drawing/2014/main" id="{84CC6132-1372-2E3C-27A7-060205AD62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8000" y="931821"/>
            <a:ext cx="7162799" cy="8153400"/>
          </a:xfrm>
          <a:prstGeom prst="rect">
            <a:avLst/>
          </a:prstGeom>
        </p:spPr>
      </p:pic>
      <p:sp>
        <p:nvSpPr>
          <p:cNvPr id="38" name="object 17">
            <a:extLst>
              <a:ext uri="{FF2B5EF4-FFF2-40B4-BE49-F238E27FC236}">
                <a16:creationId xmlns:a16="http://schemas.microsoft.com/office/drawing/2014/main" id="{5BD7F58A-822A-9539-6225-656F4F492F3E}"/>
              </a:ext>
            </a:extLst>
          </p:cNvPr>
          <p:cNvSpPr txBox="1"/>
          <p:nvPr/>
        </p:nvSpPr>
        <p:spPr>
          <a:xfrm>
            <a:off x="133349" y="9243276"/>
            <a:ext cx="17221200" cy="37574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10"/>
              </a:spcBef>
            </a:pPr>
            <a:r>
              <a:rPr lang="en-US" sz="235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Times New Roman"/>
              </a:rPr>
              <a:t>Copyright 2026 Transworld Medical Management, LLC. All rights reserved.</a:t>
            </a:r>
            <a:endParaRPr sz="1350" dirty="0">
              <a:solidFill>
                <a:schemeClr val="tx1">
                  <a:lumMod val="50000"/>
                  <a:lumOff val="50000"/>
                </a:schemeClr>
              </a:solidFill>
              <a:latin typeface="+mn-lt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262</TotalTime>
  <Words>1657</Words>
  <Application>Microsoft Office PowerPoint</Application>
  <PresentationFormat>Custom</PresentationFormat>
  <Paragraphs>188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Courier New</vt:lpstr>
      <vt:lpstr>Times New Roman</vt:lpstr>
      <vt:lpstr>Wingdings</vt:lpstr>
      <vt:lpstr>Office Theme</vt:lpstr>
      <vt:lpstr>2026 Annual HIPAA &amp; Security Training</vt:lpstr>
      <vt:lpstr>PowerPoint Presentation</vt:lpstr>
      <vt:lpstr>Defining the Asset: What is Protected Health Information (PHI)?</vt:lpstr>
      <vt:lpstr>The Two Pillars: Privacy vs. Security</vt:lpstr>
      <vt:lpstr>PowerPoint Presentation</vt:lpstr>
      <vt:lpstr>The Golden Rule: Minimum Necessary  Use or disclose only the specific amount of PHI necessary to accomplish the immediate task. Distinguish "Need to Know" from "Nice to Know".</vt:lpstr>
      <vt:lpstr>CRITICAL UPDATE: 2024/2025 Reproductive Health Privacy</vt:lpstr>
      <vt:lpstr>The Florida Layer: FIPA &amp; State Statutes</vt:lpstr>
      <vt:lpstr>Digital Hygiene: Keys to the Castle</vt:lpstr>
      <vt:lpstr>The Danger Zones: Email, Texting &amp; Cloud</vt:lpstr>
      <vt:lpstr>The Human Firewall: Responding to Social Engineering</vt:lpstr>
      <vt:lpstr>Partners in Compliance: Business Associates (BA)</vt:lpstr>
      <vt:lpstr>Anatomy of a Breach Definition: An impermissible use or disclosure under the Privacy Rule that compromises the security or privacy of the PHI.</vt:lpstr>
      <vt:lpstr>Response &amp; Responsibility: Reporting Protocols</vt:lpstr>
      <vt:lpstr>Final Attestation &amp;  Next Steps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Ejaz Mazhar</cp:lastModifiedBy>
  <cp:revision>1</cp:revision>
  <dcterms:created xsi:type="dcterms:W3CDTF">2026-01-20T22:17:17Z</dcterms:created>
  <dcterms:modified xsi:type="dcterms:W3CDTF">2026-01-21T02:40:30Z</dcterms:modified>
</cp:coreProperties>
</file>