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72" r:id="rId2"/>
    <p:sldId id="256" r:id="rId3"/>
    <p:sldId id="257" r:id="rId4"/>
    <p:sldId id="258" r:id="rId5"/>
    <p:sldId id="259" r:id="rId6"/>
    <p:sldId id="260" r:id="rId7"/>
    <p:sldId id="271" r:id="rId8"/>
    <p:sldId id="262" r:id="rId9"/>
    <p:sldId id="263" r:id="rId10"/>
    <p:sldId id="264" r:id="rId11"/>
    <p:sldId id="265" r:id="rId12"/>
    <p:sldId id="266" r:id="rId13"/>
    <p:sldId id="267" r:id="rId14"/>
    <p:sldId id="268" r:id="rId15"/>
    <p:sldId id="269" r:id="rId16"/>
    <p:sldId id="270" r:id="rId17"/>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3EDEE2-B359-42FC-9DE8-2EE719D08D73}" v="67" dt="2026-01-22T17:37:28.12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952" autoAdjust="0"/>
  </p:normalViewPr>
  <p:slideViewPr>
    <p:cSldViewPr>
      <p:cViewPr varScale="1">
        <p:scale>
          <a:sx n="62" d="100"/>
          <a:sy n="62" d="100"/>
        </p:scale>
        <p:origin x="1332" y="2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jaz Mazhar" userId="b1a85b5891cc63c6" providerId="LiveId" clId="{4D6ED4DA-196B-4361-9702-9ADEFD9F83A5}"/>
    <pc:docChg chg="undo custSel addSld modSld modMainMaster">
      <pc:chgData name="Ejaz Mazhar" userId="b1a85b5891cc63c6" providerId="LiveId" clId="{4D6ED4DA-196B-4361-9702-9ADEFD9F83A5}" dt="2026-01-22T18:08:28.166" v="284" actId="20577"/>
      <pc:docMkLst>
        <pc:docMk/>
      </pc:docMkLst>
      <pc:sldChg chg="addSp delSp modSp mod modNotesTx">
        <pc:chgData name="Ejaz Mazhar" userId="b1a85b5891cc63c6" providerId="LiveId" clId="{4D6ED4DA-196B-4361-9702-9ADEFD9F83A5}" dt="2026-01-22T18:08:28.166" v="284" actId="20577"/>
        <pc:sldMkLst>
          <pc:docMk/>
          <pc:sldMk cId="0" sldId="257"/>
        </pc:sldMkLst>
        <pc:spChg chg="add mod">
          <ac:chgData name="Ejaz Mazhar" userId="b1a85b5891cc63c6" providerId="LiveId" clId="{4D6ED4DA-196B-4361-9702-9ADEFD9F83A5}" dt="2026-01-21T23:03:58.722" v="34"/>
          <ac:spMkLst>
            <pc:docMk/>
            <pc:sldMk cId="0" sldId="257"/>
            <ac:spMk id="2" creationId="{EEF7B13D-4F7E-6BB2-D33E-C20F9B1588FA}"/>
          </ac:spMkLst>
        </pc:spChg>
        <pc:spChg chg="del mod">
          <ac:chgData name="Ejaz Mazhar" userId="b1a85b5891cc63c6" providerId="LiveId" clId="{4D6ED4DA-196B-4361-9702-9ADEFD9F83A5}" dt="2026-01-21T23:04:01.865" v="35" actId="478"/>
          <ac:spMkLst>
            <pc:docMk/>
            <pc:sldMk cId="0" sldId="257"/>
            <ac:spMk id="85" creationId="{4986A583-610E-94A2-F375-4A0A690C52D4}"/>
          </ac:spMkLst>
        </pc:spChg>
      </pc:sldChg>
      <pc:sldChg chg="addSp delSp modSp mod modNotesTx">
        <pc:chgData name="Ejaz Mazhar" userId="b1a85b5891cc63c6" providerId="LiveId" clId="{4D6ED4DA-196B-4361-9702-9ADEFD9F83A5}" dt="2026-01-22T18:03:59.570" v="265" actId="20577"/>
        <pc:sldMkLst>
          <pc:docMk/>
          <pc:sldMk cId="0" sldId="258"/>
        </pc:sldMkLst>
        <pc:spChg chg="add mod">
          <ac:chgData name="Ejaz Mazhar" userId="b1a85b5891cc63c6" providerId="LiveId" clId="{4D6ED4DA-196B-4361-9702-9ADEFD9F83A5}" dt="2026-01-21T23:04:13.659" v="37"/>
          <ac:spMkLst>
            <pc:docMk/>
            <pc:sldMk cId="0" sldId="258"/>
            <ac:spMk id="2" creationId="{D01CD590-8725-AB45-35FE-A49D8E5391ED}"/>
          </ac:spMkLst>
        </pc:spChg>
        <pc:spChg chg="del">
          <ac:chgData name="Ejaz Mazhar" userId="b1a85b5891cc63c6" providerId="LiveId" clId="{4D6ED4DA-196B-4361-9702-9ADEFD9F83A5}" dt="2026-01-21T23:04:11.431" v="36" actId="478"/>
          <ac:spMkLst>
            <pc:docMk/>
            <pc:sldMk cId="0" sldId="258"/>
            <ac:spMk id="64" creationId="{06EB49E4-3181-7E00-2C37-3387D431AB50}"/>
          </ac:spMkLst>
        </pc:spChg>
      </pc:sldChg>
      <pc:sldChg chg="addSp delSp modSp mod modNotesTx">
        <pc:chgData name="Ejaz Mazhar" userId="b1a85b5891cc63c6" providerId="LiveId" clId="{4D6ED4DA-196B-4361-9702-9ADEFD9F83A5}" dt="2026-01-22T18:04:22.747" v="267" actId="20577"/>
        <pc:sldMkLst>
          <pc:docMk/>
          <pc:sldMk cId="0" sldId="259"/>
        </pc:sldMkLst>
        <pc:spChg chg="add mod">
          <ac:chgData name="Ejaz Mazhar" userId="b1a85b5891cc63c6" providerId="LiveId" clId="{4D6ED4DA-196B-4361-9702-9ADEFD9F83A5}" dt="2026-01-21T23:04:22.202" v="39"/>
          <ac:spMkLst>
            <pc:docMk/>
            <pc:sldMk cId="0" sldId="259"/>
            <ac:spMk id="2" creationId="{32C5A092-96AF-5E04-7526-CC99E4F4E511}"/>
          </ac:spMkLst>
        </pc:spChg>
        <pc:spChg chg="add del">
          <ac:chgData name="Ejaz Mazhar" userId="b1a85b5891cc63c6" providerId="LiveId" clId="{4D6ED4DA-196B-4361-9702-9ADEFD9F83A5}" dt="2026-01-21T23:24:28.174" v="80" actId="22"/>
          <ac:spMkLst>
            <pc:docMk/>
            <pc:sldMk cId="0" sldId="259"/>
            <ac:spMk id="4" creationId="{1FA7A0BF-34EA-2E31-AD1F-AB779DF0BD82}"/>
          </ac:spMkLst>
        </pc:spChg>
        <pc:spChg chg="del">
          <ac:chgData name="Ejaz Mazhar" userId="b1a85b5891cc63c6" providerId="LiveId" clId="{4D6ED4DA-196B-4361-9702-9ADEFD9F83A5}" dt="2026-01-21T23:04:26.544" v="40" actId="478"/>
          <ac:spMkLst>
            <pc:docMk/>
            <pc:sldMk cId="0" sldId="259"/>
            <ac:spMk id="34" creationId="{00000000-0000-0000-0000-000000000000}"/>
          </ac:spMkLst>
        </pc:spChg>
        <pc:spChg chg="del">
          <ac:chgData name="Ejaz Mazhar" userId="b1a85b5891cc63c6" providerId="LiveId" clId="{4D6ED4DA-196B-4361-9702-9ADEFD9F83A5}" dt="2026-01-21T23:04:20.574" v="38" actId="478"/>
          <ac:spMkLst>
            <pc:docMk/>
            <pc:sldMk cId="0" sldId="259"/>
            <ac:spMk id="44" creationId="{2ED2DEC4-A0D3-DBB6-1A60-8D1597513E15}"/>
          </ac:spMkLst>
        </pc:spChg>
      </pc:sldChg>
      <pc:sldChg chg="addSp delSp modSp mod modNotesTx">
        <pc:chgData name="Ejaz Mazhar" userId="b1a85b5891cc63c6" providerId="LiveId" clId="{4D6ED4DA-196B-4361-9702-9ADEFD9F83A5}" dt="2026-01-22T18:04:59.862" v="268" actId="20577"/>
        <pc:sldMkLst>
          <pc:docMk/>
          <pc:sldMk cId="0" sldId="262"/>
        </pc:sldMkLst>
        <pc:spChg chg="add mod">
          <ac:chgData name="Ejaz Mazhar" userId="b1a85b5891cc63c6" providerId="LiveId" clId="{4D6ED4DA-196B-4361-9702-9ADEFD9F83A5}" dt="2026-01-21T23:04:45.251" v="44"/>
          <ac:spMkLst>
            <pc:docMk/>
            <pc:sldMk cId="0" sldId="262"/>
            <ac:spMk id="2" creationId="{61571859-070F-8B56-445E-6BFAE9946FD6}"/>
          </ac:spMkLst>
        </pc:spChg>
        <pc:spChg chg="del">
          <ac:chgData name="Ejaz Mazhar" userId="b1a85b5891cc63c6" providerId="LiveId" clId="{4D6ED4DA-196B-4361-9702-9ADEFD9F83A5}" dt="2026-01-21T23:04:43.444" v="43" actId="478"/>
          <ac:spMkLst>
            <pc:docMk/>
            <pc:sldMk cId="0" sldId="262"/>
            <ac:spMk id="35" creationId="{FC838E65-D14F-4857-C0D7-2973A9E30DA1}"/>
          </ac:spMkLst>
        </pc:spChg>
      </pc:sldChg>
      <pc:sldChg chg="addSp delSp modSp mod modNotesTx">
        <pc:chgData name="Ejaz Mazhar" userId="b1a85b5891cc63c6" providerId="LiveId" clId="{4D6ED4DA-196B-4361-9702-9ADEFD9F83A5}" dt="2026-01-22T17:23:32.409" v="117"/>
        <pc:sldMkLst>
          <pc:docMk/>
          <pc:sldMk cId="0" sldId="263"/>
        </pc:sldMkLst>
        <pc:spChg chg="add mod">
          <ac:chgData name="Ejaz Mazhar" userId="b1a85b5891cc63c6" providerId="LiveId" clId="{4D6ED4DA-196B-4361-9702-9ADEFD9F83A5}" dt="2026-01-21T23:04:54.972" v="46"/>
          <ac:spMkLst>
            <pc:docMk/>
            <pc:sldMk cId="0" sldId="263"/>
            <ac:spMk id="2" creationId="{D61D02EC-32C7-EB5A-E499-FFAFC8DE92AC}"/>
          </ac:spMkLst>
        </pc:spChg>
        <pc:spChg chg="mod">
          <ac:chgData name="Ejaz Mazhar" userId="b1a85b5891cc63c6" providerId="LiveId" clId="{4D6ED4DA-196B-4361-9702-9ADEFD9F83A5}" dt="2026-01-22T17:23:32.409" v="117"/>
          <ac:spMkLst>
            <pc:docMk/>
            <pc:sldMk cId="0" sldId="263"/>
            <ac:spMk id="6" creationId="{00000000-0000-0000-0000-000000000000}"/>
          </ac:spMkLst>
        </pc:spChg>
        <pc:spChg chg="del">
          <ac:chgData name="Ejaz Mazhar" userId="b1a85b5891cc63c6" providerId="LiveId" clId="{4D6ED4DA-196B-4361-9702-9ADEFD9F83A5}" dt="2026-01-21T23:04:53.472" v="45" actId="478"/>
          <ac:spMkLst>
            <pc:docMk/>
            <pc:sldMk cId="0" sldId="263"/>
            <ac:spMk id="24" creationId="{DA286140-410D-FB3E-85E3-E1914093863D}"/>
          </ac:spMkLst>
        </pc:spChg>
      </pc:sldChg>
      <pc:sldChg chg="addSp delSp modSp mod modNotesTx">
        <pc:chgData name="Ejaz Mazhar" userId="b1a85b5891cc63c6" providerId="LiveId" clId="{4D6ED4DA-196B-4361-9702-9ADEFD9F83A5}" dt="2026-01-22T18:05:34.214" v="270" actId="20577"/>
        <pc:sldMkLst>
          <pc:docMk/>
          <pc:sldMk cId="0" sldId="264"/>
        </pc:sldMkLst>
        <pc:spChg chg="add mod">
          <ac:chgData name="Ejaz Mazhar" userId="b1a85b5891cc63c6" providerId="LiveId" clId="{4D6ED4DA-196B-4361-9702-9ADEFD9F83A5}" dt="2026-01-21T23:05:01.569" v="48"/>
          <ac:spMkLst>
            <pc:docMk/>
            <pc:sldMk cId="0" sldId="264"/>
            <ac:spMk id="2" creationId="{A836CFA9-690B-EE21-CC3A-8E8407E8FAE3}"/>
          </ac:spMkLst>
        </pc:spChg>
        <pc:spChg chg="mod">
          <ac:chgData name="Ejaz Mazhar" userId="b1a85b5891cc63c6" providerId="LiveId" clId="{4D6ED4DA-196B-4361-9702-9ADEFD9F83A5}" dt="2026-01-22T17:23:32.409" v="117"/>
          <ac:spMkLst>
            <pc:docMk/>
            <pc:sldMk cId="0" sldId="264"/>
            <ac:spMk id="12" creationId="{00000000-0000-0000-0000-000000000000}"/>
          </ac:spMkLst>
        </pc:spChg>
        <pc:spChg chg="del">
          <ac:chgData name="Ejaz Mazhar" userId="b1a85b5891cc63c6" providerId="LiveId" clId="{4D6ED4DA-196B-4361-9702-9ADEFD9F83A5}" dt="2026-01-21T23:05:00.100" v="47" actId="478"/>
          <ac:spMkLst>
            <pc:docMk/>
            <pc:sldMk cId="0" sldId="264"/>
            <ac:spMk id="27" creationId="{3DD77712-5B63-AB57-CD20-34DB8E318D3E}"/>
          </ac:spMkLst>
        </pc:spChg>
      </pc:sldChg>
      <pc:sldChg chg="addSp delSp modSp mod modNotesTx">
        <pc:chgData name="Ejaz Mazhar" userId="b1a85b5891cc63c6" providerId="LiveId" clId="{4D6ED4DA-196B-4361-9702-9ADEFD9F83A5}" dt="2026-01-22T17:27:12.007" v="127"/>
        <pc:sldMkLst>
          <pc:docMk/>
          <pc:sldMk cId="0" sldId="265"/>
        </pc:sldMkLst>
        <pc:spChg chg="add mod">
          <ac:chgData name="Ejaz Mazhar" userId="b1a85b5891cc63c6" providerId="LiveId" clId="{4D6ED4DA-196B-4361-9702-9ADEFD9F83A5}" dt="2026-01-21T23:05:08.464" v="50"/>
          <ac:spMkLst>
            <pc:docMk/>
            <pc:sldMk cId="0" sldId="265"/>
            <ac:spMk id="2" creationId="{E913900B-E6BF-B780-9507-5C2DDD33FD2A}"/>
          </ac:spMkLst>
        </pc:spChg>
        <pc:spChg chg="del">
          <ac:chgData name="Ejaz Mazhar" userId="b1a85b5891cc63c6" providerId="LiveId" clId="{4D6ED4DA-196B-4361-9702-9ADEFD9F83A5}" dt="2026-01-21T23:05:06.923" v="49" actId="478"/>
          <ac:spMkLst>
            <pc:docMk/>
            <pc:sldMk cId="0" sldId="265"/>
            <ac:spMk id="42" creationId="{4B012714-4E2D-A6D7-9050-AA6B9F7C0348}"/>
          </ac:spMkLst>
        </pc:spChg>
        <pc:picChg chg="mod">
          <ac:chgData name="Ejaz Mazhar" userId="b1a85b5891cc63c6" providerId="LiveId" clId="{4D6ED4DA-196B-4361-9702-9ADEFD9F83A5}" dt="2026-01-22T17:27:06.771" v="126"/>
          <ac:picMkLst>
            <pc:docMk/>
            <pc:sldMk cId="0" sldId="265"/>
            <ac:picMk id="3" creationId="{00000000-0000-0000-0000-000000000000}"/>
          </ac:picMkLst>
        </pc:picChg>
        <pc:picChg chg="mod">
          <ac:chgData name="Ejaz Mazhar" userId="b1a85b5891cc63c6" providerId="LiveId" clId="{4D6ED4DA-196B-4361-9702-9ADEFD9F83A5}" dt="2026-01-22T17:27:12.007" v="127"/>
          <ac:picMkLst>
            <pc:docMk/>
            <pc:sldMk cId="0" sldId="265"/>
            <ac:picMk id="4" creationId="{00000000-0000-0000-0000-000000000000}"/>
          </ac:picMkLst>
        </pc:picChg>
        <pc:picChg chg="mod">
          <ac:chgData name="Ejaz Mazhar" userId="b1a85b5891cc63c6" providerId="LiveId" clId="{4D6ED4DA-196B-4361-9702-9ADEFD9F83A5}" dt="2026-01-22T17:26:57.504" v="125"/>
          <ac:picMkLst>
            <pc:docMk/>
            <pc:sldMk cId="0" sldId="265"/>
            <ac:picMk id="37" creationId="{424389BF-BCC9-B510-E429-8E3DF2BB4B27}"/>
          </ac:picMkLst>
        </pc:picChg>
      </pc:sldChg>
      <pc:sldChg chg="addSp delSp modSp mod modNotesTx">
        <pc:chgData name="Ejaz Mazhar" userId="b1a85b5891cc63c6" providerId="LiveId" clId="{4D6ED4DA-196B-4361-9702-9ADEFD9F83A5}" dt="2026-01-22T17:28:49.948" v="133" actId="208"/>
        <pc:sldMkLst>
          <pc:docMk/>
          <pc:sldMk cId="0" sldId="266"/>
        </pc:sldMkLst>
        <pc:spChg chg="add mod">
          <ac:chgData name="Ejaz Mazhar" userId="b1a85b5891cc63c6" providerId="LiveId" clId="{4D6ED4DA-196B-4361-9702-9ADEFD9F83A5}" dt="2026-01-21T23:05:15.666" v="52"/>
          <ac:spMkLst>
            <pc:docMk/>
            <pc:sldMk cId="0" sldId="266"/>
            <ac:spMk id="3" creationId="{011A4260-CA67-5D0D-BAC1-B66C93F53B69}"/>
          </ac:spMkLst>
        </pc:spChg>
        <pc:spChg chg="mod">
          <ac:chgData name="Ejaz Mazhar" userId="b1a85b5891cc63c6" providerId="LiveId" clId="{4D6ED4DA-196B-4361-9702-9ADEFD9F83A5}" dt="2026-01-22T17:23:32.409" v="117"/>
          <ac:spMkLst>
            <pc:docMk/>
            <pc:sldMk cId="0" sldId="266"/>
            <ac:spMk id="12" creationId="{00000000-0000-0000-0000-000000000000}"/>
          </ac:spMkLst>
        </pc:spChg>
        <pc:spChg chg="mod">
          <ac:chgData name="Ejaz Mazhar" userId="b1a85b5891cc63c6" providerId="LiveId" clId="{4D6ED4DA-196B-4361-9702-9ADEFD9F83A5}" dt="2026-01-22T17:28:49.948" v="133" actId="208"/>
          <ac:spMkLst>
            <pc:docMk/>
            <pc:sldMk cId="0" sldId="266"/>
            <ac:spMk id="30" creationId="{2EA6BF5D-70E6-DE0E-B2C0-A1D5D6E6B401}"/>
          </ac:spMkLst>
        </pc:spChg>
        <pc:spChg chg="del">
          <ac:chgData name="Ejaz Mazhar" userId="b1a85b5891cc63c6" providerId="LiveId" clId="{4D6ED4DA-196B-4361-9702-9ADEFD9F83A5}" dt="2026-01-21T23:05:14.066" v="51" actId="478"/>
          <ac:spMkLst>
            <pc:docMk/>
            <pc:sldMk cId="0" sldId="266"/>
            <ac:spMk id="38" creationId="{34D6EDC2-08F0-200F-2F66-2BE87123E071}"/>
          </ac:spMkLst>
        </pc:spChg>
      </pc:sldChg>
      <pc:sldChg chg="addSp modSp mod modNotesTx">
        <pc:chgData name="Ejaz Mazhar" userId="b1a85b5891cc63c6" providerId="LiveId" clId="{4D6ED4DA-196B-4361-9702-9ADEFD9F83A5}" dt="2026-01-22T18:06:10.385" v="276" actId="20577"/>
        <pc:sldMkLst>
          <pc:docMk/>
          <pc:sldMk cId="0" sldId="267"/>
        </pc:sldMkLst>
        <pc:spChg chg="add mod">
          <ac:chgData name="Ejaz Mazhar" userId="b1a85b5891cc63c6" providerId="LiveId" clId="{4D6ED4DA-196B-4361-9702-9ADEFD9F83A5}" dt="2026-01-21T23:05:22.082" v="53"/>
          <ac:spMkLst>
            <pc:docMk/>
            <pc:sldMk cId="0" sldId="267"/>
            <ac:spMk id="2" creationId="{78503E0B-C7E3-8D61-91C6-5B7A09C71AA1}"/>
          </ac:spMkLst>
        </pc:spChg>
        <pc:spChg chg="mod">
          <ac:chgData name="Ejaz Mazhar" userId="b1a85b5891cc63c6" providerId="LiveId" clId="{4D6ED4DA-196B-4361-9702-9ADEFD9F83A5}" dt="2026-01-22T17:28:20.759" v="131" actId="122"/>
          <ac:spMkLst>
            <pc:docMk/>
            <pc:sldMk cId="0" sldId="267"/>
            <ac:spMk id="11" creationId="{00000000-0000-0000-0000-000000000000}"/>
          </ac:spMkLst>
        </pc:spChg>
        <pc:spChg chg="mod">
          <ac:chgData name="Ejaz Mazhar" userId="b1a85b5891cc63c6" providerId="LiveId" clId="{4D6ED4DA-196B-4361-9702-9ADEFD9F83A5}" dt="2026-01-22T17:27:42.617" v="128" actId="1076"/>
          <ac:spMkLst>
            <pc:docMk/>
            <pc:sldMk cId="0" sldId="267"/>
            <ac:spMk id="31" creationId="{00000000-0000-0000-0000-000000000000}"/>
          </ac:spMkLst>
        </pc:spChg>
        <pc:spChg chg="mod">
          <ac:chgData name="Ejaz Mazhar" userId="b1a85b5891cc63c6" providerId="LiveId" clId="{4D6ED4DA-196B-4361-9702-9ADEFD9F83A5}" dt="2026-01-22T17:27:42.617" v="128" actId="1076"/>
          <ac:spMkLst>
            <pc:docMk/>
            <pc:sldMk cId="0" sldId="267"/>
            <ac:spMk id="34" creationId="{00000000-0000-0000-0000-000000000000}"/>
          </ac:spMkLst>
        </pc:spChg>
        <pc:spChg chg="mod">
          <ac:chgData name="Ejaz Mazhar" userId="b1a85b5891cc63c6" providerId="LiveId" clId="{4D6ED4DA-196B-4361-9702-9ADEFD9F83A5}" dt="2026-01-22T17:27:42.617" v="128" actId="1076"/>
          <ac:spMkLst>
            <pc:docMk/>
            <pc:sldMk cId="0" sldId="267"/>
            <ac:spMk id="35" creationId="{00000000-0000-0000-0000-000000000000}"/>
          </ac:spMkLst>
        </pc:spChg>
        <pc:spChg chg="mod">
          <ac:chgData name="Ejaz Mazhar" userId="b1a85b5891cc63c6" providerId="LiveId" clId="{4D6ED4DA-196B-4361-9702-9ADEFD9F83A5}" dt="2026-01-22T17:27:42.617" v="128" actId="1076"/>
          <ac:spMkLst>
            <pc:docMk/>
            <pc:sldMk cId="0" sldId="267"/>
            <ac:spMk id="36" creationId="{00000000-0000-0000-0000-000000000000}"/>
          </ac:spMkLst>
        </pc:spChg>
        <pc:spChg chg="mod">
          <ac:chgData name="Ejaz Mazhar" userId="b1a85b5891cc63c6" providerId="LiveId" clId="{4D6ED4DA-196B-4361-9702-9ADEFD9F83A5}" dt="2026-01-22T17:27:42.617" v="128" actId="1076"/>
          <ac:spMkLst>
            <pc:docMk/>
            <pc:sldMk cId="0" sldId="267"/>
            <ac:spMk id="38" creationId="{8F316735-A35D-846D-164A-429AFC5F81B4}"/>
          </ac:spMkLst>
        </pc:spChg>
        <pc:spChg chg="mod">
          <ac:chgData name="Ejaz Mazhar" userId="b1a85b5891cc63c6" providerId="LiveId" clId="{4D6ED4DA-196B-4361-9702-9ADEFD9F83A5}" dt="2026-01-22T17:27:42.617" v="128" actId="1076"/>
          <ac:spMkLst>
            <pc:docMk/>
            <pc:sldMk cId="0" sldId="267"/>
            <ac:spMk id="39" creationId="{3DAEAAB1-77B2-89C2-58C8-D7C68669306A}"/>
          </ac:spMkLst>
        </pc:spChg>
        <pc:spChg chg="mod">
          <ac:chgData name="Ejaz Mazhar" userId="b1a85b5891cc63c6" providerId="LiveId" clId="{4D6ED4DA-196B-4361-9702-9ADEFD9F83A5}" dt="2026-01-22T17:27:42.617" v="128" actId="1076"/>
          <ac:spMkLst>
            <pc:docMk/>
            <pc:sldMk cId="0" sldId="267"/>
            <ac:spMk id="40" creationId="{A886FD6F-4FBC-D88A-797E-DFF418FE6606}"/>
          </ac:spMkLst>
        </pc:spChg>
        <pc:spChg chg="mod">
          <ac:chgData name="Ejaz Mazhar" userId="b1a85b5891cc63c6" providerId="LiveId" clId="{4D6ED4DA-196B-4361-9702-9ADEFD9F83A5}" dt="2026-01-22T17:27:42.617" v="128" actId="1076"/>
          <ac:spMkLst>
            <pc:docMk/>
            <pc:sldMk cId="0" sldId="267"/>
            <ac:spMk id="51" creationId="{CB83AB7D-2B99-D995-AC0D-0B8BAC3A7FBE}"/>
          </ac:spMkLst>
        </pc:spChg>
        <pc:spChg chg="mod">
          <ac:chgData name="Ejaz Mazhar" userId="b1a85b5891cc63c6" providerId="LiveId" clId="{4D6ED4DA-196B-4361-9702-9ADEFD9F83A5}" dt="2026-01-22T17:27:42.617" v="128" actId="1076"/>
          <ac:spMkLst>
            <pc:docMk/>
            <pc:sldMk cId="0" sldId="267"/>
            <ac:spMk id="62" creationId="{D093E38E-C570-9F2A-C22A-B7D36AB0E860}"/>
          </ac:spMkLst>
        </pc:spChg>
        <pc:spChg chg="mod">
          <ac:chgData name="Ejaz Mazhar" userId="b1a85b5891cc63c6" providerId="LiveId" clId="{4D6ED4DA-196B-4361-9702-9ADEFD9F83A5}" dt="2026-01-22T17:29:09.838" v="134" actId="207"/>
          <ac:spMkLst>
            <pc:docMk/>
            <pc:sldMk cId="0" sldId="267"/>
            <ac:spMk id="63" creationId="{C63B0574-32B3-D075-3FFD-40F2458CED1C}"/>
          </ac:spMkLst>
        </pc:spChg>
      </pc:sldChg>
      <pc:sldChg chg="addSp delSp modSp mod modNotesTx">
        <pc:chgData name="Ejaz Mazhar" userId="b1a85b5891cc63c6" providerId="LiveId" clId="{4D6ED4DA-196B-4361-9702-9ADEFD9F83A5}" dt="2026-01-22T17:30:54.177" v="146" actId="1076"/>
        <pc:sldMkLst>
          <pc:docMk/>
          <pc:sldMk cId="0" sldId="268"/>
        </pc:sldMkLst>
        <pc:spChg chg="add mod">
          <ac:chgData name="Ejaz Mazhar" userId="b1a85b5891cc63c6" providerId="LiveId" clId="{4D6ED4DA-196B-4361-9702-9ADEFD9F83A5}" dt="2026-01-21T23:05:29.890" v="55"/>
          <ac:spMkLst>
            <pc:docMk/>
            <pc:sldMk cId="0" sldId="268"/>
            <ac:spMk id="2" creationId="{54A78D09-BD13-3D42-325C-CBA2ABB15F5D}"/>
          </ac:spMkLst>
        </pc:spChg>
        <pc:spChg chg="add mod ord">
          <ac:chgData name="Ejaz Mazhar" userId="b1a85b5891cc63c6" providerId="LiveId" clId="{4D6ED4DA-196B-4361-9702-9ADEFD9F83A5}" dt="2026-01-22T17:30:31.509" v="142" actId="1076"/>
          <ac:spMkLst>
            <pc:docMk/>
            <pc:sldMk cId="0" sldId="268"/>
            <ac:spMk id="3" creationId="{21368703-EB89-5A1E-DEF0-D16620B6937C}"/>
          </ac:spMkLst>
        </pc:spChg>
        <pc:spChg chg="mod">
          <ac:chgData name="Ejaz Mazhar" userId="b1a85b5891cc63c6" providerId="LiveId" clId="{4D6ED4DA-196B-4361-9702-9ADEFD9F83A5}" dt="2026-01-22T17:30:13.239" v="139" actId="255"/>
          <ac:spMkLst>
            <pc:docMk/>
            <pc:sldMk cId="0" sldId="268"/>
            <ac:spMk id="5" creationId="{00000000-0000-0000-0000-000000000000}"/>
          </ac:spMkLst>
        </pc:spChg>
        <pc:spChg chg="mod">
          <ac:chgData name="Ejaz Mazhar" userId="b1a85b5891cc63c6" providerId="LiveId" clId="{4D6ED4DA-196B-4361-9702-9ADEFD9F83A5}" dt="2026-01-22T17:30:19.681" v="140" actId="14100"/>
          <ac:spMkLst>
            <pc:docMk/>
            <pc:sldMk cId="0" sldId="268"/>
            <ac:spMk id="15" creationId="{7D75E60E-35D6-4C22-999C-D0DCBCE1C530}"/>
          </ac:spMkLst>
        </pc:spChg>
        <pc:spChg chg="del">
          <ac:chgData name="Ejaz Mazhar" userId="b1a85b5891cc63c6" providerId="LiveId" clId="{4D6ED4DA-196B-4361-9702-9ADEFD9F83A5}" dt="2026-01-21T23:05:28.417" v="54" actId="478"/>
          <ac:spMkLst>
            <pc:docMk/>
            <pc:sldMk cId="0" sldId="268"/>
            <ac:spMk id="26" creationId="{6A9C72DD-7DA7-1298-3763-E285925A29E4}"/>
          </ac:spMkLst>
        </pc:spChg>
        <pc:graphicFrameChg chg="mod">
          <ac:chgData name="Ejaz Mazhar" userId="b1a85b5891cc63c6" providerId="LiveId" clId="{4D6ED4DA-196B-4361-9702-9ADEFD9F83A5}" dt="2026-01-22T17:30:25.473" v="141" actId="1076"/>
          <ac:graphicFrameMkLst>
            <pc:docMk/>
            <pc:sldMk cId="0" sldId="268"/>
            <ac:graphicFrameMk id="8" creationId="{00000000-0000-0000-0000-000000000000}"/>
          </ac:graphicFrameMkLst>
        </pc:graphicFrameChg>
        <pc:picChg chg="mod">
          <ac:chgData name="Ejaz Mazhar" userId="b1a85b5891cc63c6" providerId="LiveId" clId="{4D6ED4DA-196B-4361-9702-9ADEFD9F83A5}" dt="2026-01-22T17:30:50.077" v="145" actId="1076"/>
          <ac:picMkLst>
            <pc:docMk/>
            <pc:sldMk cId="0" sldId="268"/>
            <ac:picMk id="17" creationId="{63E3BD45-A527-C45B-0E98-4927095BEDF0}"/>
          </ac:picMkLst>
        </pc:picChg>
        <pc:picChg chg="mod">
          <ac:chgData name="Ejaz Mazhar" userId="b1a85b5891cc63c6" providerId="LiveId" clId="{4D6ED4DA-196B-4361-9702-9ADEFD9F83A5}" dt="2026-01-22T17:30:45.113" v="144" actId="1076"/>
          <ac:picMkLst>
            <pc:docMk/>
            <pc:sldMk cId="0" sldId="268"/>
            <ac:picMk id="19" creationId="{70AF6C3F-292B-1B7C-3A50-074735874EB7}"/>
          </ac:picMkLst>
        </pc:picChg>
        <pc:picChg chg="mod">
          <ac:chgData name="Ejaz Mazhar" userId="b1a85b5891cc63c6" providerId="LiveId" clId="{4D6ED4DA-196B-4361-9702-9ADEFD9F83A5}" dt="2026-01-22T17:30:42.227" v="143" actId="1076"/>
          <ac:picMkLst>
            <pc:docMk/>
            <pc:sldMk cId="0" sldId="268"/>
            <ac:picMk id="21" creationId="{88FD9BEB-A1E7-25F4-4993-575FA305676E}"/>
          </ac:picMkLst>
        </pc:picChg>
        <pc:picChg chg="mod">
          <ac:chgData name="Ejaz Mazhar" userId="b1a85b5891cc63c6" providerId="LiveId" clId="{4D6ED4DA-196B-4361-9702-9ADEFD9F83A5}" dt="2026-01-22T17:30:54.177" v="146" actId="1076"/>
          <ac:picMkLst>
            <pc:docMk/>
            <pc:sldMk cId="0" sldId="268"/>
            <ac:picMk id="25" creationId="{5BC1E8FC-AEC5-3D13-55DD-9F31D549E8CE}"/>
          </ac:picMkLst>
        </pc:picChg>
      </pc:sldChg>
      <pc:sldChg chg="addSp modSp modNotesTx">
        <pc:chgData name="Ejaz Mazhar" userId="b1a85b5891cc63c6" providerId="LiveId" clId="{4D6ED4DA-196B-4361-9702-9ADEFD9F83A5}" dt="2026-01-22T17:35:11.247" v="161" actId="6549"/>
        <pc:sldMkLst>
          <pc:docMk/>
          <pc:sldMk cId="0" sldId="269"/>
        </pc:sldMkLst>
        <pc:spChg chg="add mod">
          <ac:chgData name="Ejaz Mazhar" userId="b1a85b5891cc63c6" providerId="LiveId" clId="{4D6ED4DA-196B-4361-9702-9ADEFD9F83A5}" dt="2026-01-21T23:05:35.225" v="56"/>
          <ac:spMkLst>
            <pc:docMk/>
            <pc:sldMk cId="0" sldId="269"/>
            <ac:spMk id="2" creationId="{84C63CE7-5536-2EAA-675C-1D79EECB095C}"/>
          </ac:spMkLst>
        </pc:spChg>
      </pc:sldChg>
      <pc:sldChg chg="addSp delSp modSp mod modNotesTx">
        <pc:chgData name="Ejaz Mazhar" userId="b1a85b5891cc63c6" providerId="LiveId" clId="{4D6ED4DA-196B-4361-9702-9ADEFD9F83A5}" dt="2026-01-22T17:35:31.211" v="200" actId="20577"/>
        <pc:sldMkLst>
          <pc:docMk/>
          <pc:sldMk cId="0" sldId="270"/>
        </pc:sldMkLst>
        <pc:spChg chg="add mod">
          <ac:chgData name="Ejaz Mazhar" userId="b1a85b5891cc63c6" providerId="LiveId" clId="{4D6ED4DA-196B-4361-9702-9ADEFD9F83A5}" dt="2026-01-21T23:05:42.735" v="58"/>
          <ac:spMkLst>
            <pc:docMk/>
            <pc:sldMk cId="0" sldId="270"/>
            <ac:spMk id="2" creationId="{4BF1D339-B734-F182-2FCB-CD9B7439DAAE}"/>
          </ac:spMkLst>
        </pc:spChg>
        <pc:spChg chg="mod">
          <ac:chgData name="Ejaz Mazhar" userId="b1a85b5891cc63c6" providerId="LiveId" clId="{4D6ED4DA-196B-4361-9702-9ADEFD9F83A5}" dt="2026-01-22T17:31:44.578" v="149" actId="1076"/>
          <ac:spMkLst>
            <pc:docMk/>
            <pc:sldMk cId="0" sldId="270"/>
            <ac:spMk id="17" creationId="{00000000-0000-0000-0000-000000000000}"/>
          </ac:spMkLst>
        </pc:spChg>
        <pc:spChg chg="mod">
          <ac:chgData name="Ejaz Mazhar" userId="b1a85b5891cc63c6" providerId="LiveId" clId="{4D6ED4DA-196B-4361-9702-9ADEFD9F83A5}" dt="2026-01-22T17:32:15.521" v="152" actId="1076"/>
          <ac:spMkLst>
            <pc:docMk/>
            <pc:sldMk cId="0" sldId="270"/>
            <ac:spMk id="19" creationId="{00000000-0000-0000-0000-000000000000}"/>
          </ac:spMkLst>
        </pc:spChg>
        <pc:spChg chg="mod">
          <ac:chgData name="Ejaz Mazhar" userId="b1a85b5891cc63c6" providerId="LiveId" clId="{4D6ED4DA-196B-4361-9702-9ADEFD9F83A5}" dt="2026-01-22T17:32:15.521" v="152" actId="1076"/>
          <ac:spMkLst>
            <pc:docMk/>
            <pc:sldMk cId="0" sldId="270"/>
            <ac:spMk id="28" creationId="{00000000-0000-0000-0000-000000000000}"/>
          </ac:spMkLst>
        </pc:spChg>
        <pc:spChg chg="mod">
          <ac:chgData name="Ejaz Mazhar" userId="b1a85b5891cc63c6" providerId="LiveId" clId="{4D6ED4DA-196B-4361-9702-9ADEFD9F83A5}" dt="2026-01-22T17:31:55.558" v="151" actId="122"/>
          <ac:spMkLst>
            <pc:docMk/>
            <pc:sldMk cId="0" sldId="270"/>
            <ac:spMk id="29" creationId="{00000000-0000-0000-0000-000000000000}"/>
          </ac:spMkLst>
        </pc:spChg>
        <pc:spChg chg="mod">
          <ac:chgData name="Ejaz Mazhar" userId="b1a85b5891cc63c6" providerId="LiveId" clId="{4D6ED4DA-196B-4361-9702-9ADEFD9F83A5}" dt="2026-01-22T17:32:15.521" v="152" actId="1076"/>
          <ac:spMkLst>
            <pc:docMk/>
            <pc:sldMk cId="0" sldId="270"/>
            <ac:spMk id="35" creationId="{E1138986-AE13-E96E-30F1-A176A88EBC70}"/>
          </ac:spMkLst>
        </pc:spChg>
        <pc:spChg chg="mod">
          <ac:chgData name="Ejaz Mazhar" userId="b1a85b5891cc63c6" providerId="LiveId" clId="{4D6ED4DA-196B-4361-9702-9ADEFD9F83A5}" dt="2026-01-22T17:32:15.521" v="152" actId="1076"/>
          <ac:spMkLst>
            <pc:docMk/>
            <pc:sldMk cId="0" sldId="270"/>
            <ac:spMk id="36" creationId="{02384947-36FE-A542-3B70-E01E499CEAB6}"/>
          </ac:spMkLst>
        </pc:spChg>
        <pc:spChg chg="mod">
          <ac:chgData name="Ejaz Mazhar" userId="b1a85b5891cc63c6" providerId="LiveId" clId="{4D6ED4DA-196B-4361-9702-9ADEFD9F83A5}" dt="2026-01-22T17:32:15.521" v="152" actId="1076"/>
          <ac:spMkLst>
            <pc:docMk/>
            <pc:sldMk cId="0" sldId="270"/>
            <ac:spMk id="37" creationId="{95595F5C-152E-2456-35D5-0656A0906286}"/>
          </ac:spMkLst>
        </pc:spChg>
        <pc:spChg chg="del">
          <ac:chgData name="Ejaz Mazhar" userId="b1a85b5891cc63c6" providerId="LiveId" clId="{4D6ED4DA-196B-4361-9702-9ADEFD9F83A5}" dt="2026-01-21T23:05:40.907" v="57" actId="478"/>
          <ac:spMkLst>
            <pc:docMk/>
            <pc:sldMk cId="0" sldId="270"/>
            <ac:spMk id="38" creationId="{5BD7F58A-822A-9539-6225-656F4F492F3E}"/>
          </ac:spMkLst>
        </pc:spChg>
        <pc:picChg chg="mod">
          <ac:chgData name="Ejaz Mazhar" userId="b1a85b5891cc63c6" providerId="LiveId" clId="{4D6ED4DA-196B-4361-9702-9ADEFD9F83A5}" dt="2026-01-22T17:32:21.574" v="153" actId="1076"/>
          <ac:picMkLst>
            <pc:docMk/>
            <pc:sldMk cId="0" sldId="270"/>
            <ac:picMk id="34" creationId="{84CC6132-1372-2E3C-27A7-060205AD6256}"/>
          </ac:picMkLst>
        </pc:picChg>
      </pc:sldChg>
      <pc:sldChg chg="addSp delSp modSp mod modNotesTx">
        <pc:chgData name="Ejaz Mazhar" userId="b1a85b5891cc63c6" providerId="LiveId" clId="{4D6ED4DA-196B-4361-9702-9ADEFD9F83A5}" dt="2026-01-21T23:26:34.019" v="81" actId="20577"/>
        <pc:sldMkLst>
          <pc:docMk/>
          <pc:sldMk cId="4077593431" sldId="271"/>
        </pc:sldMkLst>
        <pc:spChg chg="add mod">
          <ac:chgData name="Ejaz Mazhar" userId="b1a85b5891cc63c6" providerId="LiveId" clId="{4D6ED4DA-196B-4361-9702-9ADEFD9F83A5}" dt="2026-01-21T23:04:37.884" v="42"/>
          <ac:spMkLst>
            <pc:docMk/>
            <pc:sldMk cId="4077593431" sldId="271"/>
            <ac:spMk id="2" creationId="{AF8DB053-FB45-0F30-1984-E5007EC84419}"/>
          </ac:spMkLst>
        </pc:spChg>
        <pc:spChg chg="del">
          <ac:chgData name="Ejaz Mazhar" userId="b1a85b5891cc63c6" providerId="LiveId" clId="{4D6ED4DA-196B-4361-9702-9ADEFD9F83A5}" dt="2026-01-21T23:04:36.206" v="41" actId="478"/>
          <ac:spMkLst>
            <pc:docMk/>
            <pc:sldMk cId="4077593431" sldId="271"/>
            <ac:spMk id="26" creationId="{0B2F1537-37E8-4D47-540D-945C895A4B96}"/>
          </ac:spMkLst>
        </pc:spChg>
      </pc:sldChg>
      <pc:sldChg chg="addSp delSp modSp new mod modNotesTx">
        <pc:chgData name="Ejaz Mazhar" userId="b1a85b5891cc63c6" providerId="LiveId" clId="{4D6ED4DA-196B-4361-9702-9ADEFD9F83A5}" dt="2026-01-22T17:37:38.716" v="242" actId="20577"/>
        <pc:sldMkLst>
          <pc:docMk/>
          <pc:sldMk cId="542120583" sldId="272"/>
        </pc:sldMkLst>
        <pc:spChg chg="del">
          <ac:chgData name="Ejaz Mazhar" userId="b1a85b5891cc63c6" providerId="LiveId" clId="{4D6ED4DA-196B-4361-9702-9ADEFD9F83A5}" dt="2026-01-22T17:24:44.427" v="120" actId="478"/>
          <ac:spMkLst>
            <pc:docMk/>
            <pc:sldMk cId="542120583" sldId="272"/>
            <ac:spMk id="2" creationId="{3E92E77A-877F-88ED-2B7B-DA4D1BCA3F47}"/>
          </ac:spMkLst>
        </pc:spChg>
        <pc:spChg chg="del">
          <ac:chgData name="Ejaz Mazhar" userId="b1a85b5891cc63c6" providerId="LiveId" clId="{4D6ED4DA-196B-4361-9702-9ADEFD9F83A5}" dt="2026-01-22T17:24:46.255" v="121" actId="478"/>
          <ac:spMkLst>
            <pc:docMk/>
            <pc:sldMk cId="542120583" sldId="272"/>
            <ac:spMk id="3" creationId="{6F45BF67-E481-BA02-0AAE-D36256BD6C08}"/>
          </ac:spMkLst>
        </pc:spChg>
        <pc:spChg chg="add mod">
          <ac:chgData name="Ejaz Mazhar" userId="b1a85b5891cc63c6" providerId="LiveId" clId="{4D6ED4DA-196B-4361-9702-9ADEFD9F83A5}" dt="2026-01-22T17:25:00.122" v="123" actId="1076"/>
          <ac:spMkLst>
            <pc:docMk/>
            <pc:sldMk cId="542120583" sldId="272"/>
            <ac:spMk id="4" creationId="{120EFB9A-4A38-7436-6B5E-5BD2F4922033}"/>
          </ac:spMkLst>
        </pc:spChg>
        <pc:spChg chg="add mod">
          <ac:chgData name="Ejaz Mazhar" userId="b1a85b5891cc63c6" providerId="LiveId" clId="{4D6ED4DA-196B-4361-9702-9ADEFD9F83A5}" dt="2026-01-22T17:37:14.072" v="236" actId="1076"/>
          <ac:spMkLst>
            <pc:docMk/>
            <pc:sldMk cId="542120583" sldId="272"/>
            <ac:spMk id="5" creationId="{223410A5-7058-5C69-CEA4-03DF2F0AAC8F}"/>
          </ac:spMkLst>
        </pc:spChg>
        <pc:picChg chg="add mod">
          <ac:chgData name="Ejaz Mazhar" userId="b1a85b5891cc63c6" providerId="LiveId" clId="{4D6ED4DA-196B-4361-9702-9ADEFD9F83A5}" dt="2026-01-22T17:37:06.377" v="234" actId="1076"/>
          <ac:picMkLst>
            <pc:docMk/>
            <pc:sldMk cId="542120583" sldId="272"/>
            <ac:picMk id="6" creationId="{15CDB202-C28F-59F5-2D15-1DF9AC74324B}"/>
          </ac:picMkLst>
        </pc:picChg>
      </pc:sldChg>
      <pc:sldMasterChg chg="addSp delSp modSp mod setBg modSldLayout">
        <pc:chgData name="Ejaz Mazhar" userId="b1a85b5891cc63c6" providerId="LiveId" clId="{4D6ED4DA-196B-4361-9702-9ADEFD9F83A5}" dt="2026-01-22T17:23:57.389" v="118"/>
        <pc:sldMasterMkLst>
          <pc:docMk/>
          <pc:sldMasterMk cId="0" sldId="2147483648"/>
        </pc:sldMasterMkLst>
        <pc:spChg chg="del">
          <ac:chgData name="Ejaz Mazhar" userId="b1a85b5891cc63c6" providerId="LiveId" clId="{4D6ED4DA-196B-4361-9702-9ADEFD9F83A5}" dt="2026-01-21T23:03:27.260" v="32" actId="478"/>
          <ac:spMkLst>
            <pc:docMk/>
            <pc:sldMasterMk cId="0" sldId="2147483648"/>
            <ac:spMk id="7" creationId="{3D66F83C-DB81-0984-9DB2-52B94A7E649D}"/>
          </ac:spMkLst>
        </pc:spChg>
        <pc:spChg chg="add mod">
          <ac:chgData name="Ejaz Mazhar" userId="b1a85b5891cc63c6" providerId="LiveId" clId="{4D6ED4DA-196B-4361-9702-9ADEFD9F83A5}" dt="2026-01-21T23:03:18.717" v="31"/>
          <ac:spMkLst>
            <pc:docMk/>
            <pc:sldMasterMk cId="0" sldId="2147483648"/>
            <ac:spMk id="8" creationId="{E27E260A-3981-345B-8BA9-155AA4389D8A}"/>
          </ac:spMkLst>
        </pc:spChg>
        <pc:sldLayoutChg chg="modSp mod">
          <pc:chgData name="Ejaz Mazhar" userId="b1a85b5891cc63c6" providerId="LiveId" clId="{4D6ED4DA-196B-4361-9702-9ADEFD9F83A5}" dt="2026-01-21T23:01:06.666" v="21" actId="1076"/>
          <pc:sldLayoutMkLst>
            <pc:docMk/>
            <pc:sldMasterMk cId="0" sldId="2147483648"/>
            <pc:sldLayoutMk cId="0" sldId="2147483662"/>
          </pc:sldLayoutMkLst>
          <pc:spChg chg="mod">
            <ac:chgData name="Ejaz Mazhar" userId="b1a85b5891cc63c6" providerId="LiveId" clId="{4D6ED4DA-196B-4361-9702-9ADEFD9F83A5}" dt="2026-01-21T23:01:06.666" v="21" actId="1076"/>
            <ac:spMkLst>
              <pc:docMk/>
              <pc:sldMasterMk cId="0" sldId="2147483648"/>
              <pc:sldLayoutMk cId="0" sldId="2147483662"/>
              <ac:spMk id="7" creationId="{B2E0F84A-633C-86FC-10CA-F15D91FE765E}"/>
            </ac:spMkLst>
          </pc:spChg>
        </pc:sldLayoutChg>
        <pc:sldLayoutChg chg="modSp mod">
          <pc:chgData name="Ejaz Mazhar" userId="b1a85b5891cc63c6" providerId="LiveId" clId="{4D6ED4DA-196B-4361-9702-9ADEFD9F83A5}" dt="2026-01-21T23:02:54.892" v="30" actId="1076"/>
          <pc:sldLayoutMkLst>
            <pc:docMk/>
            <pc:sldMasterMk cId="0" sldId="2147483648"/>
            <pc:sldLayoutMk cId="0" sldId="2147483664"/>
          </pc:sldLayoutMkLst>
          <pc:spChg chg="mod">
            <ac:chgData name="Ejaz Mazhar" userId="b1a85b5891cc63c6" providerId="LiveId" clId="{4D6ED4DA-196B-4361-9702-9ADEFD9F83A5}" dt="2026-01-21T23:02:54.892" v="30" actId="1076"/>
            <ac:spMkLst>
              <pc:docMk/>
              <pc:sldMasterMk cId="0" sldId="2147483648"/>
              <pc:sldLayoutMk cId="0" sldId="2147483664"/>
              <ac:spMk id="3" creationId="{00000000-0000-0000-0000-000000000000}"/>
            </ac:spMkLst>
          </pc:spChg>
          <pc:spChg chg="mod">
            <ac:chgData name="Ejaz Mazhar" userId="b1a85b5891cc63c6" providerId="LiveId" clId="{4D6ED4DA-196B-4361-9702-9ADEFD9F83A5}" dt="2026-01-21T23:02:44.483" v="28" actId="1076"/>
            <ac:spMkLst>
              <pc:docMk/>
              <pc:sldMasterMk cId="0" sldId="2147483648"/>
              <pc:sldLayoutMk cId="0" sldId="2147483664"/>
              <ac:spMk id="4" creationId="{00000000-0000-0000-0000-000000000000}"/>
            </ac:spMkLst>
          </pc:spChg>
        </pc:sldLayoutChg>
        <pc:sldLayoutChg chg="modSp mod">
          <pc:chgData name="Ejaz Mazhar" userId="b1a85b5891cc63c6" providerId="LiveId" clId="{4D6ED4DA-196B-4361-9702-9ADEFD9F83A5}" dt="2026-01-21T23:02:15.520" v="27" actId="1076"/>
          <pc:sldLayoutMkLst>
            <pc:docMk/>
            <pc:sldMasterMk cId="0" sldId="2147483648"/>
            <pc:sldLayoutMk cId="0" sldId="2147483665"/>
          </pc:sldLayoutMkLst>
          <pc:spChg chg="mod">
            <ac:chgData name="Ejaz Mazhar" userId="b1a85b5891cc63c6" providerId="LiveId" clId="{4D6ED4DA-196B-4361-9702-9ADEFD9F83A5}" dt="2026-01-21T23:02:15.520" v="27" actId="1076"/>
            <ac:spMkLst>
              <pc:docMk/>
              <pc:sldMasterMk cId="0" sldId="2147483648"/>
              <pc:sldLayoutMk cId="0" sldId="2147483665"/>
              <ac:spMk id="5" creationId="{1818A32D-E3AF-4F0C-F7DE-5A912717BEB5}"/>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09896A-82A9-4A1B-8ACD-5F87036735A8}" type="doc">
      <dgm:prSet loTypeId="urn:microsoft.com/office/officeart/2009/3/layout/StepUpProcess" loCatId="process" qsTypeId="urn:microsoft.com/office/officeart/2005/8/quickstyle/simple1" qsCatId="simple" csTypeId="urn:microsoft.com/office/officeart/2005/8/colors/colorful1" csCatId="colorful" phldr="1"/>
      <dgm:spPr/>
      <dgm:t>
        <a:bodyPr/>
        <a:lstStyle/>
        <a:p>
          <a:endParaRPr lang="en-US"/>
        </a:p>
      </dgm:t>
    </dgm:pt>
    <dgm:pt modelId="{9239A557-CE7F-474C-87E6-3DD4756032E8}">
      <dgm:prSet phldrT="[Text]" phldr="0"/>
      <dgm:spPr/>
      <dgm:t>
        <a:bodyPr/>
        <a:lstStyle/>
        <a:p>
          <a:r>
            <a:rPr lang="en-US" b="1" dirty="0"/>
            <a:t>1998 (HIPAA)</a:t>
          </a:r>
        </a:p>
      </dgm:t>
    </dgm:pt>
    <dgm:pt modelId="{432F1D31-B4EA-42F0-8E11-70155E4626AA}" type="parTrans" cxnId="{3022214B-1B97-4B44-AE33-6874BE80C264}">
      <dgm:prSet/>
      <dgm:spPr/>
      <dgm:t>
        <a:bodyPr/>
        <a:lstStyle/>
        <a:p>
          <a:endParaRPr lang="en-US"/>
        </a:p>
      </dgm:t>
    </dgm:pt>
    <dgm:pt modelId="{3CB8A542-423D-4C3F-BF85-C96CD9F31782}" type="sibTrans" cxnId="{3022214B-1B97-4B44-AE33-6874BE80C264}">
      <dgm:prSet/>
      <dgm:spPr/>
      <dgm:t>
        <a:bodyPr/>
        <a:lstStyle/>
        <a:p>
          <a:endParaRPr lang="en-US"/>
        </a:p>
      </dgm:t>
    </dgm:pt>
    <dgm:pt modelId="{D9DF9ABF-5836-4DCA-A2D8-27162C5F03E6}">
      <dgm:prSet phldrT="[Text]" phldr="0"/>
      <dgm:spPr/>
      <dgm:t>
        <a:bodyPr/>
        <a:lstStyle/>
        <a:p>
          <a:r>
            <a:rPr lang="en-US" b="1" dirty="0"/>
            <a:t>2009 (HITECH</a:t>
          </a:r>
        </a:p>
      </dgm:t>
    </dgm:pt>
    <dgm:pt modelId="{248A2DA3-3A84-480C-93BC-EA8EF85C0317}" type="parTrans" cxnId="{959F62E2-CC0D-40AE-85F3-6E7E3A4EB7D6}">
      <dgm:prSet/>
      <dgm:spPr/>
      <dgm:t>
        <a:bodyPr/>
        <a:lstStyle/>
        <a:p>
          <a:endParaRPr lang="en-US"/>
        </a:p>
      </dgm:t>
    </dgm:pt>
    <dgm:pt modelId="{E1E6C9E3-0065-427A-B4DC-6CCC21794CC4}" type="sibTrans" cxnId="{959F62E2-CC0D-40AE-85F3-6E7E3A4EB7D6}">
      <dgm:prSet/>
      <dgm:spPr/>
      <dgm:t>
        <a:bodyPr/>
        <a:lstStyle/>
        <a:p>
          <a:endParaRPr lang="en-US"/>
        </a:p>
      </dgm:t>
    </dgm:pt>
    <dgm:pt modelId="{B013D883-EC07-4604-BE5A-1F233CB5523F}">
      <dgm:prSet phldrT="[Text]" phldr="0" custT="1"/>
      <dgm:spPr/>
      <dgm:t>
        <a:bodyPr/>
        <a:lstStyle/>
        <a:p>
          <a:r>
            <a:rPr lang="en-US" sz="2000" dirty="0"/>
            <a:t>Electronic Health Records (EHR) &amp; enforcement.</a:t>
          </a:r>
        </a:p>
      </dgm:t>
    </dgm:pt>
    <dgm:pt modelId="{B4CDE23C-AB0F-4D3D-AD8D-25170E10DE53}" type="parTrans" cxnId="{423AA1D5-1244-4B05-A443-A12BACB4C175}">
      <dgm:prSet/>
      <dgm:spPr/>
      <dgm:t>
        <a:bodyPr/>
        <a:lstStyle/>
        <a:p>
          <a:endParaRPr lang="en-US"/>
        </a:p>
      </dgm:t>
    </dgm:pt>
    <dgm:pt modelId="{3C59AC6B-9A49-474C-B2D7-82467C33121D}" type="sibTrans" cxnId="{423AA1D5-1244-4B05-A443-A12BACB4C175}">
      <dgm:prSet/>
      <dgm:spPr/>
      <dgm:t>
        <a:bodyPr/>
        <a:lstStyle/>
        <a:p>
          <a:endParaRPr lang="en-US"/>
        </a:p>
      </dgm:t>
    </dgm:pt>
    <dgm:pt modelId="{BFC231C4-E889-4DF3-AD63-56C78309A2B5}">
      <dgm:prSet phldrT="[Text]" phldr="0"/>
      <dgm:spPr/>
      <dgm:t>
        <a:bodyPr/>
        <a:lstStyle/>
        <a:p>
          <a:r>
            <a:rPr lang="en-US" b="1" dirty="0"/>
            <a:t>2013 (Omnibus Rule)</a:t>
          </a:r>
        </a:p>
      </dgm:t>
    </dgm:pt>
    <dgm:pt modelId="{C3FEFCCD-5D82-45FF-A9C3-E5745FE24F74}" type="parTrans" cxnId="{21792007-39DC-4DD8-B066-19C118D76793}">
      <dgm:prSet/>
      <dgm:spPr/>
      <dgm:t>
        <a:bodyPr/>
        <a:lstStyle/>
        <a:p>
          <a:endParaRPr lang="en-US"/>
        </a:p>
      </dgm:t>
    </dgm:pt>
    <dgm:pt modelId="{5BB0EDE8-E41D-451D-B0B6-F2E9197BAF99}" type="sibTrans" cxnId="{21792007-39DC-4DD8-B066-19C118D76793}">
      <dgm:prSet/>
      <dgm:spPr/>
      <dgm:t>
        <a:bodyPr/>
        <a:lstStyle/>
        <a:p>
          <a:endParaRPr lang="en-US"/>
        </a:p>
      </dgm:t>
    </dgm:pt>
    <dgm:pt modelId="{62DD05F9-9A08-401D-AF58-388BA03F7621}">
      <dgm:prSet phldrT="[Text]" phldr="0" custT="1"/>
      <dgm:spPr/>
      <dgm:t>
        <a:bodyPr/>
        <a:lstStyle/>
        <a:p>
          <a:r>
            <a:rPr lang="en-US" sz="2000" dirty="0"/>
            <a:t>Liability extended to Business Associates (vendors).</a:t>
          </a:r>
        </a:p>
      </dgm:t>
    </dgm:pt>
    <dgm:pt modelId="{5FE4CD47-B04A-4A24-B4A8-A64393980084}" type="parTrans" cxnId="{5E3A69C3-C6A9-44E1-B273-2B971282B668}">
      <dgm:prSet/>
      <dgm:spPr/>
      <dgm:t>
        <a:bodyPr/>
        <a:lstStyle/>
        <a:p>
          <a:endParaRPr lang="en-US"/>
        </a:p>
      </dgm:t>
    </dgm:pt>
    <dgm:pt modelId="{585CC1C9-385C-418A-AF4D-1F50C56D8AB6}" type="sibTrans" cxnId="{5E3A69C3-C6A9-44E1-B273-2B971282B668}">
      <dgm:prSet/>
      <dgm:spPr/>
      <dgm:t>
        <a:bodyPr/>
        <a:lstStyle/>
        <a:p>
          <a:endParaRPr lang="en-US"/>
        </a:p>
      </dgm:t>
    </dgm:pt>
    <dgm:pt modelId="{7DEB4AD4-5202-4D2C-97F2-D4EAD3264D88}">
      <dgm:prSet phldrT="[Text]" phldr="0" custT="1"/>
      <dgm:spPr/>
      <dgm:t>
        <a:bodyPr/>
        <a:lstStyle/>
        <a:p>
          <a:r>
            <a:rPr lang="en-US" sz="3600" b="1" dirty="0"/>
            <a:t>2024/26 (New Rules)</a:t>
          </a:r>
        </a:p>
      </dgm:t>
    </dgm:pt>
    <dgm:pt modelId="{5096319F-9BA6-4A88-9D3C-7206AE31883F}" type="parTrans" cxnId="{C2F2B765-4733-4BAE-BE1D-07EBB46DAE28}">
      <dgm:prSet/>
      <dgm:spPr/>
      <dgm:t>
        <a:bodyPr/>
        <a:lstStyle/>
        <a:p>
          <a:endParaRPr lang="en-US"/>
        </a:p>
      </dgm:t>
    </dgm:pt>
    <dgm:pt modelId="{B2919C22-E696-407F-B201-8CB3ED75E983}" type="sibTrans" cxnId="{C2F2B765-4733-4BAE-BE1D-07EBB46DAE28}">
      <dgm:prSet/>
      <dgm:spPr/>
      <dgm:t>
        <a:bodyPr/>
        <a:lstStyle/>
        <a:p>
          <a:endParaRPr lang="en-US"/>
        </a:p>
      </dgm:t>
    </dgm:pt>
    <dgm:pt modelId="{8213B031-F521-4C45-BF49-6713DCF2759C}">
      <dgm:prSet phldrT="[Text]" phldr="0" custT="1"/>
      <dgm:spPr/>
      <dgm:t>
        <a:bodyPr/>
        <a:lstStyle/>
        <a:p>
          <a:r>
            <a:rPr lang="en-US" sz="2000" spc="65">
              <a:latin typeface="+mn-lt"/>
              <a:cs typeface="Times New Roman"/>
            </a:rPr>
            <a:t>Insurance portability &amp; fraud prevention.</a:t>
          </a:r>
          <a:endParaRPr lang="en-US" sz="2300" dirty="0">
            <a:latin typeface="+mn-lt"/>
          </a:endParaRPr>
        </a:p>
      </dgm:t>
    </dgm:pt>
    <dgm:pt modelId="{F8DEFC7B-BC2C-4D6B-B6C8-F8F5E0B78073}" type="parTrans" cxnId="{3F871235-81FC-4809-B671-1567DE69B615}">
      <dgm:prSet/>
      <dgm:spPr/>
      <dgm:t>
        <a:bodyPr/>
        <a:lstStyle/>
        <a:p>
          <a:endParaRPr lang="en-US"/>
        </a:p>
      </dgm:t>
    </dgm:pt>
    <dgm:pt modelId="{3B93320A-73D9-4B93-B754-AF1086CAAC54}" type="sibTrans" cxnId="{3F871235-81FC-4809-B671-1567DE69B615}">
      <dgm:prSet/>
      <dgm:spPr/>
      <dgm:t>
        <a:bodyPr/>
        <a:lstStyle/>
        <a:p>
          <a:endParaRPr lang="en-US"/>
        </a:p>
      </dgm:t>
    </dgm:pt>
    <dgm:pt modelId="{1CF8AB01-4793-4681-A64A-F88784828027}">
      <dgm:prSet custT="1"/>
      <dgm:spPr/>
      <dgm:t>
        <a:bodyPr/>
        <a:lstStyle/>
        <a:p>
          <a:endParaRPr lang="en-US" sz="2000"/>
        </a:p>
      </dgm:t>
    </dgm:pt>
    <dgm:pt modelId="{04C5259F-ED84-4271-BC11-EFF04DA481C7}" type="parTrans" cxnId="{3525AE80-3C4C-44BF-8504-03027CE70D2A}">
      <dgm:prSet/>
      <dgm:spPr/>
      <dgm:t>
        <a:bodyPr/>
        <a:lstStyle/>
        <a:p>
          <a:endParaRPr lang="en-US"/>
        </a:p>
      </dgm:t>
    </dgm:pt>
    <dgm:pt modelId="{8D6BE4AE-9A4C-4B94-93EC-E6BFC164D790}" type="sibTrans" cxnId="{3525AE80-3C4C-44BF-8504-03027CE70D2A}">
      <dgm:prSet/>
      <dgm:spPr/>
      <dgm:t>
        <a:bodyPr/>
        <a:lstStyle/>
        <a:p>
          <a:endParaRPr lang="en-US"/>
        </a:p>
      </dgm:t>
    </dgm:pt>
    <dgm:pt modelId="{F56DC727-C3EA-482C-A373-DE403827B2E7}">
      <dgm:prSet phldrT="[Text]" phldr="0"/>
      <dgm:spPr/>
      <dgm:t>
        <a:bodyPr/>
        <a:lstStyle/>
        <a:p>
          <a:r>
            <a:rPr lang="en-US" sz="2200" b="1" dirty="0">
              <a:solidFill>
                <a:srgbClr val="C00000"/>
              </a:solidFill>
              <a:latin typeface="+mn-lt"/>
              <a:cs typeface="Times New Roman"/>
            </a:rPr>
            <a:t>Reproductive</a:t>
          </a:r>
          <a:r>
            <a:rPr lang="en-US" sz="2200" b="1" spc="25" dirty="0">
              <a:solidFill>
                <a:srgbClr val="C00000"/>
              </a:solidFill>
              <a:latin typeface="+mn-lt"/>
              <a:cs typeface="Times New Roman"/>
            </a:rPr>
            <a:t>  </a:t>
          </a:r>
          <a:r>
            <a:rPr lang="en-US" sz="2200" b="1" spc="55" dirty="0">
              <a:solidFill>
                <a:srgbClr val="C00000"/>
              </a:solidFill>
              <a:latin typeface="+mn-lt"/>
              <a:cs typeface="Times New Roman"/>
            </a:rPr>
            <a:t>Health privacy</a:t>
          </a:r>
          <a:r>
            <a:rPr lang="en-US" sz="2200" b="1" dirty="0">
              <a:solidFill>
                <a:srgbClr val="C00000"/>
              </a:solidFill>
              <a:latin typeface="+mn-lt"/>
              <a:cs typeface="Times New Roman"/>
            </a:rPr>
            <a:t> </a:t>
          </a:r>
          <a:r>
            <a:rPr lang="en-US" sz="2200" spc="-175" dirty="0">
              <a:solidFill>
                <a:schemeClr val="tx1"/>
              </a:solidFill>
              <a:latin typeface="+mn-lt"/>
              <a:cs typeface="Times New Roman"/>
            </a:rPr>
            <a:t>&amp;</a:t>
          </a:r>
          <a:r>
            <a:rPr lang="en-US" sz="2200" spc="-330" dirty="0">
              <a:solidFill>
                <a:srgbClr val="C00000"/>
              </a:solidFill>
              <a:latin typeface="+mn-lt"/>
              <a:cs typeface="Times New Roman"/>
            </a:rPr>
            <a:t> </a:t>
          </a:r>
          <a:r>
            <a:rPr lang="en-US" sz="2200" b="1" spc="80" dirty="0">
              <a:solidFill>
                <a:srgbClr val="C00000"/>
              </a:solidFill>
              <a:latin typeface="+mn-lt"/>
              <a:cs typeface="Times New Roman"/>
            </a:rPr>
            <a:t>Substance </a:t>
          </a:r>
          <a:r>
            <a:rPr lang="en-US" sz="2200" b="1" spc="50" dirty="0">
              <a:solidFill>
                <a:srgbClr val="C00000"/>
              </a:solidFill>
              <a:latin typeface="+mn-lt"/>
              <a:cs typeface="Times New Roman"/>
            </a:rPr>
            <a:t>Abuse</a:t>
          </a:r>
          <a:r>
            <a:rPr lang="en-US" sz="2200" b="1" spc="-70" dirty="0">
              <a:solidFill>
                <a:srgbClr val="C00000"/>
              </a:solidFill>
              <a:latin typeface="+mn-lt"/>
              <a:cs typeface="Times New Roman"/>
            </a:rPr>
            <a:t> </a:t>
          </a:r>
          <a:r>
            <a:rPr lang="en-US" sz="2200" spc="90" dirty="0">
              <a:latin typeface="+mn-lt"/>
              <a:cs typeface="Times New Roman"/>
            </a:rPr>
            <a:t>alignment</a:t>
          </a:r>
          <a:r>
            <a:rPr lang="en-US" sz="2200" spc="80" dirty="0">
              <a:latin typeface="+mn-lt"/>
              <a:cs typeface="Times New Roman"/>
            </a:rPr>
            <a:t> </a:t>
          </a:r>
          <a:r>
            <a:rPr lang="en-US" sz="2200" b="1" spc="30" dirty="0">
              <a:solidFill>
                <a:srgbClr val="C00000"/>
              </a:solidFill>
              <a:latin typeface="+mn-lt"/>
              <a:cs typeface="Times New Roman"/>
            </a:rPr>
            <a:t>(42 </a:t>
          </a:r>
          <a:r>
            <a:rPr lang="en-US" sz="2200" b="1" spc="-200" dirty="0">
              <a:solidFill>
                <a:srgbClr val="C00000"/>
              </a:solidFill>
              <a:latin typeface="+mn-lt"/>
              <a:cs typeface="Times New Roman"/>
            </a:rPr>
            <a:t>CFR</a:t>
          </a:r>
          <a:r>
            <a:rPr lang="en-US" sz="2200" b="1" spc="85" dirty="0">
              <a:solidFill>
                <a:srgbClr val="C00000"/>
              </a:solidFill>
              <a:latin typeface="+mn-lt"/>
              <a:cs typeface="Times New Roman"/>
            </a:rPr>
            <a:t> </a:t>
          </a:r>
          <a:r>
            <a:rPr lang="en-US" sz="2200" b="1" dirty="0">
              <a:solidFill>
                <a:srgbClr val="C00000"/>
              </a:solidFill>
              <a:latin typeface="+mn-lt"/>
              <a:cs typeface="Times New Roman"/>
            </a:rPr>
            <a:t>Part</a:t>
          </a:r>
          <a:r>
            <a:rPr lang="en-US" sz="2200" b="1" spc="-5" dirty="0">
              <a:solidFill>
                <a:srgbClr val="C00000"/>
              </a:solidFill>
              <a:latin typeface="+mn-lt"/>
              <a:cs typeface="Times New Roman"/>
            </a:rPr>
            <a:t> </a:t>
          </a:r>
          <a:r>
            <a:rPr lang="en-US" sz="2200" b="1" spc="-25" dirty="0">
              <a:solidFill>
                <a:srgbClr val="C00000"/>
              </a:solidFill>
              <a:latin typeface="+mn-lt"/>
              <a:cs typeface="Times New Roman"/>
            </a:rPr>
            <a:t>2).</a:t>
          </a:r>
          <a:endParaRPr lang="en-US" sz="2200" dirty="0">
            <a:solidFill>
              <a:srgbClr val="C00000"/>
            </a:solidFill>
            <a:latin typeface="+mn-lt"/>
          </a:endParaRPr>
        </a:p>
      </dgm:t>
    </dgm:pt>
    <dgm:pt modelId="{6402D496-4E57-4CAA-942C-481A0DAED90F}" type="parTrans" cxnId="{9F11FA03-09B0-43B1-A09F-9888DCE9B6FD}">
      <dgm:prSet/>
      <dgm:spPr/>
      <dgm:t>
        <a:bodyPr/>
        <a:lstStyle/>
        <a:p>
          <a:endParaRPr lang="en-US"/>
        </a:p>
      </dgm:t>
    </dgm:pt>
    <dgm:pt modelId="{C3A6D60B-22F1-4605-A9F4-7217ED1C2ED0}" type="sibTrans" cxnId="{9F11FA03-09B0-43B1-A09F-9888DCE9B6FD}">
      <dgm:prSet/>
      <dgm:spPr/>
      <dgm:t>
        <a:bodyPr/>
        <a:lstStyle/>
        <a:p>
          <a:endParaRPr lang="en-US"/>
        </a:p>
      </dgm:t>
    </dgm:pt>
    <dgm:pt modelId="{4EA94482-6865-4CF9-BC65-2BC9D833C083}" type="pres">
      <dgm:prSet presAssocID="{4809896A-82A9-4A1B-8ACD-5F87036735A8}" presName="rootnode" presStyleCnt="0">
        <dgm:presLayoutVars>
          <dgm:chMax/>
          <dgm:chPref/>
          <dgm:dir/>
          <dgm:animLvl val="lvl"/>
        </dgm:presLayoutVars>
      </dgm:prSet>
      <dgm:spPr/>
    </dgm:pt>
    <dgm:pt modelId="{D16D9056-C1DB-45CA-B874-2116F9A4149A}" type="pres">
      <dgm:prSet presAssocID="{9239A557-CE7F-474C-87E6-3DD4756032E8}" presName="composite" presStyleCnt="0"/>
      <dgm:spPr/>
    </dgm:pt>
    <dgm:pt modelId="{A14C4D47-154D-4203-B1CF-C2E19A64270E}" type="pres">
      <dgm:prSet presAssocID="{9239A557-CE7F-474C-87E6-3DD4756032E8}" presName="LShape" presStyleLbl="alignNode1" presStyleIdx="0" presStyleCnt="7">
        <dgm:style>
          <a:lnRef idx="1">
            <a:schemeClr val="accent1"/>
          </a:lnRef>
          <a:fillRef idx="3">
            <a:schemeClr val="accent1"/>
          </a:fillRef>
          <a:effectRef idx="2">
            <a:schemeClr val="accent1"/>
          </a:effectRef>
          <a:fontRef idx="minor">
            <a:schemeClr val="lt1"/>
          </a:fontRef>
        </dgm:style>
      </dgm:prSet>
      <dgm:spPr/>
    </dgm:pt>
    <dgm:pt modelId="{17569A68-5B18-4015-A3D1-6B6BE023977F}" type="pres">
      <dgm:prSet presAssocID="{9239A557-CE7F-474C-87E6-3DD4756032E8}" presName="ParentText" presStyleLbl="revTx" presStyleIdx="0" presStyleCnt="4">
        <dgm:presLayoutVars>
          <dgm:chMax val="0"/>
          <dgm:chPref val="0"/>
          <dgm:bulletEnabled val="1"/>
        </dgm:presLayoutVars>
      </dgm:prSet>
      <dgm:spPr/>
    </dgm:pt>
    <dgm:pt modelId="{5EA86A99-5C97-42B6-AC06-E4B75C76DEC8}" type="pres">
      <dgm:prSet presAssocID="{9239A557-CE7F-474C-87E6-3DD4756032E8}" presName="Triangle" presStyleLbl="alignNode1" presStyleIdx="1" presStyleCnt="7">
        <dgm:style>
          <a:lnRef idx="2">
            <a:schemeClr val="accent4"/>
          </a:lnRef>
          <a:fillRef idx="1">
            <a:schemeClr val="lt1"/>
          </a:fillRef>
          <a:effectRef idx="0">
            <a:schemeClr val="accent4"/>
          </a:effectRef>
          <a:fontRef idx="minor">
            <a:schemeClr val="dk1"/>
          </a:fontRef>
        </dgm:style>
      </dgm:prSet>
      <dgm:spPr/>
    </dgm:pt>
    <dgm:pt modelId="{A3F95419-7CE1-45CA-89BA-C558F3244E57}" type="pres">
      <dgm:prSet presAssocID="{3CB8A542-423D-4C3F-BF85-C96CD9F31782}" presName="sibTrans" presStyleCnt="0"/>
      <dgm:spPr/>
    </dgm:pt>
    <dgm:pt modelId="{0D38714D-3F8A-4CCB-8DC1-B0A6D5BBE651}" type="pres">
      <dgm:prSet presAssocID="{3CB8A542-423D-4C3F-BF85-C96CD9F31782}" presName="space" presStyleCnt="0"/>
      <dgm:spPr/>
    </dgm:pt>
    <dgm:pt modelId="{A13866B8-3ABE-4560-B1C3-D6E2FB740AC0}" type="pres">
      <dgm:prSet presAssocID="{D9DF9ABF-5836-4DCA-A2D8-27162C5F03E6}" presName="composite" presStyleCnt="0"/>
      <dgm:spPr/>
    </dgm:pt>
    <dgm:pt modelId="{782512C8-DE73-422A-9BFC-E11E8E8347E5}" type="pres">
      <dgm:prSet presAssocID="{D9DF9ABF-5836-4DCA-A2D8-27162C5F03E6}" presName="LShape" presStyleLbl="alignNode1" presStyleIdx="2" presStyleCnt="7">
        <dgm:style>
          <a:lnRef idx="1">
            <a:schemeClr val="accent4"/>
          </a:lnRef>
          <a:fillRef idx="3">
            <a:schemeClr val="accent4"/>
          </a:fillRef>
          <a:effectRef idx="2">
            <a:schemeClr val="accent4"/>
          </a:effectRef>
          <a:fontRef idx="minor">
            <a:schemeClr val="lt1"/>
          </a:fontRef>
        </dgm:style>
      </dgm:prSet>
      <dgm:spPr/>
    </dgm:pt>
    <dgm:pt modelId="{C6805CC8-B65A-4C6B-9CD8-7D1D07917C3E}" type="pres">
      <dgm:prSet presAssocID="{D9DF9ABF-5836-4DCA-A2D8-27162C5F03E6}" presName="ParentText" presStyleLbl="revTx" presStyleIdx="1" presStyleCnt="4">
        <dgm:presLayoutVars>
          <dgm:chMax val="0"/>
          <dgm:chPref val="0"/>
          <dgm:bulletEnabled val="1"/>
        </dgm:presLayoutVars>
      </dgm:prSet>
      <dgm:spPr/>
    </dgm:pt>
    <dgm:pt modelId="{26EFD8F5-E660-44A5-916F-A238F21FC3E7}" type="pres">
      <dgm:prSet presAssocID="{D9DF9ABF-5836-4DCA-A2D8-27162C5F03E6}" presName="Triangle" presStyleLbl="alignNode1" presStyleIdx="3" presStyleCnt="7">
        <dgm:style>
          <a:lnRef idx="2">
            <a:schemeClr val="accent6"/>
          </a:lnRef>
          <a:fillRef idx="1">
            <a:schemeClr val="lt1"/>
          </a:fillRef>
          <a:effectRef idx="0">
            <a:schemeClr val="accent6"/>
          </a:effectRef>
          <a:fontRef idx="minor">
            <a:schemeClr val="dk1"/>
          </a:fontRef>
        </dgm:style>
      </dgm:prSet>
      <dgm:spPr/>
    </dgm:pt>
    <dgm:pt modelId="{B5457C36-E586-496F-A2F5-8722E9F3D175}" type="pres">
      <dgm:prSet presAssocID="{E1E6C9E3-0065-427A-B4DC-6CCC21794CC4}" presName="sibTrans" presStyleCnt="0"/>
      <dgm:spPr/>
    </dgm:pt>
    <dgm:pt modelId="{8303E041-B3E0-457E-B89B-8645F0554901}" type="pres">
      <dgm:prSet presAssocID="{E1E6C9E3-0065-427A-B4DC-6CCC21794CC4}" presName="space" presStyleCnt="0"/>
      <dgm:spPr/>
    </dgm:pt>
    <dgm:pt modelId="{8D9EB075-DDFF-41A0-9B28-4F7F1254C765}" type="pres">
      <dgm:prSet presAssocID="{BFC231C4-E889-4DF3-AD63-56C78309A2B5}" presName="composite" presStyleCnt="0"/>
      <dgm:spPr/>
    </dgm:pt>
    <dgm:pt modelId="{59F990DF-88C0-485C-86C0-F473925DC52B}" type="pres">
      <dgm:prSet presAssocID="{BFC231C4-E889-4DF3-AD63-56C78309A2B5}" presName="LShape" presStyleLbl="alignNode1" presStyleIdx="4" presStyleCnt="7">
        <dgm:style>
          <a:lnRef idx="1">
            <a:schemeClr val="accent6"/>
          </a:lnRef>
          <a:fillRef idx="3">
            <a:schemeClr val="accent6"/>
          </a:fillRef>
          <a:effectRef idx="2">
            <a:schemeClr val="accent6"/>
          </a:effectRef>
          <a:fontRef idx="minor">
            <a:schemeClr val="lt1"/>
          </a:fontRef>
        </dgm:style>
      </dgm:prSet>
      <dgm:spPr/>
    </dgm:pt>
    <dgm:pt modelId="{4F096E9F-B270-42E7-B9BA-3F789027B489}" type="pres">
      <dgm:prSet presAssocID="{BFC231C4-E889-4DF3-AD63-56C78309A2B5}" presName="ParentText" presStyleLbl="revTx" presStyleIdx="2" presStyleCnt="4">
        <dgm:presLayoutVars>
          <dgm:chMax val="0"/>
          <dgm:chPref val="0"/>
          <dgm:bulletEnabled val="1"/>
        </dgm:presLayoutVars>
      </dgm:prSet>
      <dgm:spPr/>
    </dgm:pt>
    <dgm:pt modelId="{10AAAC54-3C71-4457-9713-DA33FCFB0BEF}" type="pres">
      <dgm:prSet presAssocID="{BFC231C4-E889-4DF3-AD63-56C78309A2B5}" presName="Triangle" presStyleLbl="alignNode1" presStyleIdx="5" presStyleCnt="7">
        <dgm:style>
          <a:lnRef idx="2">
            <a:schemeClr val="accent3"/>
          </a:lnRef>
          <a:fillRef idx="1">
            <a:schemeClr val="lt1"/>
          </a:fillRef>
          <a:effectRef idx="0">
            <a:schemeClr val="accent3"/>
          </a:effectRef>
          <a:fontRef idx="minor">
            <a:schemeClr val="dk1"/>
          </a:fontRef>
        </dgm:style>
      </dgm:prSet>
      <dgm:spPr/>
    </dgm:pt>
    <dgm:pt modelId="{B0CCCCC0-510B-4A3F-A874-80BDB33F6C4E}" type="pres">
      <dgm:prSet presAssocID="{5BB0EDE8-E41D-451D-B0B6-F2E9197BAF99}" presName="sibTrans" presStyleCnt="0"/>
      <dgm:spPr/>
    </dgm:pt>
    <dgm:pt modelId="{B3AAC888-4D2F-481A-A323-9D18445A3E55}" type="pres">
      <dgm:prSet presAssocID="{5BB0EDE8-E41D-451D-B0B6-F2E9197BAF99}" presName="space" presStyleCnt="0"/>
      <dgm:spPr/>
    </dgm:pt>
    <dgm:pt modelId="{7A5CF0BA-C4BB-4E0F-999D-A72927F08829}" type="pres">
      <dgm:prSet presAssocID="{7DEB4AD4-5202-4D2C-97F2-D4EAD3264D88}" presName="composite" presStyleCnt="0"/>
      <dgm:spPr/>
    </dgm:pt>
    <dgm:pt modelId="{C34388D8-9AB1-406F-A965-540825132628}" type="pres">
      <dgm:prSet presAssocID="{7DEB4AD4-5202-4D2C-97F2-D4EAD3264D88}" presName="LShape" presStyleLbl="alignNode1" presStyleIdx="6" presStyleCnt="7">
        <dgm:style>
          <a:lnRef idx="1">
            <a:schemeClr val="accent3"/>
          </a:lnRef>
          <a:fillRef idx="3">
            <a:schemeClr val="accent3"/>
          </a:fillRef>
          <a:effectRef idx="2">
            <a:schemeClr val="accent3"/>
          </a:effectRef>
          <a:fontRef idx="minor">
            <a:schemeClr val="lt1"/>
          </a:fontRef>
        </dgm:style>
      </dgm:prSet>
      <dgm:spPr/>
    </dgm:pt>
    <dgm:pt modelId="{DB6040B4-B799-4F32-97DA-B3DF1EBD9D04}" type="pres">
      <dgm:prSet presAssocID="{7DEB4AD4-5202-4D2C-97F2-D4EAD3264D88}" presName="ParentText" presStyleLbl="revTx" presStyleIdx="3" presStyleCnt="4">
        <dgm:presLayoutVars>
          <dgm:chMax val="0"/>
          <dgm:chPref val="0"/>
          <dgm:bulletEnabled val="1"/>
        </dgm:presLayoutVars>
      </dgm:prSet>
      <dgm:spPr/>
    </dgm:pt>
  </dgm:ptLst>
  <dgm:cxnLst>
    <dgm:cxn modelId="{9F11FA03-09B0-43B1-A09F-9888DCE9B6FD}" srcId="{7DEB4AD4-5202-4D2C-97F2-D4EAD3264D88}" destId="{F56DC727-C3EA-482C-A373-DE403827B2E7}" srcOrd="0" destOrd="0" parTransId="{6402D496-4E57-4CAA-942C-481A0DAED90F}" sibTransId="{C3A6D60B-22F1-4605-A9F4-7217ED1C2ED0}"/>
    <dgm:cxn modelId="{21792007-39DC-4DD8-B066-19C118D76793}" srcId="{4809896A-82A9-4A1B-8ACD-5F87036735A8}" destId="{BFC231C4-E889-4DF3-AD63-56C78309A2B5}" srcOrd="2" destOrd="0" parTransId="{C3FEFCCD-5D82-45FF-A9C3-E5745FE24F74}" sibTransId="{5BB0EDE8-E41D-451D-B0B6-F2E9197BAF99}"/>
    <dgm:cxn modelId="{621B900C-8D6A-46FC-9FD4-52BEE1AF0AE2}" type="presOf" srcId="{7DEB4AD4-5202-4D2C-97F2-D4EAD3264D88}" destId="{DB6040B4-B799-4F32-97DA-B3DF1EBD9D04}" srcOrd="0" destOrd="0" presId="urn:microsoft.com/office/officeart/2009/3/layout/StepUpProcess"/>
    <dgm:cxn modelId="{D9C81611-7FCF-4237-9004-2E92A7817A49}" type="presOf" srcId="{62DD05F9-9A08-401D-AF58-388BA03F7621}" destId="{4F096E9F-B270-42E7-B9BA-3F789027B489}" srcOrd="0" destOrd="1" presId="urn:microsoft.com/office/officeart/2009/3/layout/StepUpProcess"/>
    <dgm:cxn modelId="{59A20527-35D9-4871-A3D0-77C7D30C92DD}" type="presOf" srcId="{9239A557-CE7F-474C-87E6-3DD4756032E8}" destId="{17569A68-5B18-4015-A3D1-6B6BE023977F}" srcOrd="0" destOrd="0" presId="urn:microsoft.com/office/officeart/2009/3/layout/StepUpProcess"/>
    <dgm:cxn modelId="{3F871235-81FC-4809-B671-1567DE69B615}" srcId="{9239A557-CE7F-474C-87E6-3DD4756032E8}" destId="{8213B031-F521-4C45-BF49-6713DCF2759C}" srcOrd="0" destOrd="0" parTransId="{F8DEFC7B-BC2C-4D6B-B6C8-F8F5E0B78073}" sibTransId="{3B93320A-73D9-4B93-B754-AF1086CAAC54}"/>
    <dgm:cxn modelId="{22328963-2163-4954-91CC-1D89371399C7}" type="presOf" srcId="{BFC231C4-E889-4DF3-AD63-56C78309A2B5}" destId="{4F096E9F-B270-42E7-B9BA-3F789027B489}" srcOrd="0" destOrd="0" presId="urn:microsoft.com/office/officeart/2009/3/layout/StepUpProcess"/>
    <dgm:cxn modelId="{1F25CC44-72B6-410C-B290-71AC3CFCDDBF}" type="presOf" srcId="{1CF8AB01-4793-4681-A64A-F88784828027}" destId="{4F096E9F-B270-42E7-B9BA-3F789027B489}" srcOrd="0" destOrd="2" presId="urn:microsoft.com/office/officeart/2009/3/layout/StepUpProcess"/>
    <dgm:cxn modelId="{026DD144-452C-4F99-BC64-2EB732151C77}" type="presOf" srcId="{8213B031-F521-4C45-BF49-6713DCF2759C}" destId="{17569A68-5B18-4015-A3D1-6B6BE023977F}" srcOrd="0" destOrd="1" presId="urn:microsoft.com/office/officeart/2009/3/layout/StepUpProcess"/>
    <dgm:cxn modelId="{C2F2B765-4733-4BAE-BE1D-07EBB46DAE28}" srcId="{4809896A-82A9-4A1B-8ACD-5F87036735A8}" destId="{7DEB4AD4-5202-4D2C-97F2-D4EAD3264D88}" srcOrd="3" destOrd="0" parTransId="{5096319F-9BA6-4A88-9D3C-7206AE31883F}" sibTransId="{B2919C22-E696-407F-B201-8CB3ED75E983}"/>
    <dgm:cxn modelId="{3022214B-1B97-4B44-AE33-6874BE80C264}" srcId="{4809896A-82A9-4A1B-8ACD-5F87036735A8}" destId="{9239A557-CE7F-474C-87E6-3DD4756032E8}" srcOrd="0" destOrd="0" parTransId="{432F1D31-B4EA-42F0-8E11-70155E4626AA}" sibTransId="{3CB8A542-423D-4C3F-BF85-C96CD9F31782}"/>
    <dgm:cxn modelId="{23D2F37C-266A-4FEF-A60E-54CB29129B8B}" type="presOf" srcId="{4809896A-82A9-4A1B-8ACD-5F87036735A8}" destId="{4EA94482-6865-4CF9-BC65-2BC9D833C083}" srcOrd="0" destOrd="0" presId="urn:microsoft.com/office/officeart/2009/3/layout/StepUpProcess"/>
    <dgm:cxn modelId="{4DF0157D-56DF-4F64-8314-2ED05ECA7430}" type="presOf" srcId="{D9DF9ABF-5836-4DCA-A2D8-27162C5F03E6}" destId="{C6805CC8-B65A-4C6B-9CD8-7D1D07917C3E}" srcOrd="0" destOrd="0" presId="urn:microsoft.com/office/officeart/2009/3/layout/StepUpProcess"/>
    <dgm:cxn modelId="{3525AE80-3C4C-44BF-8504-03027CE70D2A}" srcId="{BFC231C4-E889-4DF3-AD63-56C78309A2B5}" destId="{1CF8AB01-4793-4681-A64A-F88784828027}" srcOrd="1" destOrd="0" parTransId="{04C5259F-ED84-4271-BC11-EFF04DA481C7}" sibTransId="{8D6BE4AE-9A4C-4B94-93EC-E6BFC164D790}"/>
    <dgm:cxn modelId="{7A6CBE98-6262-43D5-B694-768564236322}" type="presOf" srcId="{F56DC727-C3EA-482C-A373-DE403827B2E7}" destId="{DB6040B4-B799-4F32-97DA-B3DF1EBD9D04}" srcOrd="0" destOrd="1" presId="urn:microsoft.com/office/officeart/2009/3/layout/StepUpProcess"/>
    <dgm:cxn modelId="{5E3A69C3-C6A9-44E1-B273-2B971282B668}" srcId="{BFC231C4-E889-4DF3-AD63-56C78309A2B5}" destId="{62DD05F9-9A08-401D-AF58-388BA03F7621}" srcOrd="0" destOrd="0" parTransId="{5FE4CD47-B04A-4A24-B4A8-A64393980084}" sibTransId="{585CC1C9-385C-418A-AF4D-1F50C56D8AB6}"/>
    <dgm:cxn modelId="{423AA1D5-1244-4B05-A443-A12BACB4C175}" srcId="{D9DF9ABF-5836-4DCA-A2D8-27162C5F03E6}" destId="{B013D883-EC07-4604-BE5A-1F233CB5523F}" srcOrd="0" destOrd="0" parTransId="{B4CDE23C-AB0F-4D3D-AD8D-25170E10DE53}" sibTransId="{3C59AC6B-9A49-474C-B2D7-82467C33121D}"/>
    <dgm:cxn modelId="{959F62E2-CC0D-40AE-85F3-6E7E3A4EB7D6}" srcId="{4809896A-82A9-4A1B-8ACD-5F87036735A8}" destId="{D9DF9ABF-5836-4DCA-A2D8-27162C5F03E6}" srcOrd="1" destOrd="0" parTransId="{248A2DA3-3A84-480C-93BC-EA8EF85C0317}" sibTransId="{E1E6C9E3-0065-427A-B4DC-6CCC21794CC4}"/>
    <dgm:cxn modelId="{CE72E5E4-B014-4E6D-A471-2B0F66DADAAF}" type="presOf" srcId="{B013D883-EC07-4604-BE5A-1F233CB5523F}" destId="{C6805CC8-B65A-4C6B-9CD8-7D1D07917C3E}" srcOrd="0" destOrd="1" presId="urn:microsoft.com/office/officeart/2009/3/layout/StepUpProcess"/>
    <dgm:cxn modelId="{5CDCE379-0FC6-4DD7-B799-4482727F5097}" type="presParOf" srcId="{4EA94482-6865-4CF9-BC65-2BC9D833C083}" destId="{D16D9056-C1DB-45CA-B874-2116F9A4149A}" srcOrd="0" destOrd="0" presId="urn:microsoft.com/office/officeart/2009/3/layout/StepUpProcess"/>
    <dgm:cxn modelId="{744FC5AD-7A1C-48C9-ABEA-1EF8FDE98DD2}" type="presParOf" srcId="{D16D9056-C1DB-45CA-B874-2116F9A4149A}" destId="{A14C4D47-154D-4203-B1CF-C2E19A64270E}" srcOrd="0" destOrd="0" presId="urn:microsoft.com/office/officeart/2009/3/layout/StepUpProcess"/>
    <dgm:cxn modelId="{54FBD986-C60E-4F40-981A-650A1D4DBF03}" type="presParOf" srcId="{D16D9056-C1DB-45CA-B874-2116F9A4149A}" destId="{17569A68-5B18-4015-A3D1-6B6BE023977F}" srcOrd="1" destOrd="0" presId="urn:microsoft.com/office/officeart/2009/3/layout/StepUpProcess"/>
    <dgm:cxn modelId="{E3799348-0122-4D64-8898-40315EE81FC0}" type="presParOf" srcId="{D16D9056-C1DB-45CA-B874-2116F9A4149A}" destId="{5EA86A99-5C97-42B6-AC06-E4B75C76DEC8}" srcOrd="2" destOrd="0" presId="urn:microsoft.com/office/officeart/2009/3/layout/StepUpProcess"/>
    <dgm:cxn modelId="{DB00C7D4-56E8-4F25-89E0-847C280D9E9C}" type="presParOf" srcId="{4EA94482-6865-4CF9-BC65-2BC9D833C083}" destId="{A3F95419-7CE1-45CA-89BA-C558F3244E57}" srcOrd="1" destOrd="0" presId="urn:microsoft.com/office/officeart/2009/3/layout/StepUpProcess"/>
    <dgm:cxn modelId="{EFFB578F-323E-4470-95CD-A3B066DE6D46}" type="presParOf" srcId="{A3F95419-7CE1-45CA-89BA-C558F3244E57}" destId="{0D38714D-3F8A-4CCB-8DC1-B0A6D5BBE651}" srcOrd="0" destOrd="0" presId="urn:microsoft.com/office/officeart/2009/3/layout/StepUpProcess"/>
    <dgm:cxn modelId="{D0FD8836-38C5-4604-BC50-04DAA488B220}" type="presParOf" srcId="{4EA94482-6865-4CF9-BC65-2BC9D833C083}" destId="{A13866B8-3ABE-4560-B1C3-D6E2FB740AC0}" srcOrd="2" destOrd="0" presId="urn:microsoft.com/office/officeart/2009/3/layout/StepUpProcess"/>
    <dgm:cxn modelId="{857ED590-50BC-4050-AA4D-746E22C1AACB}" type="presParOf" srcId="{A13866B8-3ABE-4560-B1C3-D6E2FB740AC0}" destId="{782512C8-DE73-422A-9BFC-E11E8E8347E5}" srcOrd="0" destOrd="0" presId="urn:microsoft.com/office/officeart/2009/3/layout/StepUpProcess"/>
    <dgm:cxn modelId="{E4D7EA9A-021B-4492-A2F2-E707F16FF382}" type="presParOf" srcId="{A13866B8-3ABE-4560-B1C3-D6E2FB740AC0}" destId="{C6805CC8-B65A-4C6B-9CD8-7D1D07917C3E}" srcOrd="1" destOrd="0" presId="urn:microsoft.com/office/officeart/2009/3/layout/StepUpProcess"/>
    <dgm:cxn modelId="{6ED02EB3-0B43-44DB-9D4E-7AB2E68039A6}" type="presParOf" srcId="{A13866B8-3ABE-4560-B1C3-D6E2FB740AC0}" destId="{26EFD8F5-E660-44A5-916F-A238F21FC3E7}" srcOrd="2" destOrd="0" presId="urn:microsoft.com/office/officeart/2009/3/layout/StepUpProcess"/>
    <dgm:cxn modelId="{85A2B741-8A0A-4362-8CE8-A8D72B9589CB}" type="presParOf" srcId="{4EA94482-6865-4CF9-BC65-2BC9D833C083}" destId="{B5457C36-E586-496F-A2F5-8722E9F3D175}" srcOrd="3" destOrd="0" presId="urn:microsoft.com/office/officeart/2009/3/layout/StepUpProcess"/>
    <dgm:cxn modelId="{E0C8A3D8-34D0-431C-B671-4B886BF36C56}" type="presParOf" srcId="{B5457C36-E586-496F-A2F5-8722E9F3D175}" destId="{8303E041-B3E0-457E-B89B-8645F0554901}" srcOrd="0" destOrd="0" presId="urn:microsoft.com/office/officeart/2009/3/layout/StepUpProcess"/>
    <dgm:cxn modelId="{CA4D53C6-9BE1-48C0-B872-728D0E7316F6}" type="presParOf" srcId="{4EA94482-6865-4CF9-BC65-2BC9D833C083}" destId="{8D9EB075-DDFF-41A0-9B28-4F7F1254C765}" srcOrd="4" destOrd="0" presId="urn:microsoft.com/office/officeart/2009/3/layout/StepUpProcess"/>
    <dgm:cxn modelId="{F47A4E19-6EE9-4EC2-9029-559B66695CCF}" type="presParOf" srcId="{8D9EB075-DDFF-41A0-9B28-4F7F1254C765}" destId="{59F990DF-88C0-485C-86C0-F473925DC52B}" srcOrd="0" destOrd="0" presId="urn:microsoft.com/office/officeart/2009/3/layout/StepUpProcess"/>
    <dgm:cxn modelId="{5CE4E2E0-F083-4A36-94C8-04B74F1C866F}" type="presParOf" srcId="{8D9EB075-DDFF-41A0-9B28-4F7F1254C765}" destId="{4F096E9F-B270-42E7-B9BA-3F789027B489}" srcOrd="1" destOrd="0" presId="urn:microsoft.com/office/officeart/2009/3/layout/StepUpProcess"/>
    <dgm:cxn modelId="{22C92961-27EB-42C1-8A2C-1FD3CE57A6DB}" type="presParOf" srcId="{8D9EB075-DDFF-41A0-9B28-4F7F1254C765}" destId="{10AAAC54-3C71-4457-9713-DA33FCFB0BEF}" srcOrd="2" destOrd="0" presId="urn:microsoft.com/office/officeart/2009/3/layout/StepUpProcess"/>
    <dgm:cxn modelId="{CFB60733-C8D2-4DA4-BB83-E130627075D5}" type="presParOf" srcId="{4EA94482-6865-4CF9-BC65-2BC9D833C083}" destId="{B0CCCCC0-510B-4A3F-A874-80BDB33F6C4E}" srcOrd="5" destOrd="0" presId="urn:microsoft.com/office/officeart/2009/3/layout/StepUpProcess"/>
    <dgm:cxn modelId="{3BEAB5A7-328A-408B-A87E-995958DC920C}" type="presParOf" srcId="{B0CCCCC0-510B-4A3F-A874-80BDB33F6C4E}" destId="{B3AAC888-4D2F-481A-A323-9D18445A3E55}" srcOrd="0" destOrd="0" presId="urn:microsoft.com/office/officeart/2009/3/layout/StepUpProcess"/>
    <dgm:cxn modelId="{9C6AA299-B5F4-4D23-A50B-EA0BF2E3C40F}" type="presParOf" srcId="{4EA94482-6865-4CF9-BC65-2BC9D833C083}" destId="{7A5CF0BA-C4BB-4E0F-999D-A72927F08829}" srcOrd="6" destOrd="0" presId="urn:microsoft.com/office/officeart/2009/3/layout/StepUpProcess"/>
    <dgm:cxn modelId="{F9C699AB-02A2-43D7-8428-7F7416D08F88}" type="presParOf" srcId="{7A5CF0BA-C4BB-4E0F-999D-A72927F08829}" destId="{C34388D8-9AB1-406F-A965-540825132628}" srcOrd="0" destOrd="0" presId="urn:microsoft.com/office/officeart/2009/3/layout/StepUpProcess"/>
    <dgm:cxn modelId="{DB4B052D-6441-43AD-9968-026C5290FCEC}" type="presParOf" srcId="{7A5CF0BA-C4BB-4E0F-999D-A72927F08829}" destId="{DB6040B4-B799-4F32-97DA-B3DF1EBD9D04}"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C4D47-154D-4203-B1CF-C2E19A64270E}">
      <dsp:nvSpPr>
        <dsp:cNvPr id="0" name=""/>
        <dsp:cNvSpPr/>
      </dsp:nvSpPr>
      <dsp:spPr>
        <a:xfrm rot="5400000">
          <a:off x="681712" y="2278214"/>
          <a:ext cx="2028080" cy="3374679"/>
        </a:xfrm>
        <a:prstGeom prst="corner">
          <a:avLst>
            <a:gd name="adj1" fmla="val 16120"/>
            <a:gd name="adj2" fmla="val 16110"/>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cap="flat" cmpd="sng" algn="ctr">
          <a:solidFill>
            <a:schemeClr val="accent1">
              <a:shade val="95000"/>
              <a:satMod val="105000"/>
            </a:schemeClr>
          </a:solidFill>
          <a:prstDash val="solid"/>
        </a:ln>
        <a:effectLst>
          <a:outerShdw blurRad="40000" dist="23000" dir="5400000" rotWithShape="0">
            <a:srgbClr val="000000">
              <a:alpha val="35000"/>
            </a:srgbClr>
          </a:outerShdw>
        </a:effectLst>
      </dsp:spPr>
      <dsp:style>
        <a:lnRef idx="1">
          <a:schemeClr val="accent1"/>
        </a:lnRef>
        <a:fillRef idx="3">
          <a:schemeClr val="accent1"/>
        </a:fillRef>
        <a:effectRef idx="2">
          <a:schemeClr val="accent1"/>
        </a:effectRef>
        <a:fontRef idx="minor">
          <a:schemeClr val="lt1"/>
        </a:fontRef>
      </dsp:style>
    </dsp:sp>
    <dsp:sp modelId="{17569A68-5B18-4015-A3D1-6B6BE023977F}">
      <dsp:nvSpPr>
        <dsp:cNvPr id="0" name=""/>
        <dsp:cNvSpPr/>
      </dsp:nvSpPr>
      <dsp:spPr>
        <a:xfrm>
          <a:off x="343175" y="3286516"/>
          <a:ext cx="3046679" cy="2670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600200">
            <a:lnSpc>
              <a:spcPct val="90000"/>
            </a:lnSpc>
            <a:spcBef>
              <a:spcPct val="0"/>
            </a:spcBef>
            <a:spcAft>
              <a:spcPct val="35000"/>
            </a:spcAft>
            <a:buNone/>
          </a:pPr>
          <a:r>
            <a:rPr lang="en-US" sz="3600" b="1" kern="1200" dirty="0"/>
            <a:t>1998 (HIPAA)</a:t>
          </a:r>
        </a:p>
        <a:p>
          <a:pPr marL="228600" lvl="1" indent="-228600" algn="l" defTabSz="889000">
            <a:lnSpc>
              <a:spcPct val="90000"/>
            </a:lnSpc>
            <a:spcBef>
              <a:spcPct val="0"/>
            </a:spcBef>
            <a:spcAft>
              <a:spcPct val="15000"/>
            </a:spcAft>
            <a:buChar char="•"/>
          </a:pPr>
          <a:r>
            <a:rPr lang="en-US" sz="2000" kern="1200" spc="65">
              <a:latin typeface="+mn-lt"/>
              <a:cs typeface="Times New Roman"/>
            </a:rPr>
            <a:t>Insurance portability &amp; fraud prevention.</a:t>
          </a:r>
          <a:endParaRPr lang="en-US" sz="2300" kern="1200" dirty="0">
            <a:latin typeface="+mn-lt"/>
          </a:endParaRPr>
        </a:p>
      </dsp:txBody>
      <dsp:txXfrm>
        <a:off x="343175" y="3286516"/>
        <a:ext cx="3046679" cy="2670593"/>
      </dsp:txXfrm>
    </dsp:sp>
    <dsp:sp modelId="{5EA86A99-5C97-42B6-AC06-E4B75C76DEC8}">
      <dsp:nvSpPr>
        <dsp:cNvPr id="0" name=""/>
        <dsp:cNvSpPr/>
      </dsp:nvSpPr>
      <dsp:spPr>
        <a:xfrm>
          <a:off x="2815010" y="2029766"/>
          <a:ext cx="574845" cy="574845"/>
        </a:xfrm>
        <a:prstGeom prst="triangle">
          <a:avLst>
            <a:gd name="adj" fmla="val 100000"/>
          </a:avLst>
        </a:prstGeom>
        <a:solidFill>
          <a:schemeClr val="lt1"/>
        </a:solidFill>
        <a:ln w="254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sp>
    <dsp:sp modelId="{782512C8-DE73-422A-9BFC-E11E8E8347E5}">
      <dsp:nvSpPr>
        <dsp:cNvPr id="0" name=""/>
        <dsp:cNvSpPr/>
      </dsp:nvSpPr>
      <dsp:spPr>
        <a:xfrm rot="5400000">
          <a:off x="4411444" y="1355288"/>
          <a:ext cx="2028080" cy="3374679"/>
        </a:xfrm>
        <a:prstGeom prst="corner">
          <a:avLst>
            <a:gd name="adj1" fmla="val 16120"/>
            <a:gd name="adj2" fmla="val 16110"/>
          </a:avLst>
        </a:prstGeom>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cap="flat" cmpd="sng" algn="ctr">
          <a:solidFill>
            <a:schemeClr val="accent4">
              <a:shade val="95000"/>
              <a:satMod val="105000"/>
            </a:schemeClr>
          </a:solidFill>
          <a:prstDash val="solid"/>
        </a:ln>
        <a:effectLst>
          <a:outerShdw blurRad="40000" dist="23000" dir="5400000" rotWithShape="0">
            <a:srgbClr val="000000">
              <a:alpha val="35000"/>
            </a:srgbClr>
          </a:outerShdw>
        </a:effectLst>
      </dsp:spPr>
      <dsp:style>
        <a:lnRef idx="1">
          <a:schemeClr val="accent4"/>
        </a:lnRef>
        <a:fillRef idx="3">
          <a:schemeClr val="accent4"/>
        </a:fillRef>
        <a:effectRef idx="2">
          <a:schemeClr val="accent4"/>
        </a:effectRef>
        <a:fontRef idx="minor">
          <a:schemeClr val="lt1"/>
        </a:fontRef>
      </dsp:style>
    </dsp:sp>
    <dsp:sp modelId="{C6805CC8-B65A-4C6B-9CD8-7D1D07917C3E}">
      <dsp:nvSpPr>
        <dsp:cNvPr id="0" name=""/>
        <dsp:cNvSpPr/>
      </dsp:nvSpPr>
      <dsp:spPr>
        <a:xfrm>
          <a:off x="4072907" y="2363590"/>
          <a:ext cx="3046679" cy="2670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600200">
            <a:lnSpc>
              <a:spcPct val="90000"/>
            </a:lnSpc>
            <a:spcBef>
              <a:spcPct val="0"/>
            </a:spcBef>
            <a:spcAft>
              <a:spcPct val="35000"/>
            </a:spcAft>
            <a:buNone/>
          </a:pPr>
          <a:r>
            <a:rPr lang="en-US" sz="3600" b="1" kern="1200" dirty="0"/>
            <a:t>2009 (HITECH</a:t>
          </a:r>
        </a:p>
        <a:p>
          <a:pPr marL="228600" lvl="1" indent="-228600" algn="l" defTabSz="889000">
            <a:lnSpc>
              <a:spcPct val="90000"/>
            </a:lnSpc>
            <a:spcBef>
              <a:spcPct val="0"/>
            </a:spcBef>
            <a:spcAft>
              <a:spcPct val="15000"/>
            </a:spcAft>
            <a:buChar char="•"/>
          </a:pPr>
          <a:r>
            <a:rPr lang="en-US" sz="2000" kern="1200" dirty="0"/>
            <a:t>Electronic Health Records (EHR) &amp; enforcement.</a:t>
          </a:r>
        </a:p>
      </dsp:txBody>
      <dsp:txXfrm>
        <a:off x="4072907" y="2363590"/>
        <a:ext cx="3046679" cy="2670593"/>
      </dsp:txXfrm>
    </dsp:sp>
    <dsp:sp modelId="{26EFD8F5-E660-44A5-916F-A238F21FC3E7}">
      <dsp:nvSpPr>
        <dsp:cNvPr id="0" name=""/>
        <dsp:cNvSpPr/>
      </dsp:nvSpPr>
      <dsp:spPr>
        <a:xfrm>
          <a:off x="6544741" y="1106840"/>
          <a:ext cx="574845" cy="574845"/>
        </a:xfrm>
        <a:prstGeom prst="triangle">
          <a:avLst>
            <a:gd name="adj" fmla="val 100000"/>
          </a:avLst>
        </a:prstGeom>
        <a:solidFill>
          <a:schemeClr val="lt1"/>
        </a:solidFill>
        <a:ln w="25400" cap="flat" cmpd="sng" algn="ctr">
          <a:solidFill>
            <a:schemeClr val="accent6"/>
          </a:solidFill>
          <a:prstDash val="solid"/>
        </a:ln>
        <a:effectLst/>
      </dsp:spPr>
      <dsp:style>
        <a:lnRef idx="2">
          <a:schemeClr val="accent6"/>
        </a:lnRef>
        <a:fillRef idx="1">
          <a:schemeClr val="lt1"/>
        </a:fillRef>
        <a:effectRef idx="0">
          <a:schemeClr val="accent6"/>
        </a:effectRef>
        <a:fontRef idx="minor">
          <a:schemeClr val="dk1"/>
        </a:fontRef>
      </dsp:style>
    </dsp:sp>
    <dsp:sp modelId="{59F990DF-88C0-485C-86C0-F473925DC52B}">
      <dsp:nvSpPr>
        <dsp:cNvPr id="0" name=""/>
        <dsp:cNvSpPr/>
      </dsp:nvSpPr>
      <dsp:spPr>
        <a:xfrm rot="5400000">
          <a:off x="8141175" y="432362"/>
          <a:ext cx="2028080" cy="3374679"/>
        </a:xfrm>
        <a:prstGeom prst="corner">
          <a:avLst>
            <a:gd name="adj1" fmla="val 16120"/>
            <a:gd name="adj2" fmla="val 1611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sp>
    <dsp:sp modelId="{4F096E9F-B270-42E7-B9BA-3F789027B489}">
      <dsp:nvSpPr>
        <dsp:cNvPr id="0" name=""/>
        <dsp:cNvSpPr/>
      </dsp:nvSpPr>
      <dsp:spPr>
        <a:xfrm>
          <a:off x="7802638" y="1440665"/>
          <a:ext cx="3046679" cy="2670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600200">
            <a:lnSpc>
              <a:spcPct val="90000"/>
            </a:lnSpc>
            <a:spcBef>
              <a:spcPct val="0"/>
            </a:spcBef>
            <a:spcAft>
              <a:spcPct val="35000"/>
            </a:spcAft>
            <a:buNone/>
          </a:pPr>
          <a:r>
            <a:rPr lang="en-US" sz="3600" b="1" kern="1200" dirty="0"/>
            <a:t>2013 (Omnibus Rule)</a:t>
          </a:r>
        </a:p>
        <a:p>
          <a:pPr marL="228600" lvl="1" indent="-228600" algn="l" defTabSz="889000">
            <a:lnSpc>
              <a:spcPct val="90000"/>
            </a:lnSpc>
            <a:spcBef>
              <a:spcPct val="0"/>
            </a:spcBef>
            <a:spcAft>
              <a:spcPct val="15000"/>
            </a:spcAft>
            <a:buChar char="•"/>
          </a:pPr>
          <a:r>
            <a:rPr lang="en-US" sz="2000" kern="1200" dirty="0"/>
            <a:t>Liability extended to Business Associates (vendors).</a:t>
          </a:r>
        </a:p>
        <a:p>
          <a:pPr marL="228600" lvl="1" indent="-228600" algn="l" defTabSz="889000">
            <a:lnSpc>
              <a:spcPct val="90000"/>
            </a:lnSpc>
            <a:spcBef>
              <a:spcPct val="0"/>
            </a:spcBef>
            <a:spcAft>
              <a:spcPct val="15000"/>
            </a:spcAft>
            <a:buChar char="•"/>
          </a:pPr>
          <a:endParaRPr lang="en-US" sz="2000" kern="1200"/>
        </a:p>
      </dsp:txBody>
      <dsp:txXfrm>
        <a:off x="7802638" y="1440665"/>
        <a:ext cx="3046679" cy="2670593"/>
      </dsp:txXfrm>
    </dsp:sp>
    <dsp:sp modelId="{10AAAC54-3C71-4457-9713-DA33FCFB0BEF}">
      <dsp:nvSpPr>
        <dsp:cNvPr id="0" name=""/>
        <dsp:cNvSpPr/>
      </dsp:nvSpPr>
      <dsp:spPr>
        <a:xfrm>
          <a:off x="10274473" y="183915"/>
          <a:ext cx="574845" cy="574845"/>
        </a:xfrm>
        <a:prstGeom prst="triangle">
          <a:avLst>
            <a:gd name="adj" fmla="val 100000"/>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sp>
    <dsp:sp modelId="{C34388D8-9AB1-406F-A965-540825132628}">
      <dsp:nvSpPr>
        <dsp:cNvPr id="0" name=""/>
        <dsp:cNvSpPr/>
      </dsp:nvSpPr>
      <dsp:spPr>
        <a:xfrm rot="5400000">
          <a:off x="11870907" y="-490562"/>
          <a:ext cx="2028080" cy="3374679"/>
        </a:xfrm>
        <a:prstGeom prst="corner">
          <a:avLst>
            <a:gd name="adj1" fmla="val 16120"/>
            <a:gd name="adj2" fmla="val 16110"/>
          </a:avLst>
        </a:prstGeom>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w="9525" cap="flat" cmpd="sng" algn="ctr">
          <a:solidFill>
            <a:schemeClr val="accent3">
              <a:shade val="95000"/>
              <a:satMod val="105000"/>
            </a:schemeClr>
          </a:solidFill>
          <a:prstDash val="solid"/>
        </a:ln>
        <a:effectLst>
          <a:outerShdw blurRad="40000" dist="23000" dir="5400000" rotWithShape="0">
            <a:srgbClr val="000000">
              <a:alpha val="35000"/>
            </a:srgbClr>
          </a:outerShdw>
        </a:effectLst>
      </dsp:spPr>
      <dsp:style>
        <a:lnRef idx="1">
          <a:schemeClr val="accent3"/>
        </a:lnRef>
        <a:fillRef idx="3">
          <a:schemeClr val="accent3"/>
        </a:fillRef>
        <a:effectRef idx="2">
          <a:schemeClr val="accent3"/>
        </a:effectRef>
        <a:fontRef idx="minor">
          <a:schemeClr val="lt1"/>
        </a:fontRef>
      </dsp:style>
    </dsp:sp>
    <dsp:sp modelId="{DB6040B4-B799-4F32-97DA-B3DF1EBD9D04}">
      <dsp:nvSpPr>
        <dsp:cNvPr id="0" name=""/>
        <dsp:cNvSpPr/>
      </dsp:nvSpPr>
      <dsp:spPr>
        <a:xfrm>
          <a:off x="11532370" y="517739"/>
          <a:ext cx="3046679" cy="2670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1" kern="1200" dirty="0"/>
            <a:t>2024/26 (New Rules)</a:t>
          </a:r>
        </a:p>
        <a:p>
          <a:pPr marL="228600" lvl="1" indent="-228600" algn="l" defTabSz="977900">
            <a:lnSpc>
              <a:spcPct val="90000"/>
            </a:lnSpc>
            <a:spcBef>
              <a:spcPct val="0"/>
            </a:spcBef>
            <a:spcAft>
              <a:spcPct val="15000"/>
            </a:spcAft>
            <a:buChar char="•"/>
          </a:pPr>
          <a:r>
            <a:rPr lang="en-US" sz="2200" b="1" kern="1200" dirty="0">
              <a:solidFill>
                <a:srgbClr val="C00000"/>
              </a:solidFill>
              <a:latin typeface="+mn-lt"/>
              <a:cs typeface="Times New Roman"/>
            </a:rPr>
            <a:t>Reproductive</a:t>
          </a:r>
          <a:r>
            <a:rPr lang="en-US" sz="2200" b="1" kern="1200" spc="25" dirty="0">
              <a:solidFill>
                <a:srgbClr val="C00000"/>
              </a:solidFill>
              <a:latin typeface="+mn-lt"/>
              <a:cs typeface="Times New Roman"/>
            </a:rPr>
            <a:t>  </a:t>
          </a:r>
          <a:r>
            <a:rPr lang="en-US" sz="2200" b="1" kern="1200" spc="55" dirty="0">
              <a:solidFill>
                <a:srgbClr val="C00000"/>
              </a:solidFill>
              <a:latin typeface="+mn-lt"/>
              <a:cs typeface="Times New Roman"/>
            </a:rPr>
            <a:t>Health privacy</a:t>
          </a:r>
          <a:r>
            <a:rPr lang="en-US" sz="2200" b="1" kern="1200" dirty="0">
              <a:solidFill>
                <a:srgbClr val="C00000"/>
              </a:solidFill>
              <a:latin typeface="+mn-lt"/>
              <a:cs typeface="Times New Roman"/>
            </a:rPr>
            <a:t> </a:t>
          </a:r>
          <a:r>
            <a:rPr lang="en-US" sz="2200" kern="1200" spc="-175" dirty="0">
              <a:solidFill>
                <a:schemeClr val="tx1"/>
              </a:solidFill>
              <a:latin typeface="+mn-lt"/>
              <a:cs typeface="Times New Roman"/>
            </a:rPr>
            <a:t>&amp;</a:t>
          </a:r>
          <a:r>
            <a:rPr lang="en-US" sz="2200" kern="1200" spc="-330" dirty="0">
              <a:solidFill>
                <a:srgbClr val="C00000"/>
              </a:solidFill>
              <a:latin typeface="+mn-lt"/>
              <a:cs typeface="Times New Roman"/>
            </a:rPr>
            <a:t> </a:t>
          </a:r>
          <a:r>
            <a:rPr lang="en-US" sz="2200" b="1" kern="1200" spc="80" dirty="0">
              <a:solidFill>
                <a:srgbClr val="C00000"/>
              </a:solidFill>
              <a:latin typeface="+mn-lt"/>
              <a:cs typeface="Times New Roman"/>
            </a:rPr>
            <a:t>Substance </a:t>
          </a:r>
          <a:r>
            <a:rPr lang="en-US" sz="2200" b="1" kern="1200" spc="50" dirty="0">
              <a:solidFill>
                <a:srgbClr val="C00000"/>
              </a:solidFill>
              <a:latin typeface="+mn-lt"/>
              <a:cs typeface="Times New Roman"/>
            </a:rPr>
            <a:t>Abuse</a:t>
          </a:r>
          <a:r>
            <a:rPr lang="en-US" sz="2200" b="1" kern="1200" spc="-70" dirty="0">
              <a:solidFill>
                <a:srgbClr val="C00000"/>
              </a:solidFill>
              <a:latin typeface="+mn-lt"/>
              <a:cs typeface="Times New Roman"/>
            </a:rPr>
            <a:t> </a:t>
          </a:r>
          <a:r>
            <a:rPr lang="en-US" sz="2200" kern="1200" spc="90" dirty="0">
              <a:latin typeface="+mn-lt"/>
              <a:cs typeface="Times New Roman"/>
            </a:rPr>
            <a:t>alignment</a:t>
          </a:r>
          <a:r>
            <a:rPr lang="en-US" sz="2200" kern="1200" spc="80" dirty="0">
              <a:latin typeface="+mn-lt"/>
              <a:cs typeface="Times New Roman"/>
            </a:rPr>
            <a:t> </a:t>
          </a:r>
          <a:r>
            <a:rPr lang="en-US" sz="2200" b="1" kern="1200" spc="30" dirty="0">
              <a:solidFill>
                <a:srgbClr val="C00000"/>
              </a:solidFill>
              <a:latin typeface="+mn-lt"/>
              <a:cs typeface="Times New Roman"/>
            </a:rPr>
            <a:t>(42 </a:t>
          </a:r>
          <a:r>
            <a:rPr lang="en-US" sz="2200" b="1" kern="1200" spc="-200" dirty="0">
              <a:solidFill>
                <a:srgbClr val="C00000"/>
              </a:solidFill>
              <a:latin typeface="+mn-lt"/>
              <a:cs typeface="Times New Roman"/>
            </a:rPr>
            <a:t>CFR</a:t>
          </a:r>
          <a:r>
            <a:rPr lang="en-US" sz="2200" b="1" kern="1200" spc="85" dirty="0">
              <a:solidFill>
                <a:srgbClr val="C00000"/>
              </a:solidFill>
              <a:latin typeface="+mn-lt"/>
              <a:cs typeface="Times New Roman"/>
            </a:rPr>
            <a:t> </a:t>
          </a:r>
          <a:r>
            <a:rPr lang="en-US" sz="2200" b="1" kern="1200" dirty="0">
              <a:solidFill>
                <a:srgbClr val="C00000"/>
              </a:solidFill>
              <a:latin typeface="+mn-lt"/>
              <a:cs typeface="Times New Roman"/>
            </a:rPr>
            <a:t>Part</a:t>
          </a:r>
          <a:r>
            <a:rPr lang="en-US" sz="2200" b="1" kern="1200" spc="-5" dirty="0">
              <a:solidFill>
                <a:srgbClr val="C00000"/>
              </a:solidFill>
              <a:latin typeface="+mn-lt"/>
              <a:cs typeface="Times New Roman"/>
            </a:rPr>
            <a:t> </a:t>
          </a:r>
          <a:r>
            <a:rPr lang="en-US" sz="2200" b="1" kern="1200" spc="-25" dirty="0">
              <a:solidFill>
                <a:srgbClr val="C00000"/>
              </a:solidFill>
              <a:latin typeface="+mn-lt"/>
              <a:cs typeface="Times New Roman"/>
            </a:rPr>
            <a:t>2).</a:t>
          </a:r>
          <a:endParaRPr lang="en-US" sz="2200" kern="1200" dirty="0">
            <a:solidFill>
              <a:srgbClr val="C00000"/>
            </a:solidFill>
            <a:latin typeface="+mn-lt"/>
          </a:endParaRPr>
        </a:p>
      </dsp:txBody>
      <dsp:txXfrm>
        <a:off x="11532370" y="517739"/>
        <a:ext cx="3046679" cy="2670593"/>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57237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9898063" y="0"/>
            <a:ext cx="7572375" cy="488950"/>
          </a:xfrm>
          <a:prstGeom prst="rect">
            <a:avLst/>
          </a:prstGeom>
        </p:spPr>
        <p:txBody>
          <a:bodyPr vert="horz" lIns="91440" tIns="45720" rIns="91440" bIns="45720" rtlCol="0"/>
          <a:lstStyle>
            <a:lvl1pPr algn="r">
              <a:defRPr sz="1200"/>
            </a:lvl1pPr>
          </a:lstStyle>
          <a:p>
            <a:fld id="{A2C908E2-5AC2-41D6-A796-02FD89014C8D}" type="datetimeFigureOut">
              <a:rPr lang="en-US" smtClean="0"/>
              <a:t>1/22/2026</a:t>
            </a:fld>
            <a:endParaRPr lang="en-US"/>
          </a:p>
        </p:txBody>
      </p:sp>
      <p:sp>
        <p:nvSpPr>
          <p:cNvPr id="4" name="Slide Image Placeholder 3"/>
          <p:cNvSpPr>
            <a:spLocks noGrp="1" noRot="1" noChangeAspect="1"/>
          </p:cNvSpPr>
          <p:nvPr>
            <p:ph type="sldImg" idx="2"/>
          </p:nvPr>
        </p:nvSpPr>
        <p:spPr>
          <a:xfrm>
            <a:off x="5788025" y="1219200"/>
            <a:ext cx="5899150"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747838" y="4694238"/>
            <a:ext cx="1397952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757237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9898063" y="9264650"/>
            <a:ext cx="7572375" cy="488950"/>
          </a:xfrm>
          <a:prstGeom prst="rect">
            <a:avLst/>
          </a:prstGeom>
        </p:spPr>
        <p:txBody>
          <a:bodyPr vert="horz" lIns="91440" tIns="45720" rIns="91440" bIns="45720" rtlCol="0" anchor="b"/>
          <a:lstStyle>
            <a:lvl1pPr algn="r">
              <a:defRPr sz="1200"/>
            </a:lvl1pPr>
          </a:lstStyle>
          <a:p>
            <a:fld id="{8606FAC9-6A64-4CAD-A64D-0D4DF3F40DDF}" type="slidenum">
              <a:rPr lang="en-US" smtClean="0"/>
              <a:t>‹#›</a:t>
            </a:fld>
            <a:endParaRPr lang="en-US"/>
          </a:p>
        </p:txBody>
      </p:sp>
    </p:spTree>
    <p:extLst>
      <p:ext uri="{BB962C8B-B14F-4D97-AF65-F5344CB8AC3E}">
        <p14:creationId xmlns:p14="http://schemas.microsoft.com/office/powerpoint/2010/main" val="2968064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 Annual HIPAA &amp; Security Training. Mandatory Operational Training for Clinical &amp; Support Staff.</a:t>
            </a:r>
          </a:p>
        </p:txBody>
      </p:sp>
      <p:sp>
        <p:nvSpPr>
          <p:cNvPr id="4" name="Slide Number Placeholder 3"/>
          <p:cNvSpPr>
            <a:spLocks noGrp="1"/>
          </p:cNvSpPr>
          <p:nvPr>
            <p:ph type="sldNum" sz="quarter" idx="5"/>
          </p:nvPr>
        </p:nvSpPr>
        <p:spPr/>
        <p:txBody>
          <a:bodyPr/>
          <a:lstStyle/>
          <a:p>
            <a:fld id="{8606FAC9-6A64-4CAD-A64D-0D4DF3F40DDF}" type="slidenum">
              <a:rPr lang="en-US" smtClean="0"/>
              <a:t>1</a:t>
            </a:fld>
            <a:endParaRPr lang="en-US"/>
          </a:p>
        </p:txBody>
      </p:sp>
    </p:spTree>
    <p:extLst>
      <p:ext uri="{BB962C8B-B14F-4D97-AF65-F5344CB8AC3E}">
        <p14:creationId xmlns:p14="http://schemas.microsoft.com/office/powerpoint/2010/main" val="505889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to our 2026 Annual HIPAA and Security Training. This year, our focus is "The Shield of Patient Trust". We are covering more than just federal law; we are looking at specific Florida statutes and major 2024/2026 regulatory updates that impact our daily operations. This training is mandatory for all clinical and support staff, and your attestation is required upon completion.</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2</a:t>
            </a:fld>
            <a:endParaRPr lang="en-US"/>
          </a:p>
        </p:txBody>
      </p:sp>
    </p:spTree>
    <p:extLst>
      <p:ext uri="{BB962C8B-B14F-4D97-AF65-F5344CB8AC3E}">
        <p14:creationId xmlns:p14="http://schemas.microsoft.com/office/powerpoint/2010/main" val="3572915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 we take this so seriously? </a:t>
            </a:r>
          </a:p>
          <a:p>
            <a:r>
              <a:rPr lang="en-US" sz="1200" kern="1200">
                <a:solidFill>
                  <a:schemeClr val="tx1"/>
                </a:solidFill>
                <a:effectLst/>
                <a:latin typeface="+mn-lt"/>
                <a:ea typeface="+mn-ea"/>
                <a:cs typeface="+mn-cs"/>
              </a:rPr>
              <a:t>In healthcare</a:t>
            </a:r>
            <a:r>
              <a:rPr lang="en-US" sz="1200" kern="1200" dirty="0">
                <a:solidFill>
                  <a:schemeClr val="tx1"/>
                </a:solidFill>
                <a:effectLst/>
                <a:latin typeface="+mn-lt"/>
                <a:ea typeface="+mn-ea"/>
                <a:cs typeface="+mn-cs"/>
              </a:rPr>
              <a:t>, privacy isn't just a legal checkbox, it’s a clinical tool. </a:t>
            </a:r>
          </a:p>
          <a:p>
            <a:r>
              <a:rPr lang="en-US" sz="1200" kern="1200" dirty="0">
                <a:solidFill>
                  <a:schemeClr val="tx1"/>
                </a:solidFill>
                <a:effectLst/>
                <a:latin typeface="+mn-lt"/>
                <a:ea typeface="+mn-ea"/>
                <a:cs typeface="+mn-cs"/>
              </a:rPr>
              <a:t>If a patient doesn't trust us with their data, they won't trust us with their honest history. A breach in our environment can destroy a person's livelihood and their recovery. We protect data so we can protect people.</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3</a:t>
            </a:fld>
            <a:endParaRPr lang="en-US"/>
          </a:p>
        </p:txBody>
      </p:sp>
    </p:spTree>
    <p:extLst>
      <p:ext uri="{BB962C8B-B14F-4D97-AF65-F5344CB8AC3E}">
        <p14:creationId xmlns:p14="http://schemas.microsoft.com/office/powerpoint/2010/main" val="3979641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exactly are we protecting? PHI is any information relating to a patient's health or payment that can identify them. This includes direct identifiers like name and SSN, service identifiers like medical record numbers, and even technical data like IP addresses. Please remember, even "hallway talk" or simply acknowledging a patient’s presence in an addiction clinic is considered PHI and must be protected.</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4</a:t>
            </a:fld>
            <a:endParaRPr lang="en-US"/>
          </a:p>
        </p:txBody>
      </p:sp>
    </p:spTree>
    <p:extLst>
      <p:ext uri="{BB962C8B-B14F-4D97-AF65-F5344CB8AC3E}">
        <p14:creationId xmlns:p14="http://schemas.microsoft.com/office/powerpoint/2010/main" val="1224761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Think of Privacy and Security as two distinct pillars. The </a:t>
            </a:r>
            <a:r>
              <a:rPr lang="en-US" sz="1200" b="1" kern="1200" dirty="0">
                <a:solidFill>
                  <a:schemeClr val="tx1"/>
                </a:solidFill>
                <a:effectLst/>
                <a:latin typeface="+mn-lt"/>
                <a:ea typeface="+mn-ea"/>
                <a:cs typeface="+mn-cs"/>
              </a:rPr>
              <a:t>Privacy Rule</a:t>
            </a:r>
            <a:r>
              <a:rPr lang="en-US" sz="1200" kern="1200" dirty="0">
                <a:solidFill>
                  <a:schemeClr val="tx1"/>
                </a:solidFill>
                <a:effectLst/>
                <a:latin typeface="+mn-lt"/>
                <a:ea typeface="+mn-ea"/>
                <a:cs typeface="+mn-cs"/>
              </a:rPr>
              <a:t> is the "Who and Why“, it sets the policies on who is authorized to see data. The </a:t>
            </a:r>
            <a:r>
              <a:rPr lang="en-US" sz="1200" b="1" kern="1200" dirty="0">
                <a:solidFill>
                  <a:schemeClr val="tx1"/>
                </a:solidFill>
                <a:effectLst/>
                <a:latin typeface="+mn-lt"/>
                <a:ea typeface="+mn-ea"/>
                <a:cs typeface="+mn-cs"/>
              </a:rPr>
              <a:t>Security Rule</a:t>
            </a:r>
            <a:r>
              <a:rPr lang="en-US" sz="1200" kern="1200" dirty="0">
                <a:solidFill>
                  <a:schemeClr val="tx1"/>
                </a:solidFill>
                <a:effectLst/>
                <a:latin typeface="+mn-lt"/>
                <a:ea typeface="+mn-ea"/>
                <a:cs typeface="+mn-cs"/>
              </a:rPr>
              <a:t> is the "How“, it focuses on the technical locks we use to protect electronic data, like encryption and firewalls. Simply put, Privacy is the policy; Security is the lock on the door.</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5</a:t>
            </a:fld>
            <a:endParaRPr lang="en-US"/>
          </a:p>
        </p:txBody>
      </p:sp>
    </p:spTree>
    <p:extLst>
      <p:ext uri="{BB962C8B-B14F-4D97-AF65-F5344CB8AC3E}">
        <p14:creationId xmlns:p14="http://schemas.microsoft.com/office/powerpoint/2010/main" val="34515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Patients have specific rights regarding their data, including the right to inspect, amend, and request an accounting of who has seen their information. To ensure they understand these rights, every patient must be offered our Notice of Privacy Practices, or NPP, on their first visit. We must have a signed acknowledgement of this on file.</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6</a:t>
            </a:fld>
            <a:endParaRPr lang="en-US"/>
          </a:p>
        </p:txBody>
      </p:sp>
    </p:spTree>
    <p:extLst>
      <p:ext uri="{BB962C8B-B14F-4D97-AF65-F5344CB8AC3E}">
        <p14:creationId xmlns:p14="http://schemas.microsoft.com/office/powerpoint/2010/main" val="1070885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When handling PHI, always follow the "Minimum Necessary" standard. Only use or disclose the specific amount of information needed for the task at hand. Ask yourself: is this "Need to Know" or just "Nice to Know"?. Remember, every action you take with patient data has a ripple effect. Let's look at some real-world verdicts. Doctors and nurses sharing history for care is allowed. However, violations occur when billing sends full clinical notes instead of just a code, or when staff discuss a patient by name in a waiting room. The biggest violation? Accessing a colleague’s or family member’s record out of curiosity. This is a termination offense.</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7</a:t>
            </a:fld>
            <a:endParaRPr lang="en-US"/>
          </a:p>
        </p:txBody>
      </p:sp>
    </p:spTree>
    <p:extLst>
      <p:ext uri="{BB962C8B-B14F-4D97-AF65-F5344CB8AC3E}">
        <p14:creationId xmlns:p14="http://schemas.microsoft.com/office/powerpoint/2010/main" val="2335340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major 2024/2026 update involves </a:t>
            </a:r>
            <a:r>
              <a:rPr lang="en-US" sz="1200" b="1" kern="1200" dirty="0">
                <a:solidFill>
                  <a:schemeClr val="tx1"/>
                </a:solidFill>
                <a:effectLst/>
                <a:latin typeface="+mn-lt"/>
                <a:ea typeface="+mn-ea"/>
                <a:cs typeface="+mn-cs"/>
              </a:rPr>
              <a:t>Reproductive Health Privacy</a:t>
            </a:r>
            <a:r>
              <a:rPr lang="en-US" sz="1200" kern="1200" dirty="0">
                <a:solidFill>
                  <a:schemeClr val="tx1"/>
                </a:solidFill>
                <a:effectLst/>
                <a:latin typeface="+mn-lt"/>
                <a:ea typeface="+mn-ea"/>
                <a:cs typeface="+mn-cs"/>
              </a:rPr>
              <a:t>. As of December 2024, PHI related to lawful reproductive care cannot be used for investigations or to impose liability.  We are now strictly prohibited from disclosing PHI related to lawful reproductive care for the purpose of legal investigations. You must now obtain a signed attestation for such requests, even from law enforcement, confirming they are not for prohibited purposes. Our NPP must be updated to reflect this by February 16, 2026.</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8</a:t>
            </a:fld>
            <a:endParaRPr lang="en-US"/>
          </a:p>
        </p:txBody>
      </p:sp>
    </p:spTree>
    <p:extLst>
      <p:ext uri="{BB962C8B-B14F-4D97-AF65-F5344CB8AC3E}">
        <p14:creationId xmlns:p14="http://schemas.microsoft.com/office/powerpoint/2010/main" val="2083686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Florida law adds extra layers. Under </a:t>
            </a:r>
            <a:r>
              <a:rPr lang="en-US" sz="1200" b="1" spc="45" dirty="0">
                <a:solidFill>
                  <a:srgbClr val="031D41"/>
                </a:solidFill>
                <a:latin typeface="Arial"/>
                <a:cs typeface="Arial"/>
              </a:rPr>
              <a:t>Florida</a:t>
            </a:r>
            <a:r>
              <a:rPr lang="en-US" sz="1200" b="1" dirty="0">
                <a:solidFill>
                  <a:srgbClr val="031D41"/>
                </a:solidFill>
                <a:latin typeface="Arial"/>
                <a:cs typeface="Arial"/>
              </a:rPr>
              <a:t> </a:t>
            </a:r>
            <a:r>
              <a:rPr lang="en-US" sz="1200" b="1" spc="75" dirty="0">
                <a:solidFill>
                  <a:srgbClr val="031D41"/>
                </a:solidFill>
                <a:latin typeface="Arial"/>
                <a:cs typeface="Arial"/>
              </a:rPr>
              <a:t>Information </a:t>
            </a:r>
            <a:r>
              <a:rPr lang="en-US" sz="1200" b="1" spc="100" dirty="0">
                <a:solidFill>
                  <a:srgbClr val="031D41"/>
                </a:solidFill>
                <a:latin typeface="Arial"/>
                <a:cs typeface="Arial"/>
              </a:rPr>
              <a:t>Protection</a:t>
            </a:r>
            <a:r>
              <a:rPr lang="en-US" sz="1200" b="1" spc="85" dirty="0">
                <a:solidFill>
                  <a:srgbClr val="031D41"/>
                </a:solidFill>
                <a:latin typeface="Arial"/>
                <a:cs typeface="Arial"/>
              </a:rPr>
              <a:t> </a:t>
            </a:r>
            <a:r>
              <a:rPr lang="en-US" sz="1200" b="1" spc="100" dirty="0">
                <a:solidFill>
                  <a:srgbClr val="031D41"/>
                </a:solidFill>
                <a:latin typeface="Arial"/>
                <a:cs typeface="Arial"/>
              </a:rPr>
              <a:t>Act or </a:t>
            </a:r>
            <a:r>
              <a:rPr lang="en-US" sz="1200" kern="1200" dirty="0">
                <a:solidFill>
                  <a:schemeClr val="tx1"/>
                </a:solidFill>
                <a:effectLst/>
                <a:latin typeface="+mn-lt"/>
                <a:ea typeface="+mn-ea"/>
                <a:cs typeface="+mn-cs"/>
              </a:rPr>
              <a:t>FIPA, personal info is defined more broadly to include usernames and security answers. Crucially, while HIPAA gives us 60 days to report a breach, </a:t>
            </a:r>
            <a:r>
              <a:rPr lang="en-US" sz="1200" b="1" kern="1200" dirty="0">
                <a:solidFill>
                  <a:schemeClr val="tx1"/>
                </a:solidFill>
                <a:effectLst/>
                <a:latin typeface="+mn-lt"/>
                <a:ea typeface="+mn-ea"/>
                <a:cs typeface="+mn-cs"/>
              </a:rPr>
              <a:t>Florida requires notification within 30 days</a:t>
            </a:r>
            <a:r>
              <a:rPr lang="en-US" sz="1200" kern="1200" dirty="0">
                <a:solidFill>
                  <a:schemeClr val="tx1"/>
                </a:solidFill>
                <a:effectLst/>
                <a:latin typeface="+mn-lt"/>
                <a:ea typeface="+mn-ea"/>
                <a:cs typeface="+mn-cs"/>
              </a:rPr>
              <a:t>. If a breach affects more than 500 people, we must also notify major media outlets in the area.</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9</a:t>
            </a:fld>
            <a:endParaRPr lang="en-US"/>
          </a:p>
        </p:txBody>
      </p:sp>
    </p:spTree>
    <p:extLst>
      <p:ext uri="{BB962C8B-B14F-4D97-AF65-F5344CB8AC3E}">
        <p14:creationId xmlns:p14="http://schemas.microsoft.com/office/powerpoint/2010/main" val="2615844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password is your digital signature—never share it. Our policy requires a minimum of 12 characters; we recommend using a passphrase like "Correct-Horse-Battery-Staple" for complexity. Also, secure your workstation, use the Windows Key + L to lock your screen every time you step away, and never let others "piggyback" on your login.</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10</a:t>
            </a:fld>
            <a:endParaRPr lang="en-US"/>
          </a:p>
        </p:txBody>
      </p:sp>
    </p:spTree>
    <p:extLst>
      <p:ext uri="{BB962C8B-B14F-4D97-AF65-F5344CB8AC3E}">
        <p14:creationId xmlns:p14="http://schemas.microsoft.com/office/powerpoint/2010/main" val="4218602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Communication is a high-risk area. Never use personal email for PHI; use only encrypted organizational accounts. Standard SMS texting is not secure, only use approved messaging apps. Additionally, do not take patient photos on personal phones and only use clinic-issued, encrypted USB drives. Similarly, cloud storage like Dropbox is banned unless we have a formal Business Associate Agreement (BAA) in place.</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11</a:t>
            </a:fld>
            <a:endParaRPr lang="en-US"/>
          </a:p>
        </p:txBody>
      </p:sp>
    </p:spTree>
    <p:extLst>
      <p:ext uri="{BB962C8B-B14F-4D97-AF65-F5344CB8AC3E}">
        <p14:creationId xmlns:p14="http://schemas.microsoft.com/office/powerpoint/2010/main" val="1990601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 alert for </a:t>
            </a:r>
            <a:r>
              <a:rPr lang="en-US" sz="1200" b="1" kern="1200" dirty="0">
                <a:solidFill>
                  <a:schemeClr val="tx1"/>
                </a:solidFill>
                <a:effectLst/>
                <a:latin typeface="+mn-lt"/>
                <a:ea typeface="+mn-ea"/>
                <a:cs typeface="+mn-cs"/>
              </a:rPr>
              <a:t>Social Engineering</a:t>
            </a:r>
            <a:r>
              <a:rPr lang="en-US" sz="1200" kern="1200" dirty="0">
                <a:solidFill>
                  <a:schemeClr val="tx1"/>
                </a:solidFill>
                <a:effectLst/>
                <a:latin typeface="+mn-lt"/>
                <a:ea typeface="+mn-ea"/>
                <a:cs typeface="+mn-cs"/>
              </a:rPr>
              <a:t>. You are our "Human Firewall". Be on high alert for phishing emails that show a sense of urgency, mismatched URLs, or unexpected attachments. Watch out for physical engineering too, such as people "tailgating" through secure doors. If something looks suspicious, do not forward it, call IT immediately.</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12</a:t>
            </a:fld>
            <a:endParaRPr lang="en-US"/>
          </a:p>
        </p:txBody>
      </p:sp>
    </p:spTree>
    <p:extLst>
      <p:ext uri="{BB962C8B-B14F-4D97-AF65-F5344CB8AC3E}">
        <p14:creationId xmlns:p14="http://schemas.microsoft.com/office/powerpoint/2010/main" val="4109891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Any vendor that touches PHI, billing, IT, or shredding, is a </a:t>
            </a:r>
            <a:r>
              <a:rPr lang="en-US" sz="1200" b="1" kern="1200" dirty="0">
                <a:solidFill>
                  <a:schemeClr val="tx1"/>
                </a:solidFill>
                <a:effectLst/>
                <a:latin typeface="+mn-lt"/>
                <a:ea typeface="+mn-ea"/>
                <a:cs typeface="+mn-cs"/>
              </a:rPr>
              <a:t>Business Associate</a:t>
            </a:r>
            <a:r>
              <a:rPr lang="en-US" sz="1200" kern="1200" dirty="0">
                <a:solidFill>
                  <a:schemeClr val="tx1"/>
                </a:solidFill>
                <a:effectLst/>
                <a:latin typeface="+mn-lt"/>
                <a:ea typeface="+mn-ea"/>
                <a:cs typeface="+mn-cs"/>
              </a:rPr>
              <a:t>. We cannot share data with them until a BAA is signed. If you "See Something, Say Something". Report all incidents to our Privacy Officer, </a:t>
            </a:r>
            <a:r>
              <a:rPr lang="en-US" sz="1200" b="1" kern="1200" dirty="0">
                <a:solidFill>
                  <a:schemeClr val="tx1"/>
                </a:solidFill>
                <a:effectLst/>
                <a:latin typeface="+mn-lt"/>
                <a:ea typeface="+mn-ea"/>
                <a:cs typeface="+mn-cs"/>
              </a:rPr>
              <a:t>Soha Ahmed</a:t>
            </a:r>
            <a:r>
              <a:rPr lang="en-US" sz="1200" kern="1200" dirty="0">
                <a:solidFill>
                  <a:schemeClr val="tx1"/>
                </a:solidFill>
                <a:effectLst/>
                <a:latin typeface="+mn-lt"/>
                <a:ea typeface="+mn-ea"/>
                <a:cs typeface="+mn-cs"/>
              </a:rPr>
              <a:t>. We have a strict non-retaliation policy for all good-faith reports.</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13</a:t>
            </a:fld>
            <a:endParaRPr lang="en-US"/>
          </a:p>
        </p:txBody>
      </p:sp>
    </p:spTree>
    <p:extLst>
      <p:ext uri="{BB962C8B-B14F-4D97-AF65-F5344CB8AC3E}">
        <p14:creationId xmlns:p14="http://schemas.microsoft.com/office/powerpoint/2010/main" val="2883929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breach is any impermissible use of PHI that compromises privacy. Under the Omnibus Rule, we must operate under a "Presumption of Guilt“, any error is presumed to be a breach unless we can prove a low probability of compromise. Examples include a lost laptop, a fax sent to the wrong number, or even workplace gossip.</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14</a:t>
            </a:fld>
            <a:endParaRPr lang="en-US"/>
          </a:p>
        </p:txBody>
      </p:sp>
    </p:spTree>
    <p:extLst>
      <p:ext uri="{BB962C8B-B14F-4D97-AF65-F5344CB8AC3E}">
        <p14:creationId xmlns:p14="http://schemas.microsoft.com/office/powerpoint/2010/main" val="3859965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Please ensure you understand the difference between privacy and security, the new reproductive health rules, and our password requirements. Privacy is policy, Security is the lock. Use 12+ character passwords, watch for phishing, and follow the 30-day Florida notification rule. </a:t>
            </a:r>
          </a:p>
        </p:txBody>
      </p:sp>
      <p:sp>
        <p:nvSpPr>
          <p:cNvPr id="4" name="Slide Number Placeholder 3"/>
          <p:cNvSpPr>
            <a:spLocks noGrp="1"/>
          </p:cNvSpPr>
          <p:nvPr>
            <p:ph type="sldNum" sz="quarter" idx="5"/>
          </p:nvPr>
        </p:nvSpPr>
        <p:spPr/>
        <p:txBody>
          <a:bodyPr/>
          <a:lstStyle/>
          <a:p>
            <a:fld id="{8606FAC9-6A64-4CAD-A64D-0D4DF3F40DDF}" type="slidenum">
              <a:rPr lang="en-US" smtClean="0"/>
              <a:t>15</a:t>
            </a:fld>
            <a:endParaRPr lang="en-US"/>
          </a:p>
        </p:txBody>
      </p:sp>
    </p:spTree>
    <p:extLst>
      <p:ext uri="{BB962C8B-B14F-4D97-AF65-F5344CB8AC3E}">
        <p14:creationId xmlns:p14="http://schemas.microsoft.com/office/powerpoint/2010/main" val="136532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mandatory next steps are to complete the training quiz, sign the attestation statement, and submit your certificate to HR or the Front Desk immediately. Compliance protects our patients, our clinic, and you.</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Thank you for your time and attention.</a:t>
            </a:r>
            <a:endParaRPr lang="en-US" dirty="0"/>
          </a:p>
        </p:txBody>
      </p:sp>
      <p:sp>
        <p:nvSpPr>
          <p:cNvPr id="4" name="Slide Number Placeholder 3"/>
          <p:cNvSpPr>
            <a:spLocks noGrp="1"/>
          </p:cNvSpPr>
          <p:nvPr>
            <p:ph type="sldNum" sz="quarter" idx="5"/>
          </p:nvPr>
        </p:nvSpPr>
        <p:spPr/>
        <p:txBody>
          <a:bodyPr/>
          <a:lstStyle/>
          <a:p>
            <a:fld id="{8606FAC9-6A64-4CAD-A64D-0D4DF3F40DDF}" type="slidenum">
              <a:rPr lang="en-US" smtClean="0"/>
              <a:t>16</a:t>
            </a:fld>
            <a:endParaRPr lang="en-US"/>
          </a:p>
        </p:txBody>
      </p:sp>
    </p:spTree>
    <p:extLst>
      <p:ext uri="{BB962C8B-B14F-4D97-AF65-F5344CB8AC3E}">
        <p14:creationId xmlns:p14="http://schemas.microsoft.com/office/powerpoint/2010/main" val="757491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10640" y="3023616"/>
            <a:ext cx="14853920" cy="2048255"/>
          </a:xfrm>
          <a:prstGeom prst="rect">
            <a:avLst/>
          </a:prstGeom>
        </p:spPr>
        <p:txBody>
          <a:bodyPr wrap="square" lIns="0" tIns="0" rIns="0" bIns="0">
            <a:spAutoFit/>
          </a:bodyPr>
          <a:lstStyle>
            <a:lvl1pPr>
              <a:defRPr sz="6000" b="1" i="0">
                <a:solidFill>
                  <a:srgbClr val="05264B"/>
                </a:solidFill>
                <a:latin typeface="Arial"/>
                <a:cs typeface="Arial"/>
              </a:defRPr>
            </a:lvl1pPr>
          </a:lstStyle>
          <a:p>
            <a:endParaRPr/>
          </a:p>
        </p:txBody>
      </p:sp>
      <p:sp>
        <p:nvSpPr>
          <p:cNvPr id="3" name="Holder 3"/>
          <p:cNvSpPr>
            <a:spLocks noGrp="1"/>
          </p:cNvSpPr>
          <p:nvPr>
            <p:ph type="subTitle" idx="4"/>
          </p:nvPr>
        </p:nvSpPr>
        <p:spPr>
          <a:xfrm>
            <a:off x="2621280" y="5462016"/>
            <a:ext cx="12232640" cy="2438400"/>
          </a:xfrm>
          <a:prstGeom prst="rect">
            <a:avLst/>
          </a:prstGeom>
        </p:spPr>
        <p:txBody>
          <a:bodyPr wrap="square" lIns="0" tIns="0" rIns="0" bIns="0">
            <a:spAutoFit/>
          </a:bodyPr>
          <a:lstStyle>
            <a:lvl1pPr>
              <a:defRPr sz="2950" b="0" i="0">
                <a:solidFill>
                  <a:srgbClr val="161618"/>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rgbClr val="05264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950" b="0" i="0">
                <a:solidFill>
                  <a:srgbClr val="161618"/>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
        <p:nvSpPr>
          <p:cNvPr id="7" name="object 17">
            <a:extLst>
              <a:ext uri="{FF2B5EF4-FFF2-40B4-BE49-F238E27FC236}">
                <a16:creationId xmlns:a16="http://schemas.microsoft.com/office/drawing/2014/main" id="{B2E0F84A-633C-86FC-10CA-F15D91FE765E}"/>
              </a:ext>
            </a:extLst>
          </p:cNvPr>
          <p:cNvSpPr txBox="1"/>
          <p:nvPr userDrawn="1"/>
        </p:nvSpPr>
        <p:spPr>
          <a:xfrm>
            <a:off x="-243041" y="3199902"/>
            <a:ext cx="17221200" cy="375744"/>
          </a:xfrm>
          <a:prstGeom prst="rect">
            <a:avLst/>
          </a:prstGeom>
        </p:spPr>
        <p:txBody>
          <a:bodyPr vert="horz" wrap="square" lIns="0" tIns="13970" rIns="0" bIns="0" rtlCol="0">
            <a:spAutoFit/>
          </a:bodyPr>
          <a:lstStyle/>
          <a:p>
            <a:pPr marL="12700" algn="ctr">
              <a:lnSpc>
                <a:spcPct val="100000"/>
              </a:lnSpc>
              <a:spcBef>
                <a:spcPts val="110"/>
              </a:spcBef>
            </a:pPr>
            <a:r>
              <a:rPr lang="en-US" sz="2350" b="1" dirty="0">
                <a:solidFill>
                  <a:schemeClr val="tx1">
                    <a:lumMod val="50000"/>
                    <a:lumOff val="50000"/>
                  </a:schemeClr>
                </a:solidFill>
                <a:latin typeface="+mn-lt"/>
                <a:cs typeface="Times New Roman"/>
              </a:rPr>
              <a:t>Copyright 2026 Transworld Medical Management, LLC. All rights reserved.  | transworldmm.com</a:t>
            </a:r>
            <a:endParaRPr sz="1350" dirty="0">
              <a:solidFill>
                <a:schemeClr val="tx1">
                  <a:lumMod val="50000"/>
                  <a:lumOff val="50000"/>
                </a:schemeClr>
              </a:solidFill>
              <a:latin typeface="+mn-lt"/>
              <a:cs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rgbClr val="05264B"/>
                </a:solidFill>
                <a:latin typeface="Arial"/>
                <a:cs typeface="Arial"/>
              </a:defRPr>
            </a:lvl1pPr>
          </a:lstStyle>
          <a:p>
            <a:endParaRPr/>
          </a:p>
        </p:txBody>
      </p:sp>
      <p:sp>
        <p:nvSpPr>
          <p:cNvPr id="3" name="Holder 3"/>
          <p:cNvSpPr>
            <a:spLocks noGrp="1"/>
          </p:cNvSpPr>
          <p:nvPr>
            <p:ph sz="half" idx="2"/>
          </p:nvPr>
        </p:nvSpPr>
        <p:spPr>
          <a:xfrm>
            <a:off x="993479" y="2259871"/>
            <a:ext cx="7489825" cy="51320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9005002" y="2259871"/>
            <a:ext cx="7489825" cy="5132070"/>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rgbClr val="05264B"/>
                </a:solidFill>
                <a:latin typeface="Arial"/>
                <a:cs typeface="Arial"/>
              </a:defRPr>
            </a:lvl1pPr>
          </a:lstStyle>
          <a:p>
            <a:endParaRPr/>
          </a:p>
        </p:txBody>
      </p:sp>
      <p:sp>
        <p:nvSpPr>
          <p:cNvPr id="3" name="Holder 3"/>
          <p:cNvSpPr>
            <a:spLocks noGrp="1"/>
          </p:cNvSpPr>
          <p:nvPr>
            <p:ph type="ftr" sz="quarter" idx="5"/>
          </p:nvPr>
        </p:nvSpPr>
        <p:spPr>
          <a:xfrm>
            <a:off x="5986735" y="9070848"/>
            <a:ext cx="5592064" cy="487680"/>
          </a:xfr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964094" y="9070848"/>
            <a:ext cx="4019296" cy="487680"/>
          </a:xfrm>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
        <p:nvSpPr>
          <p:cNvPr id="5" name="object 17">
            <a:extLst>
              <a:ext uri="{FF2B5EF4-FFF2-40B4-BE49-F238E27FC236}">
                <a16:creationId xmlns:a16="http://schemas.microsoft.com/office/drawing/2014/main" id="{1818A32D-E3AF-4F0C-F7DE-5A912717BEB5}"/>
              </a:ext>
            </a:extLst>
          </p:cNvPr>
          <p:cNvSpPr txBox="1"/>
          <p:nvPr userDrawn="1"/>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964094" y="319484"/>
            <a:ext cx="14806930" cy="1930400"/>
          </a:xfrm>
          <a:prstGeom prst="rect">
            <a:avLst/>
          </a:prstGeom>
        </p:spPr>
        <p:txBody>
          <a:bodyPr wrap="square" lIns="0" tIns="0" rIns="0" bIns="0">
            <a:spAutoFit/>
          </a:bodyPr>
          <a:lstStyle>
            <a:lvl1pPr>
              <a:defRPr sz="6000" b="1" i="0">
                <a:solidFill>
                  <a:srgbClr val="05264B"/>
                </a:solidFill>
                <a:latin typeface="Arial"/>
                <a:cs typeface="Arial"/>
              </a:defRPr>
            </a:lvl1pPr>
          </a:lstStyle>
          <a:p>
            <a:endParaRPr/>
          </a:p>
        </p:txBody>
      </p:sp>
      <p:sp>
        <p:nvSpPr>
          <p:cNvPr id="3" name="Holder 3"/>
          <p:cNvSpPr>
            <a:spLocks noGrp="1"/>
          </p:cNvSpPr>
          <p:nvPr>
            <p:ph type="body" idx="1"/>
          </p:nvPr>
        </p:nvSpPr>
        <p:spPr>
          <a:xfrm>
            <a:off x="1168845" y="4474864"/>
            <a:ext cx="7161530" cy="3898900"/>
          </a:xfrm>
          <a:prstGeom prst="rect">
            <a:avLst/>
          </a:prstGeom>
        </p:spPr>
        <p:txBody>
          <a:bodyPr wrap="square" lIns="0" tIns="0" rIns="0" bIns="0">
            <a:spAutoFit/>
          </a:bodyPr>
          <a:lstStyle>
            <a:lvl1pPr>
              <a:defRPr sz="2950" b="0" i="0">
                <a:solidFill>
                  <a:srgbClr val="161618"/>
                </a:solidFill>
                <a:latin typeface="Times New Roman"/>
                <a:cs typeface="Times New Roman"/>
              </a:defRPr>
            </a:lvl1pPr>
          </a:lstStyle>
          <a:p>
            <a:endParaRPr/>
          </a:p>
        </p:txBody>
      </p:sp>
      <p:sp>
        <p:nvSpPr>
          <p:cNvPr id="4" name="Holder 4"/>
          <p:cNvSpPr>
            <a:spLocks noGrp="1"/>
          </p:cNvSpPr>
          <p:nvPr>
            <p:ph type="ftr" sz="quarter" idx="5"/>
          </p:nvPr>
        </p:nvSpPr>
        <p:spPr>
          <a:xfrm>
            <a:off x="5941568" y="9070848"/>
            <a:ext cx="5592064" cy="4876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873760" y="9070848"/>
            <a:ext cx="4019296"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a:xfrm>
            <a:off x="12582144" y="9070848"/>
            <a:ext cx="4019296"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
        <p:nvSpPr>
          <p:cNvPr id="8" name="object 17">
            <a:extLst>
              <a:ext uri="{FF2B5EF4-FFF2-40B4-BE49-F238E27FC236}">
                <a16:creationId xmlns:a16="http://schemas.microsoft.com/office/drawing/2014/main" id="{E27E260A-3981-345B-8BA9-155AA4389D8A}"/>
              </a:ext>
            </a:extLst>
          </p:cNvPr>
          <p:cNvSpPr txBox="1"/>
          <p:nvPr userDrawn="1"/>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9.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mailto:support@microsft-updates.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openxmlformats.org/officeDocument/2006/relationships/image" Target="../media/image44.jpg"/><Relationship Id="rId7" Type="http://schemas.openxmlformats.org/officeDocument/2006/relationships/image" Target="../media/image48.svg"/><Relationship Id="rId12"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svg"/><Relationship Id="rId5" Type="http://schemas.openxmlformats.org/officeDocument/2006/relationships/image" Target="../media/image46.svg"/><Relationship Id="rId15" Type="http://schemas.openxmlformats.org/officeDocument/2006/relationships/image" Target="../media/image56.sv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svg"/><Relationship Id="rId14" Type="http://schemas.openxmlformats.org/officeDocument/2006/relationships/image" Target="../media/image55.png"/></Relationships>
</file>

<file path=ppt/slides/_rels/slide14.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57.png"/><Relationship Id="rId7"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58.png"/><Relationship Id="rId10" Type="http://schemas.microsoft.com/office/2007/relationships/hdphoto" Target="../media/hdphoto7.wdp"/><Relationship Id="rId4" Type="http://schemas.microsoft.com/office/2007/relationships/hdphoto" Target="../media/hdphoto4.wdp"/><Relationship Id="rId9" Type="http://schemas.openxmlformats.org/officeDocument/2006/relationships/image" Target="../media/image60.png"/></Relationships>
</file>

<file path=ppt/slides/_rels/slide15.xml.rels><?xml version="1.0" encoding="UTF-8" standalone="yes"?>
<Relationships xmlns="http://schemas.openxmlformats.org/package/2006/relationships"><Relationship Id="rId3" Type="http://schemas.openxmlformats.org/officeDocument/2006/relationships/hyperlink" Target="mailto:sahmed@apcare.net" TargetMode="External"/><Relationship Id="rId7" Type="http://schemas.openxmlformats.org/officeDocument/2006/relationships/image" Target="../media/image64.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sv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3" descr="$PPTXTitle">
            <a:extLst>
              <a:ext uri="{FF2B5EF4-FFF2-40B4-BE49-F238E27FC236}">
                <a16:creationId xmlns:a16="http://schemas.microsoft.com/office/drawing/2014/main" id="{120EFB9A-4A38-7436-6B5E-5BD2F4922033}"/>
              </a:ext>
            </a:extLst>
          </p:cNvPr>
          <p:cNvSpPr txBox="1">
            <a:spLocks/>
          </p:cNvSpPr>
          <p:nvPr/>
        </p:nvSpPr>
        <p:spPr>
          <a:xfrm>
            <a:off x="1196477" y="2216898"/>
            <a:ext cx="15255875" cy="1059815"/>
          </a:xfrm>
          <a:prstGeom prst="rect">
            <a:avLst/>
          </a:prstGeom>
        </p:spPr>
        <p:txBody>
          <a:bodyPr vert="horz" wrap="square" lIns="0" tIns="17145" rIns="0" bIns="0" rtlCol="0">
            <a:spAutoFit/>
          </a:bodyPr>
          <a:lstStyle>
            <a:lvl1pPr>
              <a:defRPr sz="6000" b="1" i="0">
                <a:solidFill>
                  <a:srgbClr val="05264B"/>
                </a:solidFill>
                <a:latin typeface="Arial"/>
                <a:ea typeface="+mj-ea"/>
                <a:cs typeface="Arial"/>
              </a:defRPr>
            </a:lvl1pPr>
          </a:lstStyle>
          <a:p>
            <a:pPr marL="12700">
              <a:spcBef>
                <a:spcPts val="135"/>
              </a:spcBef>
            </a:pPr>
            <a:r>
              <a:rPr lang="en-US" spc="515" dirty="0">
                <a:solidFill>
                  <a:srgbClr val="032346"/>
                </a:solidFill>
              </a:rPr>
              <a:t>202</a:t>
            </a:r>
            <a:r>
              <a:rPr lang="en-US" sz="6250" spc="515" dirty="0">
                <a:solidFill>
                  <a:srgbClr val="032346"/>
                </a:solidFill>
              </a:rPr>
              <a:t>6</a:t>
            </a:r>
            <a:r>
              <a:rPr lang="en-US" sz="6250" spc="-70" dirty="0">
                <a:solidFill>
                  <a:srgbClr val="032346"/>
                </a:solidFill>
              </a:rPr>
              <a:t> </a:t>
            </a:r>
            <a:r>
              <a:rPr lang="en-US" sz="6250" dirty="0">
                <a:solidFill>
                  <a:srgbClr val="032346"/>
                </a:solidFill>
              </a:rPr>
              <a:t>Annual</a:t>
            </a:r>
            <a:r>
              <a:rPr lang="en-US" sz="6250" spc="-60" dirty="0">
                <a:solidFill>
                  <a:srgbClr val="032346"/>
                </a:solidFill>
              </a:rPr>
              <a:t> </a:t>
            </a:r>
            <a:r>
              <a:rPr lang="en-US" sz="6250" dirty="0">
                <a:solidFill>
                  <a:srgbClr val="032346"/>
                </a:solidFill>
              </a:rPr>
              <a:t>HIPAA</a:t>
            </a:r>
            <a:r>
              <a:rPr lang="en-US" sz="6250" spc="-95" dirty="0">
                <a:solidFill>
                  <a:srgbClr val="032346"/>
                </a:solidFill>
              </a:rPr>
              <a:t> </a:t>
            </a:r>
            <a:r>
              <a:rPr lang="en-US" sz="6750" spc="-1070" dirty="0">
                <a:solidFill>
                  <a:srgbClr val="032346"/>
                </a:solidFill>
                <a:latin typeface="Times New Roman"/>
                <a:cs typeface="Times New Roman"/>
              </a:rPr>
              <a:t>&amp;</a:t>
            </a:r>
            <a:r>
              <a:rPr lang="en-US" sz="6750" spc="-490" dirty="0">
                <a:solidFill>
                  <a:srgbClr val="032346"/>
                </a:solidFill>
                <a:latin typeface="Times New Roman"/>
                <a:cs typeface="Times New Roman"/>
              </a:rPr>
              <a:t> </a:t>
            </a:r>
            <a:r>
              <a:rPr lang="en-US" sz="6250" spc="114" dirty="0">
                <a:solidFill>
                  <a:srgbClr val="032346"/>
                </a:solidFill>
              </a:rPr>
              <a:t>Security</a:t>
            </a:r>
            <a:r>
              <a:rPr lang="en-US" sz="6250" spc="5" dirty="0">
                <a:solidFill>
                  <a:srgbClr val="032346"/>
                </a:solidFill>
              </a:rPr>
              <a:t> </a:t>
            </a:r>
            <a:r>
              <a:rPr lang="en-US" sz="6250" spc="-10" dirty="0">
                <a:solidFill>
                  <a:srgbClr val="032346"/>
                </a:solidFill>
              </a:rPr>
              <a:t>Training</a:t>
            </a:r>
            <a:endParaRPr lang="en-US" sz="6250" dirty="0">
              <a:latin typeface="Times New Roman"/>
              <a:cs typeface="Times New Roman"/>
            </a:endParaRPr>
          </a:p>
        </p:txBody>
      </p:sp>
      <p:sp>
        <p:nvSpPr>
          <p:cNvPr id="5" name="object 14">
            <a:extLst>
              <a:ext uri="{FF2B5EF4-FFF2-40B4-BE49-F238E27FC236}">
                <a16:creationId xmlns:a16="http://schemas.microsoft.com/office/drawing/2014/main" id="{223410A5-7058-5C69-CEA4-03DF2F0AAC8F}"/>
              </a:ext>
            </a:extLst>
          </p:cNvPr>
          <p:cNvSpPr txBox="1"/>
          <p:nvPr/>
        </p:nvSpPr>
        <p:spPr>
          <a:xfrm>
            <a:off x="3019508" y="3165957"/>
            <a:ext cx="11436181" cy="1694053"/>
          </a:xfrm>
          <a:prstGeom prst="rect">
            <a:avLst/>
          </a:prstGeom>
        </p:spPr>
        <p:txBody>
          <a:bodyPr vert="horz" wrap="square" lIns="0" tIns="242570" rIns="0" bIns="0" rtlCol="0">
            <a:spAutoFit/>
          </a:bodyPr>
          <a:lstStyle/>
          <a:p>
            <a:pPr marR="11430" algn="ctr">
              <a:lnSpc>
                <a:spcPct val="100000"/>
              </a:lnSpc>
              <a:spcBef>
                <a:spcPts val="1910"/>
              </a:spcBef>
            </a:pPr>
            <a:r>
              <a:rPr sz="5400" b="1" dirty="0">
                <a:solidFill>
                  <a:srgbClr val="032346"/>
                </a:solidFill>
                <a:latin typeface="Arial"/>
                <a:cs typeface="Arial"/>
              </a:rPr>
              <a:t>The</a:t>
            </a:r>
            <a:r>
              <a:rPr sz="5400" b="1" spc="-229" dirty="0">
                <a:solidFill>
                  <a:srgbClr val="032346"/>
                </a:solidFill>
                <a:latin typeface="Arial"/>
                <a:cs typeface="Arial"/>
              </a:rPr>
              <a:t> </a:t>
            </a:r>
            <a:r>
              <a:rPr sz="5400" b="1" spc="-155" dirty="0">
                <a:solidFill>
                  <a:srgbClr val="032346"/>
                </a:solidFill>
                <a:latin typeface="Arial"/>
                <a:cs typeface="Arial"/>
              </a:rPr>
              <a:t>Shield</a:t>
            </a:r>
            <a:r>
              <a:rPr sz="5400" b="1" spc="-100" dirty="0">
                <a:solidFill>
                  <a:srgbClr val="032346"/>
                </a:solidFill>
                <a:latin typeface="Arial"/>
                <a:cs typeface="Arial"/>
              </a:rPr>
              <a:t> </a:t>
            </a:r>
            <a:r>
              <a:rPr sz="5400" b="1" dirty="0">
                <a:solidFill>
                  <a:srgbClr val="032346"/>
                </a:solidFill>
                <a:latin typeface="Arial"/>
                <a:cs typeface="Arial"/>
              </a:rPr>
              <a:t>of</a:t>
            </a:r>
            <a:r>
              <a:rPr sz="5400" b="1" spc="-310" dirty="0">
                <a:solidFill>
                  <a:srgbClr val="032346"/>
                </a:solidFill>
                <a:latin typeface="Arial"/>
                <a:cs typeface="Arial"/>
              </a:rPr>
              <a:t> </a:t>
            </a:r>
            <a:r>
              <a:rPr sz="5400" b="1" spc="-45" dirty="0">
                <a:solidFill>
                  <a:srgbClr val="032346"/>
                </a:solidFill>
                <a:latin typeface="Arial"/>
                <a:cs typeface="Arial"/>
              </a:rPr>
              <a:t>Patient</a:t>
            </a:r>
            <a:r>
              <a:rPr sz="5400" b="1" spc="-80" dirty="0">
                <a:solidFill>
                  <a:srgbClr val="032346"/>
                </a:solidFill>
                <a:latin typeface="Arial"/>
                <a:cs typeface="Arial"/>
              </a:rPr>
              <a:t> </a:t>
            </a:r>
            <a:r>
              <a:rPr sz="5400" b="1" spc="-10" dirty="0">
                <a:solidFill>
                  <a:srgbClr val="032346"/>
                </a:solidFill>
                <a:latin typeface="Arial"/>
                <a:cs typeface="Arial"/>
              </a:rPr>
              <a:t>Trust</a:t>
            </a:r>
            <a:endParaRPr sz="5400" dirty="0">
              <a:latin typeface="Arial"/>
              <a:cs typeface="Arial"/>
            </a:endParaRPr>
          </a:p>
          <a:p>
            <a:pPr algn="ctr">
              <a:lnSpc>
                <a:spcPct val="100000"/>
              </a:lnSpc>
              <a:spcBef>
                <a:spcPts val="1100"/>
              </a:spcBef>
            </a:pPr>
            <a:r>
              <a:rPr sz="3100" b="1" spc="65" dirty="0">
                <a:solidFill>
                  <a:srgbClr val="0C0C0C"/>
                </a:solidFill>
                <a:latin typeface="Arial"/>
                <a:cs typeface="Arial"/>
              </a:rPr>
              <a:t>Mandatory</a:t>
            </a:r>
            <a:r>
              <a:rPr sz="3100" b="1" spc="204" dirty="0">
                <a:solidFill>
                  <a:srgbClr val="0C0C0C"/>
                </a:solidFill>
                <a:latin typeface="Arial"/>
                <a:cs typeface="Arial"/>
              </a:rPr>
              <a:t> </a:t>
            </a:r>
            <a:r>
              <a:rPr sz="3100" b="1" dirty="0">
                <a:solidFill>
                  <a:srgbClr val="0C0C0C"/>
                </a:solidFill>
                <a:latin typeface="Arial"/>
                <a:cs typeface="Arial"/>
              </a:rPr>
              <a:t>Operational</a:t>
            </a:r>
            <a:r>
              <a:rPr sz="3100" b="1" spc="80" dirty="0">
                <a:solidFill>
                  <a:srgbClr val="0C0C0C"/>
                </a:solidFill>
                <a:latin typeface="Arial"/>
                <a:cs typeface="Arial"/>
              </a:rPr>
              <a:t> </a:t>
            </a:r>
            <a:r>
              <a:rPr lang="en-US" sz="3100" b="1" dirty="0">
                <a:solidFill>
                  <a:srgbClr val="0C0C0C"/>
                </a:solidFill>
                <a:latin typeface="Arial"/>
                <a:cs typeface="Arial"/>
              </a:rPr>
              <a:t>Training</a:t>
            </a:r>
            <a:r>
              <a:rPr sz="3100" b="1" spc="125" dirty="0">
                <a:solidFill>
                  <a:srgbClr val="0C0C0C"/>
                </a:solidFill>
                <a:latin typeface="Arial"/>
                <a:cs typeface="Arial"/>
              </a:rPr>
              <a:t> </a:t>
            </a:r>
            <a:r>
              <a:rPr sz="3100" b="1" spc="60" dirty="0">
                <a:solidFill>
                  <a:srgbClr val="0C0C0C"/>
                </a:solidFill>
                <a:latin typeface="Arial"/>
                <a:cs typeface="Arial"/>
              </a:rPr>
              <a:t>for</a:t>
            </a:r>
            <a:r>
              <a:rPr sz="3100" b="1" spc="125" dirty="0">
                <a:solidFill>
                  <a:srgbClr val="0C0C0C"/>
                </a:solidFill>
                <a:latin typeface="Arial"/>
                <a:cs typeface="Arial"/>
              </a:rPr>
              <a:t> </a:t>
            </a:r>
            <a:r>
              <a:rPr sz="3100" b="1" dirty="0">
                <a:solidFill>
                  <a:srgbClr val="0C0C0C"/>
                </a:solidFill>
                <a:latin typeface="Arial"/>
                <a:cs typeface="Arial"/>
              </a:rPr>
              <a:t>Clinical</a:t>
            </a:r>
            <a:r>
              <a:rPr sz="3100" b="1" spc="75" dirty="0">
                <a:solidFill>
                  <a:srgbClr val="0C0C0C"/>
                </a:solidFill>
                <a:latin typeface="Arial"/>
                <a:cs typeface="Arial"/>
              </a:rPr>
              <a:t> </a:t>
            </a:r>
            <a:r>
              <a:rPr sz="3000" b="1" dirty="0">
                <a:solidFill>
                  <a:srgbClr val="0C0C0C"/>
                </a:solidFill>
                <a:latin typeface="Arial"/>
                <a:cs typeface="Arial"/>
              </a:rPr>
              <a:t>&amp;</a:t>
            </a:r>
            <a:r>
              <a:rPr sz="3000" b="1" spc="90" dirty="0">
                <a:solidFill>
                  <a:srgbClr val="0C0C0C"/>
                </a:solidFill>
                <a:latin typeface="Arial"/>
                <a:cs typeface="Arial"/>
              </a:rPr>
              <a:t> </a:t>
            </a:r>
            <a:r>
              <a:rPr sz="3100" b="1" dirty="0">
                <a:solidFill>
                  <a:srgbClr val="0C0C0C"/>
                </a:solidFill>
                <a:latin typeface="Arial"/>
                <a:cs typeface="Arial"/>
              </a:rPr>
              <a:t>Support</a:t>
            </a:r>
            <a:r>
              <a:rPr sz="3100" b="1" spc="295" dirty="0">
                <a:solidFill>
                  <a:srgbClr val="0C0C0C"/>
                </a:solidFill>
                <a:latin typeface="Arial"/>
                <a:cs typeface="Arial"/>
              </a:rPr>
              <a:t> </a:t>
            </a:r>
            <a:r>
              <a:rPr sz="3100" b="1" spc="-10" dirty="0">
                <a:solidFill>
                  <a:srgbClr val="0C0C0C"/>
                </a:solidFill>
                <a:latin typeface="Arial"/>
                <a:cs typeface="Arial"/>
              </a:rPr>
              <a:t>Staff</a:t>
            </a:r>
            <a:endParaRPr sz="3100" b="1" dirty="0">
              <a:latin typeface="Arial"/>
              <a:cs typeface="Arial"/>
            </a:endParaRPr>
          </a:p>
        </p:txBody>
      </p:sp>
      <p:pic>
        <p:nvPicPr>
          <p:cNvPr id="6" name="Picture 5">
            <a:extLst>
              <a:ext uri="{FF2B5EF4-FFF2-40B4-BE49-F238E27FC236}">
                <a16:creationId xmlns:a16="http://schemas.microsoft.com/office/drawing/2014/main" id="{15CDB202-C28F-59F5-2D15-1DF9AC743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9683" y="5060869"/>
            <a:ext cx="2475833" cy="2475833"/>
          </a:xfrm>
          <a:prstGeom prst="rect">
            <a:avLst/>
          </a:prstGeom>
        </p:spPr>
      </p:pic>
    </p:spTree>
    <p:extLst>
      <p:ext uri="{BB962C8B-B14F-4D97-AF65-F5344CB8AC3E}">
        <p14:creationId xmlns:p14="http://schemas.microsoft.com/office/powerpoint/2010/main" val="542120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71848719-58E7-732D-F80E-011FE34BE26A}"/>
              </a:ext>
            </a:extLst>
          </p:cNvPr>
          <p:cNvSpPr/>
          <p:nvPr/>
        </p:nvSpPr>
        <p:spPr>
          <a:xfrm>
            <a:off x="8899819" y="5570351"/>
            <a:ext cx="7713425" cy="312008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C2BEC78A-9E7A-0E2E-55A0-6BCDD0AB8FA8}"/>
              </a:ext>
            </a:extLst>
          </p:cNvPr>
          <p:cNvSpPr/>
          <p:nvPr/>
        </p:nvSpPr>
        <p:spPr>
          <a:xfrm>
            <a:off x="643175" y="5570351"/>
            <a:ext cx="7713425" cy="312008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7ADCD2F-5E5F-D5E1-9764-182F763735B6}"/>
              </a:ext>
            </a:extLst>
          </p:cNvPr>
          <p:cNvSpPr/>
          <p:nvPr/>
        </p:nvSpPr>
        <p:spPr>
          <a:xfrm>
            <a:off x="621404" y="307157"/>
            <a:ext cx="15991840" cy="486857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bject 13" descr="$PPTXTitle"/>
          <p:cNvSpPr txBox="1">
            <a:spLocks noGrp="1"/>
          </p:cNvSpPr>
          <p:nvPr>
            <p:ph type="title"/>
          </p:nvPr>
        </p:nvSpPr>
        <p:spPr>
          <a:xfrm>
            <a:off x="1126458" y="632254"/>
            <a:ext cx="15255875" cy="1059815"/>
          </a:xfrm>
          <a:prstGeom prst="rect">
            <a:avLst/>
          </a:prstGeom>
        </p:spPr>
        <p:txBody>
          <a:bodyPr vert="horz" wrap="square" lIns="0" tIns="17145" rIns="0" bIns="0" rtlCol="0">
            <a:spAutoFit/>
          </a:bodyPr>
          <a:lstStyle/>
          <a:p>
            <a:pPr marL="12700">
              <a:lnSpc>
                <a:spcPct val="100000"/>
              </a:lnSpc>
              <a:spcBef>
                <a:spcPts val="135"/>
              </a:spcBef>
            </a:pPr>
            <a:r>
              <a:rPr spc="515" dirty="0">
                <a:solidFill>
                  <a:srgbClr val="032346"/>
                </a:solidFill>
              </a:rPr>
              <a:t>202</a:t>
            </a:r>
            <a:r>
              <a:rPr lang="en-US" sz="6250" spc="515" dirty="0">
                <a:solidFill>
                  <a:srgbClr val="032346"/>
                </a:solidFill>
              </a:rPr>
              <a:t>6</a:t>
            </a:r>
            <a:r>
              <a:rPr sz="6250" spc="-70" dirty="0">
                <a:solidFill>
                  <a:srgbClr val="032346"/>
                </a:solidFill>
              </a:rPr>
              <a:t> </a:t>
            </a:r>
            <a:r>
              <a:rPr sz="6250" dirty="0">
                <a:solidFill>
                  <a:srgbClr val="032346"/>
                </a:solidFill>
              </a:rPr>
              <a:t>Annual</a:t>
            </a:r>
            <a:r>
              <a:rPr sz="6250" spc="-60" dirty="0">
                <a:solidFill>
                  <a:srgbClr val="032346"/>
                </a:solidFill>
              </a:rPr>
              <a:t> </a:t>
            </a:r>
            <a:r>
              <a:rPr sz="6250" dirty="0">
                <a:solidFill>
                  <a:srgbClr val="032346"/>
                </a:solidFill>
              </a:rPr>
              <a:t>HIPAA</a:t>
            </a:r>
            <a:r>
              <a:rPr sz="6250" spc="-95" dirty="0">
                <a:solidFill>
                  <a:srgbClr val="032346"/>
                </a:solidFill>
              </a:rPr>
              <a:t> </a:t>
            </a:r>
            <a:r>
              <a:rPr sz="6750" spc="-1070" dirty="0">
                <a:solidFill>
                  <a:srgbClr val="032346"/>
                </a:solidFill>
                <a:latin typeface="Times New Roman"/>
                <a:cs typeface="Times New Roman"/>
              </a:rPr>
              <a:t>&amp;</a:t>
            </a:r>
            <a:r>
              <a:rPr sz="6750" spc="-490" dirty="0">
                <a:solidFill>
                  <a:srgbClr val="032346"/>
                </a:solidFill>
                <a:latin typeface="Times New Roman"/>
                <a:cs typeface="Times New Roman"/>
              </a:rPr>
              <a:t> </a:t>
            </a:r>
            <a:r>
              <a:rPr sz="6250" spc="114" dirty="0">
                <a:solidFill>
                  <a:srgbClr val="032346"/>
                </a:solidFill>
              </a:rPr>
              <a:t>Security</a:t>
            </a:r>
            <a:r>
              <a:rPr sz="6250" spc="5" dirty="0">
                <a:solidFill>
                  <a:srgbClr val="032346"/>
                </a:solidFill>
              </a:rPr>
              <a:t> </a:t>
            </a:r>
            <a:r>
              <a:rPr sz="6250" spc="-10" dirty="0">
                <a:solidFill>
                  <a:srgbClr val="032346"/>
                </a:solidFill>
              </a:rPr>
              <a:t>Training</a:t>
            </a:r>
            <a:endParaRPr sz="6250" dirty="0">
              <a:latin typeface="Times New Roman"/>
              <a:cs typeface="Times New Roman"/>
            </a:endParaRPr>
          </a:p>
        </p:txBody>
      </p:sp>
      <p:sp>
        <p:nvSpPr>
          <p:cNvPr id="14" name="object 14"/>
          <p:cNvSpPr txBox="1"/>
          <p:nvPr/>
        </p:nvSpPr>
        <p:spPr>
          <a:xfrm>
            <a:off x="3175000" y="1401084"/>
            <a:ext cx="11125200" cy="1694053"/>
          </a:xfrm>
          <a:prstGeom prst="rect">
            <a:avLst/>
          </a:prstGeom>
        </p:spPr>
        <p:txBody>
          <a:bodyPr vert="horz" wrap="square" lIns="0" tIns="242570" rIns="0" bIns="0" rtlCol="0">
            <a:spAutoFit/>
          </a:bodyPr>
          <a:lstStyle/>
          <a:p>
            <a:pPr marR="11430" algn="ctr">
              <a:lnSpc>
                <a:spcPct val="100000"/>
              </a:lnSpc>
              <a:spcBef>
                <a:spcPts val="1910"/>
              </a:spcBef>
            </a:pPr>
            <a:r>
              <a:rPr sz="5400" b="1" dirty="0">
                <a:solidFill>
                  <a:srgbClr val="032346"/>
                </a:solidFill>
                <a:latin typeface="Arial"/>
                <a:cs typeface="Arial"/>
              </a:rPr>
              <a:t>The</a:t>
            </a:r>
            <a:r>
              <a:rPr sz="5400" b="1" spc="-229" dirty="0">
                <a:solidFill>
                  <a:srgbClr val="032346"/>
                </a:solidFill>
                <a:latin typeface="Arial"/>
                <a:cs typeface="Arial"/>
              </a:rPr>
              <a:t> </a:t>
            </a:r>
            <a:r>
              <a:rPr sz="5400" b="1" spc="-155" dirty="0">
                <a:solidFill>
                  <a:srgbClr val="032346"/>
                </a:solidFill>
                <a:latin typeface="Arial"/>
                <a:cs typeface="Arial"/>
              </a:rPr>
              <a:t>Shield</a:t>
            </a:r>
            <a:r>
              <a:rPr sz="5400" b="1" spc="-100" dirty="0">
                <a:solidFill>
                  <a:srgbClr val="032346"/>
                </a:solidFill>
                <a:latin typeface="Arial"/>
                <a:cs typeface="Arial"/>
              </a:rPr>
              <a:t> </a:t>
            </a:r>
            <a:r>
              <a:rPr sz="5400" b="1" dirty="0">
                <a:solidFill>
                  <a:srgbClr val="032346"/>
                </a:solidFill>
                <a:latin typeface="Arial"/>
                <a:cs typeface="Arial"/>
              </a:rPr>
              <a:t>of</a:t>
            </a:r>
            <a:r>
              <a:rPr sz="5400" b="1" spc="-310" dirty="0">
                <a:solidFill>
                  <a:srgbClr val="032346"/>
                </a:solidFill>
                <a:latin typeface="Arial"/>
                <a:cs typeface="Arial"/>
              </a:rPr>
              <a:t> </a:t>
            </a:r>
            <a:r>
              <a:rPr sz="5400" b="1" spc="-45" dirty="0">
                <a:solidFill>
                  <a:srgbClr val="032346"/>
                </a:solidFill>
                <a:latin typeface="Arial"/>
                <a:cs typeface="Arial"/>
              </a:rPr>
              <a:t>Patient</a:t>
            </a:r>
            <a:r>
              <a:rPr sz="5400" b="1" spc="-80" dirty="0">
                <a:solidFill>
                  <a:srgbClr val="032346"/>
                </a:solidFill>
                <a:latin typeface="Arial"/>
                <a:cs typeface="Arial"/>
              </a:rPr>
              <a:t> </a:t>
            </a:r>
            <a:r>
              <a:rPr sz="5400" b="1" spc="-10" dirty="0">
                <a:solidFill>
                  <a:srgbClr val="032346"/>
                </a:solidFill>
                <a:latin typeface="Arial"/>
                <a:cs typeface="Arial"/>
              </a:rPr>
              <a:t>Trust</a:t>
            </a:r>
            <a:endParaRPr sz="5400" dirty="0">
              <a:latin typeface="Arial"/>
              <a:cs typeface="Arial"/>
            </a:endParaRPr>
          </a:p>
          <a:p>
            <a:pPr algn="ctr">
              <a:lnSpc>
                <a:spcPct val="100000"/>
              </a:lnSpc>
              <a:spcBef>
                <a:spcPts val="1100"/>
              </a:spcBef>
            </a:pPr>
            <a:r>
              <a:rPr sz="3100" b="1" spc="65" dirty="0">
                <a:solidFill>
                  <a:srgbClr val="0C0C0C"/>
                </a:solidFill>
                <a:latin typeface="Arial"/>
                <a:cs typeface="Arial"/>
              </a:rPr>
              <a:t>Mandatory</a:t>
            </a:r>
            <a:r>
              <a:rPr sz="3100" b="1" spc="204" dirty="0">
                <a:solidFill>
                  <a:srgbClr val="0C0C0C"/>
                </a:solidFill>
                <a:latin typeface="Arial"/>
                <a:cs typeface="Arial"/>
              </a:rPr>
              <a:t> </a:t>
            </a:r>
            <a:r>
              <a:rPr sz="3100" b="1" dirty="0">
                <a:solidFill>
                  <a:srgbClr val="0C0C0C"/>
                </a:solidFill>
                <a:latin typeface="Arial"/>
                <a:cs typeface="Arial"/>
              </a:rPr>
              <a:t>Operational</a:t>
            </a:r>
            <a:r>
              <a:rPr sz="3100" b="1" spc="80" dirty="0">
                <a:solidFill>
                  <a:srgbClr val="0C0C0C"/>
                </a:solidFill>
                <a:latin typeface="Arial"/>
                <a:cs typeface="Arial"/>
              </a:rPr>
              <a:t> </a:t>
            </a:r>
            <a:r>
              <a:rPr sz="3100" b="1" dirty="0">
                <a:solidFill>
                  <a:srgbClr val="0C0C0C"/>
                </a:solidFill>
                <a:latin typeface="Arial"/>
                <a:cs typeface="Arial"/>
              </a:rPr>
              <a:t>Guide</a:t>
            </a:r>
            <a:r>
              <a:rPr sz="3100" b="1" spc="125" dirty="0">
                <a:solidFill>
                  <a:srgbClr val="0C0C0C"/>
                </a:solidFill>
                <a:latin typeface="Arial"/>
                <a:cs typeface="Arial"/>
              </a:rPr>
              <a:t> </a:t>
            </a:r>
            <a:r>
              <a:rPr sz="3100" b="1" spc="60" dirty="0">
                <a:solidFill>
                  <a:srgbClr val="0C0C0C"/>
                </a:solidFill>
                <a:latin typeface="Arial"/>
                <a:cs typeface="Arial"/>
              </a:rPr>
              <a:t>for</a:t>
            </a:r>
            <a:r>
              <a:rPr sz="3100" b="1" spc="125" dirty="0">
                <a:solidFill>
                  <a:srgbClr val="0C0C0C"/>
                </a:solidFill>
                <a:latin typeface="Arial"/>
                <a:cs typeface="Arial"/>
              </a:rPr>
              <a:t> </a:t>
            </a:r>
            <a:r>
              <a:rPr sz="3100" b="1" dirty="0">
                <a:solidFill>
                  <a:srgbClr val="0C0C0C"/>
                </a:solidFill>
                <a:latin typeface="Arial"/>
                <a:cs typeface="Arial"/>
              </a:rPr>
              <a:t>Clinical</a:t>
            </a:r>
            <a:r>
              <a:rPr sz="3100" b="1" spc="75" dirty="0">
                <a:solidFill>
                  <a:srgbClr val="0C0C0C"/>
                </a:solidFill>
                <a:latin typeface="Arial"/>
                <a:cs typeface="Arial"/>
              </a:rPr>
              <a:t> </a:t>
            </a:r>
            <a:r>
              <a:rPr sz="3000" b="1" dirty="0">
                <a:solidFill>
                  <a:srgbClr val="0C0C0C"/>
                </a:solidFill>
                <a:latin typeface="Arial"/>
                <a:cs typeface="Arial"/>
              </a:rPr>
              <a:t>&amp;</a:t>
            </a:r>
            <a:r>
              <a:rPr sz="3000" b="1" spc="90" dirty="0">
                <a:solidFill>
                  <a:srgbClr val="0C0C0C"/>
                </a:solidFill>
                <a:latin typeface="Arial"/>
                <a:cs typeface="Arial"/>
              </a:rPr>
              <a:t> </a:t>
            </a:r>
            <a:r>
              <a:rPr sz="3100" b="1" dirty="0">
                <a:solidFill>
                  <a:srgbClr val="0C0C0C"/>
                </a:solidFill>
                <a:latin typeface="Arial"/>
                <a:cs typeface="Arial"/>
              </a:rPr>
              <a:t>Support</a:t>
            </a:r>
            <a:r>
              <a:rPr sz="3100" b="1" spc="295" dirty="0">
                <a:solidFill>
                  <a:srgbClr val="0C0C0C"/>
                </a:solidFill>
                <a:latin typeface="Arial"/>
                <a:cs typeface="Arial"/>
              </a:rPr>
              <a:t> </a:t>
            </a:r>
            <a:r>
              <a:rPr sz="3100" b="1" spc="-10" dirty="0">
                <a:solidFill>
                  <a:srgbClr val="0C0C0C"/>
                </a:solidFill>
                <a:latin typeface="Arial"/>
                <a:cs typeface="Arial"/>
              </a:rPr>
              <a:t>Staff</a:t>
            </a:r>
            <a:endParaRPr sz="3100" b="1" dirty="0">
              <a:latin typeface="Arial"/>
              <a:cs typeface="Arial"/>
            </a:endParaRPr>
          </a:p>
        </p:txBody>
      </p:sp>
      <p:sp>
        <p:nvSpPr>
          <p:cNvPr id="15" name="object 15"/>
          <p:cNvSpPr txBox="1"/>
          <p:nvPr/>
        </p:nvSpPr>
        <p:spPr>
          <a:xfrm>
            <a:off x="968297" y="5605102"/>
            <a:ext cx="7103745" cy="2701290"/>
          </a:xfrm>
          <a:prstGeom prst="rect">
            <a:avLst/>
          </a:prstGeom>
        </p:spPr>
        <p:txBody>
          <a:bodyPr vert="horz" wrap="square" lIns="0" tIns="276225" rIns="0" bIns="0" rtlCol="0">
            <a:spAutoFit/>
          </a:bodyPr>
          <a:lstStyle/>
          <a:p>
            <a:pPr marL="15875">
              <a:lnSpc>
                <a:spcPct val="100000"/>
              </a:lnSpc>
              <a:spcBef>
                <a:spcPts val="2175"/>
              </a:spcBef>
            </a:pPr>
            <a:r>
              <a:rPr sz="3650" b="1" spc="75" dirty="0">
                <a:solidFill>
                  <a:srgbClr val="032346"/>
                </a:solidFill>
                <a:latin typeface="Arial"/>
                <a:cs typeface="Arial"/>
              </a:rPr>
              <a:t>Core</a:t>
            </a:r>
            <a:r>
              <a:rPr sz="3650" b="1" spc="-135" dirty="0">
                <a:solidFill>
                  <a:srgbClr val="032346"/>
                </a:solidFill>
                <a:latin typeface="Arial"/>
                <a:cs typeface="Arial"/>
              </a:rPr>
              <a:t> </a:t>
            </a:r>
            <a:r>
              <a:rPr sz="3650" b="1" spc="135" dirty="0">
                <a:solidFill>
                  <a:srgbClr val="032346"/>
                </a:solidFill>
                <a:latin typeface="Arial"/>
                <a:cs typeface="Arial"/>
              </a:rPr>
              <a:t>Message</a:t>
            </a:r>
            <a:endParaRPr sz="3650" dirty="0">
              <a:latin typeface="Arial"/>
              <a:cs typeface="Arial"/>
            </a:endParaRPr>
          </a:p>
          <a:p>
            <a:pPr marL="12700" marR="5080" indent="6350">
              <a:lnSpc>
                <a:spcPts val="3220"/>
              </a:lnSpc>
              <a:spcBef>
                <a:spcPts val="1820"/>
              </a:spcBef>
            </a:pPr>
            <a:r>
              <a:rPr sz="2400" dirty="0">
                <a:solidFill>
                  <a:srgbClr val="1F1F1F"/>
                </a:solidFill>
                <a:latin typeface="+mn-lt"/>
                <a:cs typeface="Times New Roman"/>
              </a:rPr>
              <a:t>Privacy</a:t>
            </a:r>
            <a:r>
              <a:rPr sz="2400" spc="30" dirty="0">
                <a:solidFill>
                  <a:srgbClr val="1F1F1F"/>
                </a:solidFill>
                <a:latin typeface="+mn-lt"/>
                <a:cs typeface="Times New Roman"/>
              </a:rPr>
              <a:t> </a:t>
            </a:r>
            <a:r>
              <a:rPr sz="2400" dirty="0">
                <a:solidFill>
                  <a:srgbClr val="1F1F1F"/>
                </a:solidFill>
                <a:latin typeface="+mn-lt"/>
                <a:cs typeface="Times New Roman"/>
              </a:rPr>
              <a:t>is</a:t>
            </a:r>
            <a:r>
              <a:rPr sz="2400" spc="-60" dirty="0">
                <a:solidFill>
                  <a:srgbClr val="1F1F1F"/>
                </a:solidFill>
                <a:latin typeface="+mn-lt"/>
                <a:cs typeface="Times New Roman"/>
              </a:rPr>
              <a:t> </a:t>
            </a:r>
            <a:r>
              <a:rPr sz="2400" spc="114" dirty="0">
                <a:solidFill>
                  <a:srgbClr val="1F1F1F"/>
                </a:solidFill>
                <a:latin typeface="+mn-lt"/>
                <a:cs typeface="Times New Roman"/>
              </a:rPr>
              <a:t>not</a:t>
            </a:r>
            <a:r>
              <a:rPr sz="2400" spc="-65" dirty="0">
                <a:solidFill>
                  <a:srgbClr val="1F1F1F"/>
                </a:solidFill>
                <a:latin typeface="+mn-lt"/>
                <a:cs typeface="Times New Roman"/>
              </a:rPr>
              <a:t> </a:t>
            </a:r>
            <a:r>
              <a:rPr sz="2400" spc="55" dirty="0">
                <a:solidFill>
                  <a:srgbClr val="1F1F1F"/>
                </a:solidFill>
                <a:latin typeface="+mn-lt"/>
                <a:cs typeface="Times New Roman"/>
              </a:rPr>
              <a:t>just</a:t>
            </a:r>
            <a:r>
              <a:rPr sz="2400" spc="-65" dirty="0">
                <a:solidFill>
                  <a:srgbClr val="1F1F1F"/>
                </a:solidFill>
                <a:latin typeface="+mn-lt"/>
                <a:cs typeface="Times New Roman"/>
              </a:rPr>
              <a:t> </a:t>
            </a:r>
            <a:r>
              <a:rPr sz="2400" spc="70" dirty="0">
                <a:solidFill>
                  <a:srgbClr val="1F1F1F"/>
                </a:solidFill>
                <a:latin typeface="+mn-lt"/>
                <a:cs typeface="Times New Roman"/>
              </a:rPr>
              <a:t>a</a:t>
            </a:r>
            <a:r>
              <a:rPr sz="2400" spc="-70" dirty="0">
                <a:solidFill>
                  <a:srgbClr val="1F1F1F"/>
                </a:solidFill>
                <a:latin typeface="+mn-lt"/>
                <a:cs typeface="Times New Roman"/>
              </a:rPr>
              <a:t> </a:t>
            </a:r>
            <a:r>
              <a:rPr sz="2400" dirty="0">
                <a:solidFill>
                  <a:srgbClr val="1F1F1F"/>
                </a:solidFill>
                <a:latin typeface="+mn-lt"/>
                <a:cs typeface="Times New Roman"/>
              </a:rPr>
              <a:t>legal</a:t>
            </a:r>
            <a:r>
              <a:rPr sz="2400" spc="65" dirty="0">
                <a:solidFill>
                  <a:srgbClr val="1F1F1F"/>
                </a:solidFill>
                <a:latin typeface="+mn-lt"/>
                <a:cs typeface="Times New Roman"/>
              </a:rPr>
              <a:t> </a:t>
            </a:r>
            <a:r>
              <a:rPr sz="2400" spc="50" dirty="0">
                <a:solidFill>
                  <a:srgbClr val="1F1F1F"/>
                </a:solidFill>
                <a:latin typeface="+mn-lt"/>
                <a:cs typeface="Times New Roman"/>
              </a:rPr>
              <a:t>requirement;</a:t>
            </a:r>
            <a:r>
              <a:rPr sz="2400" spc="185" dirty="0">
                <a:solidFill>
                  <a:srgbClr val="1F1F1F"/>
                </a:solidFill>
                <a:latin typeface="+mn-lt"/>
                <a:cs typeface="Times New Roman"/>
              </a:rPr>
              <a:t> </a:t>
            </a:r>
            <a:r>
              <a:rPr sz="2400" dirty="0">
                <a:solidFill>
                  <a:srgbClr val="1F1F1F"/>
                </a:solidFill>
                <a:latin typeface="+mn-lt"/>
                <a:cs typeface="Times New Roman"/>
              </a:rPr>
              <a:t>it</a:t>
            </a:r>
            <a:r>
              <a:rPr sz="2400" spc="10" dirty="0">
                <a:solidFill>
                  <a:srgbClr val="1F1F1F"/>
                </a:solidFill>
                <a:latin typeface="+mn-lt"/>
                <a:cs typeface="Times New Roman"/>
              </a:rPr>
              <a:t> </a:t>
            </a:r>
            <a:r>
              <a:rPr sz="2400" dirty="0">
                <a:solidFill>
                  <a:srgbClr val="0C0C0C"/>
                </a:solidFill>
                <a:latin typeface="+mn-lt"/>
                <a:cs typeface="Times New Roman"/>
              </a:rPr>
              <a:t>is</a:t>
            </a:r>
            <a:r>
              <a:rPr sz="2400" spc="-145" dirty="0">
                <a:solidFill>
                  <a:srgbClr val="0C0C0C"/>
                </a:solidFill>
                <a:latin typeface="+mn-lt"/>
                <a:cs typeface="Times New Roman"/>
              </a:rPr>
              <a:t> </a:t>
            </a:r>
            <a:r>
              <a:rPr sz="2400" dirty="0">
                <a:solidFill>
                  <a:srgbClr val="1F1F1F"/>
                </a:solidFill>
                <a:latin typeface="+mn-lt"/>
                <a:cs typeface="Times New Roman"/>
              </a:rPr>
              <a:t>a clinical</a:t>
            </a:r>
            <a:r>
              <a:rPr sz="2400" spc="125" dirty="0">
                <a:solidFill>
                  <a:srgbClr val="1F1F1F"/>
                </a:solidFill>
                <a:latin typeface="+mn-lt"/>
                <a:cs typeface="Times New Roman"/>
              </a:rPr>
              <a:t> </a:t>
            </a:r>
            <a:r>
              <a:rPr sz="2400" spc="60" dirty="0">
                <a:solidFill>
                  <a:srgbClr val="1F1F1F"/>
                </a:solidFill>
                <a:latin typeface="+mn-lt"/>
                <a:cs typeface="Times New Roman"/>
              </a:rPr>
              <a:t>tool.</a:t>
            </a:r>
            <a:r>
              <a:rPr sz="2400" spc="-145" dirty="0">
                <a:solidFill>
                  <a:srgbClr val="1F1F1F"/>
                </a:solidFill>
                <a:latin typeface="+mn-lt"/>
                <a:cs typeface="Times New Roman"/>
              </a:rPr>
              <a:t> </a:t>
            </a:r>
            <a:r>
              <a:rPr sz="2400" spc="55" dirty="0">
                <a:solidFill>
                  <a:srgbClr val="0C0C0C"/>
                </a:solidFill>
                <a:latin typeface="+mn-lt"/>
                <a:cs typeface="Times New Roman"/>
              </a:rPr>
              <a:t>In</a:t>
            </a:r>
            <a:r>
              <a:rPr sz="2400" spc="-120" dirty="0">
                <a:solidFill>
                  <a:srgbClr val="0C0C0C"/>
                </a:solidFill>
                <a:latin typeface="+mn-lt"/>
                <a:cs typeface="Times New Roman"/>
              </a:rPr>
              <a:t> </a:t>
            </a:r>
            <a:r>
              <a:rPr sz="2400" spc="55" dirty="0">
                <a:solidFill>
                  <a:srgbClr val="1F1F1F"/>
                </a:solidFill>
                <a:latin typeface="+mn-lt"/>
                <a:cs typeface="Times New Roman"/>
              </a:rPr>
              <a:t>addiction</a:t>
            </a:r>
            <a:r>
              <a:rPr sz="2400" spc="145" dirty="0">
                <a:solidFill>
                  <a:srgbClr val="1F1F1F"/>
                </a:solidFill>
                <a:latin typeface="+mn-lt"/>
                <a:cs typeface="Times New Roman"/>
              </a:rPr>
              <a:t> </a:t>
            </a:r>
            <a:r>
              <a:rPr sz="2400" spc="90" dirty="0">
                <a:solidFill>
                  <a:srgbClr val="1F1F1F"/>
                </a:solidFill>
                <a:latin typeface="+mn-lt"/>
                <a:cs typeface="Times New Roman"/>
              </a:rPr>
              <a:t>and</a:t>
            </a:r>
            <a:r>
              <a:rPr sz="2400" spc="175" dirty="0">
                <a:solidFill>
                  <a:srgbClr val="1F1F1F"/>
                </a:solidFill>
                <a:latin typeface="+mn-lt"/>
                <a:cs typeface="Times New Roman"/>
              </a:rPr>
              <a:t> </a:t>
            </a:r>
            <a:r>
              <a:rPr sz="2400" dirty="0">
                <a:solidFill>
                  <a:srgbClr val="1F1F1F"/>
                </a:solidFill>
                <a:latin typeface="+mn-lt"/>
                <a:cs typeface="Times New Roman"/>
              </a:rPr>
              <a:t>psychiatric</a:t>
            </a:r>
            <a:r>
              <a:rPr sz="2400" spc="120" dirty="0">
                <a:solidFill>
                  <a:srgbClr val="1F1F1F"/>
                </a:solidFill>
                <a:latin typeface="+mn-lt"/>
                <a:cs typeface="Times New Roman"/>
              </a:rPr>
              <a:t> </a:t>
            </a:r>
            <a:r>
              <a:rPr sz="2400" spc="60" dirty="0">
                <a:solidFill>
                  <a:srgbClr val="1F1F1F"/>
                </a:solidFill>
                <a:latin typeface="+mn-lt"/>
                <a:cs typeface="Times New Roman"/>
              </a:rPr>
              <a:t>care, </a:t>
            </a:r>
            <a:r>
              <a:rPr sz="2400" spc="110" dirty="0">
                <a:solidFill>
                  <a:srgbClr val="0C0C0C"/>
                </a:solidFill>
                <a:latin typeface="+mn-lt"/>
                <a:cs typeface="Times New Roman"/>
              </a:rPr>
              <a:t>treatment</a:t>
            </a:r>
            <a:r>
              <a:rPr sz="2400" spc="35" dirty="0">
                <a:solidFill>
                  <a:srgbClr val="0C0C0C"/>
                </a:solidFill>
                <a:latin typeface="+mn-lt"/>
                <a:cs typeface="Times New Roman"/>
              </a:rPr>
              <a:t> </a:t>
            </a:r>
            <a:r>
              <a:rPr sz="2400" spc="105" dirty="0">
                <a:solidFill>
                  <a:srgbClr val="1F1F1F"/>
                </a:solidFill>
                <a:latin typeface="+mn-lt"/>
                <a:cs typeface="Times New Roman"/>
              </a:rPr>
              <a:t>cannot</a:t>
            </a:r>
            <a:r>
              <a:rPr sz="2400" spc="-45" dirty="0">
                <a:solidFill>
                  <a:srgbClr val="1F1F1F"/>
                </a:solidFill>
                <a:latin typeface="+mn-lt"/>
                <a:cs typeface="Times New Roman"/>
              </a:rPr>
              <a:t> </a:t>
            </a:r>
            <a:r>
              <a:rPr sz="2400" spc="85" dirty="0">
                <a:solidFill>
                  <a:srgbClr val="343434"/>
                </a:solidFill>
                <a:latin typeface="+mn-lt"/>
                <a:cs typeface="Times New Roman"/>
              </a:rPr>
              <a:t>s</a:t>
            </a:r>
            <a:r>
              <a:rPr sz="2400" spc="85" dirty="0">
                <a:solidFill>
                  <a:srgbClr val="0C0C0C"/>
                </a:solidFill>
                <a:latin typeface="+mn-lt"/>
                <a:cs typeface="Times New Roman"/>
              </a:rPr>
              <a:t>ucc</a:t>
            </a:r>
            <a:r>
              <a:rPr sz="2400" spc="85" dirty="0">
                <a:solidFill>
                  <a:srgbClr val="343434"/>
                </a:solidFill>
                <a:latin typeface="+mn-lt"/>
                <a:cs typeface="Times New Roman"/>
              </a:rPr>
              <a:t>eed</a:t>
            </a:r>
            <a:r>
              <a:rPr sz="2400" spc="35" dirty="0">
                <a:solidFill>
                  <a:srgbClr val="343434"/>
                </a:solidFill>
                <a:latin typeface="+mn-lt"/>
                <a:cs typeface="Times New Roman"/>
              </a:rPr>
              <a:t> </a:t>
            </a:r>
            <a:r>
              <a:rPr sz="2400" spc="80" dirty="0">
                <a:solidFill>
                  <a:srgbClr val="1F1F1F"/>
                </a:solidFill>
                <a:latin typeface="+mn-lt"/>
                <a:cs typeface="Times New Roman"/>
              </a:rPr>
              <a:t>without</a:t>
            </a:r>
            <a:r>
              <a:rPr sz="2400" spc="-35" dirty="0">
                <a:solidFill>
                  <a:srgbClr val="1F1F1F"/>
                </a:solidFill>
                <a:latin typeface="+mn-lt"/>
                <a:cs typeface="Times New Roman"/>
              </a:rPr>
              <a:t> </a:t>
            </a:r>
            <a:r>
              <a:rPr sz="2400" spc="135" dirty="0">
                <a:solidFill>
                  <a:srgbClr val="0C0C0C"/>
                </a:solidFill>
                <a:latin typeface="+mn-lt"/>
                <a:cs typeface="Times New Roman"/>
              </a:rPr>
              <a:t>th</a:t>
            </a:r>
            <a:r>
              <a:rPr sz="2400" spc="135" dirty="0">
                <a:solidFill>
                  <a:srgbClr val="343434"/>
                </a:solidFill>
                <a:latin typeface="+mn-lt"/>
                <a:cs typeface="Times New Roman"/>
              </a:rPr>
              <a:t>e</a:t>
            </a:r>
            <a:r>
              <a:rPr sz="2400" spc="10" dirty="0">
                <a:solidFill>
                  <a:srgbClr val="343434"/>
                </a:solidFill>
                <a:latin typeface="+mn-lt"/>
                <a:cs typeface="Times New Roman"/>
              </a:rPr>
              <a:t> </a:t>
            </a:r>
            <a:r>
              <a:rPr sz="2400" spc="50" dirty="0">
                <a:solidFill>
                  <a:srgbClr val="1F1F1F"/>
                </a:solidFill>
                <a:latin typeface="+mn-lt"/>
                <a:cs typeface="Times New Roman"/>
              </a:rPr>
              <a:t>absolute </a:t>
            </a:r>
            <a:r>
              <a:rPr sz="2400" spc="80" dirty="0">
                <a:solidFill>
                  <a:srgbClr val="1F1F1F"/>
                </a:solidFill>
                <a:latin typeface="+mn-lt"/>
                <a:cs typeface="Times New Roman"/>
              </a:rPr>
              <a:t>assurance</a:t>
            </a:r>
            <a:r>
              <a:rPr sz="2400" spc="35" dirty="0">
                <a:solidFill>
                  <a:srgbClr val="1F1F1F"/>
                </a:solidFill>
                <a:latin typeface="+mn-lt"/>
                <a:cs typeface="Times New Roman"/>
              </a:rPr>
              <a:t> </a:t>
            </a:r>
            <a:r>
              <a:rPr sz="2400" dirty="0">
                <a:solidFill>
                  <a:srgbClr val="1F1F1F"/>
                </a:solidFill>
                <a:latin typeface="+mn-lt"/>
                <a:cs typeface="Times New Roman"/>
              </a:rPr>
              <a:t>of</a:t>
            </a:r>
            <a:r>
              <a:rPr sz="2400" spc="5" dirty="0">
                <a:solidFill>
                  <a:srgbClr val="1F1F1F"/>
                </a:solidFill>
                <a:latin typeface="+mn-lt"/>
                <a:cs typeface="Times New Roman"/>
              </a:rPr>
              <a:t> </a:t>
            </a:r>
            <a:r>
              <a:rPr sz="2400" spc="-10" dirty="0">
                <a:solidFill>
                  <a:srgbClr val="1F1F1F"/>
                </a:solidFill>
                <a:latin typeface="+mn-lt"/>
                <a:cs typeface="Times New Roman"/>
              </a:rPr>
              <a:t>confidentiality.</a:t>
            </a:r>
            <a:endParaRPr sz="2400" dirty="0">
              <a:latin typeface="+mn-lt"/>
              <a:cs typeface="Times New Roman"/>
            </a:endParaRPr>
          </a:p>
        </p:txBody>
      </p:sp>
      <p:sp>
        <p:nvSpPr>
          <p:cNvPr id="16" name="object 16"/>
          <p:cNvSpPr txBox="1"/>
          <p:nvPr/>
        </p:nvSpPr>
        <p:spPr>
          <a:xfrm>
            <a:off x="9263119" y="5570351"/>
            <a:ext cx="7350125" cy="3120085"/>
          </a:xfrm>
          <a:prstGeom prst="rect">
            <a:avLst/>
          </a:prstGeom>
        </p:spPr>
        <p:txBody>
          <a:bodyPr vert="horz" wrap="square" lIns="0" tIns="311150" rIns="0" bIns="0" rtlCol="0">
            <a:spAutoFit/>
          </a:bodyPr>
          <a:lstStyle/>
          <a:p>
            <a:pPr marL="12700">
              <a:lnSpc>
                <a:spcPct val="100000"/>
              </a:lnSpc>
              <a:spcBef>
                <a:spcPts val="2450"/>
              </a:spcBef>
            </a:pPr>
            <a:r>
              <a:rPr sz="3650" b="1" spc="60" dirty="0">
                <a:solidFill>
                  <a:srgbClr val="032346"/>
                </a:solidFill>
                <a:latin typeface="Arial"/>
                <a:cs typeface="Arial"/>
              </a:rPr>
              <a:t>Key</a:t>
            </a:r>
            <a:r>
              <a:rPr sz="3650" b="1" spc="-204" dirty="0">
                <a:solidFill>
                  <a:srgbClr val="032346"/>
                </a:solidFill>
                <a:latin typeface="Arial"/>
                <a:cs typeface="Arial"/>
              </a:rPr>
              <a:t> </a:t>
            </a:r>
            <a:r>
              <a:rPr sz="3650" b="1" spc="65" dirty="0">
                <a:solidFill>
                  <a:srgbClr val="032346"/>
                </a:solidFill>
                <a:latin typeface="Arial"/>
                <a:cs typeface="Arial"/>
              </a:rPr>
              <a:t>Training</a:t>
            </a:r>
            <a:r>
              <a:rPr sz="3650" b="1" spc="-90" dirty="0">
                <a:solidFill>
                  <a:srgbClr val="032346"/>
                </a:solidFill>
                <a:latin typeface="Arial"/>
                <a:cs typeface="Arial"/>
              </a:rPr>
              <a:t> </a:t>
            </a:r>
            <a:r>
              <a:rPr sz="3650" b="1" spc="90" dirty="0">
                <a:solidFill>
                  <a:srgbClr val="032346"/>
                </a:solidFill>
                <a:latin typeface="Arial"/>
                <a:cs typeface="Arial"/>
              </a:rPr>
              <a:t>Scope</a:t>
            </a:r>
            <a:endParaRPr sz="3650" dirty="0">
              <a:latin typeface="Arial"/>
              <a:cs typeface="Arial"/>
            </a:endParaRPr>
          </a:p>
          <a:p>
            <a:pPr marL="417195" marR="991869" indent="-260350">
              <a:spcBef>
                <a:spcPts val="1945"/>
              </a:spcBef>
              <a:buChar char="•"/>
              <a:tabLst>
                <a:tab pos="417195" algn="l"/>
                <a:tab pos="421005" algn="l"/>
              </a:tabLst>
            </a:pPr>
            <a:r>
              <a:rPr sz="2400" dirty="0">
                <a:solidFill>
                  <a:srgbClr val="032346"/>
                </a:solidFill>
                <a:latin typeface="+mn-lt"/>
                <a:cs typeface="Times New Roman"/>
              </a:rPr>
              <a:t>	</a:t>
            </a:r>
            <a:r>
              <a:rPr sz="2400" b="1" spc="-110" dirty="0">
                <a:solidFill>
                  <a:srgbClr val="0C0C0C"/>
                </a:solidFill>
                <a:latin typeface="+mn-lt"/>
                <a:cs typeface="Times New Roman"/>
              </a:rPr>
              <a:t>Privacy</a:t>
            </a:r>
            <a:r>
              <a:rPr sz="2400" b="1" spc="30" dirty="0">
                <a:solidFill>
                  <a:srgbClr val="0C0C0C"/>
                </a:solidFill>
                <a:latin typeface="+mn-lt"/>
                <a:cs typeface="Times New Roman"/>
              </a:rPr>
              <a:t> </a:t>
            </a:r>
            <a:r>
              <a:rPr sz="2400" b="1" dirty="0">
                <a:solidFill>
                  <a:srgbClr val="0C0C0C"/>
                </a:solidFill>
                <a:latin typeface="+mn-lt"/>
                <a:cs typeface="Times New Roman"/>
              </a:rPr>
              <a:t>Rule</a:t>
            </a:r>
            <a:r>
              <a:rPr sz="2400" b="1" dirty="0">
                <a:solidFill>
                  <a:srgbClr val="343434"/>
                </a:solidFill>
                <a:latin typeface="+mn-lt"/>
                <a:cs typeface="Times New Roman"/>
              </a:rPr>
              <a:t>:</a:t>
            </a:r>
            <a:r>
              <a:rPr sz="2400" dirty="0">
                <a:solidFill>
                  <a:srgbClr val="1F1F1F"/>
                </a:solidFill>
                <a:latin typeface="+mn-lt"/>
                <a:cs typeface="Times New Roman"/>
              </a:rPr>
              <a:t>Authorization</a:t>
            </a:r>
            <a:r>
              <a:rPr sz="2400" spc="240" dirty="0">
                <a:solidFill>
                  <a:srgbClr val="1F1F1F"/>
                </a:solidFill>
                <a:latin typeface="+mn-lt"/>
                <a:cs typeface="Times New Roman"/>
              </a:rPr>
              <a:t> </a:t>
            </a:r>
            <a:r>
              <a:rPr sz="2400" spc="110" dirty="0">
                <a:solidFill>
                  <a:srgbClr val="1F1F1F"/>
                </a:solidFill>
                <a:latin typeface="+mn-lt"/>
                <a:cs typeface="Times New Roman"/>
              </a:rPr>
              <a:t>and</a:t>
            </a:r>
            <a:r>
              <a:rPr sz="2400" spc="80" dirty="0">
                <a:solidFill>
                  <a:srgbClr val="1F1F1F"/>
                </a:solidFill>
                <a:latin typeface="+mn-lt"/>
                <a:cs typeface="Times New Roman"/>
              </a:rPr>
              <a:t> </a:t>
            </a:r>
            <a:r>
              <a:rPr sz="2400" spc="75" dirty="0">
                <a:solidFill>
                  <a:srgbClr val="1F1F1F"/>
                </a:solidFill>
                <a:latin typeface="+mn-lt"/>
                <a:cs typeface="Times New Roman"/>
              </a:rPr>
              <a:t>Patient</a:t>
            </a:r>
            <a:r>
              <a:rPr sz="2400" spc="60" dirty="0">
                <a:solidFill>
                  <a:srgbClr val="1F1F1F"/>
                </a:solidFill>
                <a:latin typeface="+mn-lt"/>
                <a:cs typeface="Times New Roman"/>
              </a:rPr>
              <a:t> </a:t>
            </a:r>
            <a:r>
              <a:rPr sz="2400" spc="-10" dirty="0">
                <a:solidFill>
                  <a:srgbClr val="1F1F1F"/>
                </a:solidFill>
                <a:latin typeface="+mn-lt"/>
                <a:cs typeface="Times New Roman"/>
              </a:rPr>
              <a:t>Rights </a:t>
            </a:r>
            <a:r>
              <a:rPr sz="2400" spc="95" dirty="0">
                <a:solidFill>
                  <a:srgbClr val="343434"/>
                </a:solidFill>
                <a:latin typeface="+mn-lt"/>
                <a:cs typeface="Times New Roman"/>
              </a:rPr>
              <a:t>(2024/202</a:t>
            </a:r>
            <a:r>
              <a:rPr lang="en-US" sz="2400" spc="95" dirty="0">
                <a:solidFill>
                  <a:srgbClr val="343434"/>
                </a:solidFill>
                <a:latin typeface="+mn-lt"/>
                <a:cs typeface="Times New Roman"/>
              </a:rPr>
              <a:t>6</a:t>
            </a:r>
            <a:r>
              <a:rPr sz="2400" dirty="0">
                <a:solidFill>
                  <a:srgbClr val="343434"/>
                </a:solidFill>
                <a:latin typeface="+mn-lt"/>
                <a:cs typeface="Times New Roman"/>
              </a:rPr>
              <a:t> </a:t>
            </a:r>
            <a:r>
              <a:rPr sz="2400" spc="-10" dirty="0">
                <a:solidFill>
                  <a:srgbClr val="1F1F1F"/>
                </a:solidFill>
                <a:latin typeface="+mn-lt"/>
                <a:cs typeface="Times New Roman"/>
              </a:rPr>
              <a:t>Updates)</a:t>
            </a:r>
            <a:endParaRPr sz="2400" dirty="0">
              <a:latin typeface="+mn-lt"/>
              <a:cs typeface="Times New Roman"/>
            </a:endParaRPr>
          </a:p>
          <a:p>
            <a:pPr marL="412115" indent="-255270">
              <a:spcBef>
                <a:spcPts val="409"/>
              </a:spcBef>
              <a:buClr>
                <a:srgbClr val="032346"/>
              </a:buClr>
              <a:buFont typeface="Times New Roman"/>
              <a:buChar char="•"/>
              <a:tabLst>
                <a:tab pos="412115" algn="l"/>
              </a:tabLst>
            </a:pPr>
            <a:r>
              <a:rPr sz="2400" b="1" spc="-75" dirty="0">
                <a:solidFill>
                  <a:srgbClr val="0C0C0C"/>
                </a:solidFill>
                <a:latin typeface="+mn-lt"/>
                <a:cs typeface="Times New Roman"/>
              </a:rPr>
              <a:t>Security</a:t>
            </a:r>
            <a:r>
              <a:rPr sz="2400" b="1" spc="-20" dirty="0">
                <a:solidFill>
                  <a:srgbClr val="0C0C0C"/>
                </a:solidFill>
                <a:latin typeface="+mn-lt"/>
                <a:cs typeface="Times New Roman"/>
              </a:rPr>
              <a:t> </a:t>
            </a:r>
            <a:r>
              <a:rPr sz="2400" b="1" spc="-175" dirty="0">
                <a:solidFill>
                  <a:srgbClr val="0C0C0C"/>
                </a:solidFill>
                <a:latin typeface="+mn-lt"/>
                <a:cs typeface="Times New Roman"/>
              </a:rPr>
              <a:t>Rule:</a:t>
            </a:r>
            <a:r>
              <a:rPr sz="2400" b="1" spc="-235" dirty="0">
                <a:solidFill>
                  <a:srgbClr val="0C0C0C"/>
                </a:solidFill>
                <a:latin typeface="+mn-lt"/>
                <a:cs typeface="Times New Roman"/>
              </a:rPr>
              <a:t> </a:t>
            </a:r>
            <a:r>
              <a:rPr sz="2400" dirty="0">
                <a:solidFill>
                  <a:srgbClr val="1F1F1F"/>
                </a:solidFill>
                <a:latin typeface="+mn-lt"/>
                <a:cs typeface="Times New Roman"/>
              </a:rPr>
              <a:t>Technical</a:t>
            </a:r>
            <a:r>
              <a:rPr sz="2400" spc="-5" dirty="0">
                <a:solidFill>
                  <a:srgbClr val="1F1F1F"/>
                </a:solidFill>
                <a:latin typeface="+mn-lt"/>
                <a:cs typeface="Times New Roman"/>
              </a:rPr>
              <a:t> </a:t>
            </a:r>
            <a:r>
              <a:rPr sz="2400" spc="65" dirty="0">
                <a:solidFill>
                  <a:srgbClr val="343434"/>
                </a:solidFill>
                <a:latin typeface="+mn-lt"/>
                <a:cs typeface="Times New Roman"/>
              </a:rPr>
              <a:t>safeguards</a:t>
            </a:r>
            <a:r>
              <a:rPr sz="2400" spc="-50" dirty="0">
                <a:solidFill>
                  <a:srgbClr val="343434"/>
                </a:solidFill>
                <a:latin typeface="+mn-lt"/>
                <a:cs typeface="Times New Roman"/>
              </a:rPr>
              <a:t> </a:t>
            </a:r>
            <a:r>
              <a:rPr sz="2400" spc="110" dirty="0">
                <a:solidFill>
                  <a:srgbClr val="1F1F1F"/>
                </a:solidFill>
                <a:latin typeface="+mn-lt"/>
                <a:cs typeface="Times New Roman"/>
              </a:rPr>
              <a:t>and</a:t>
            </a:r>
            <a:r>
              <a:rPr sz="2400" spc="-65" dirty="0">
                <a:solidFill>
                  <a:srgbClr val="1F1F1F"/>
                </a:solidFill>
                <a:latin typeface="+mn-lt"/>
                <a:cs typeface="Times New Roman"/>
              </a:rPr>
              <a:t> </a:t>
            </a:r>
            <a:r>
              <a:rPr sz="2400" dirty="0">
                <a:solidFill>
                  <a:srgbClr val="1F1F1F"/>
                </a:solidFill>
                <a:latin typeface="+mn-lt"/>
                <a:cs typeface="Times New Roman"/>
              </a:rPr>
              <a:t>digital</a:t>
            </a:r>
            <a:r>
              <a:rPr sz="2400" spc="140" dirty="0">
                <a:solidFill>
                  <a:srgbClr val="1F1F1F"/>
                </a:solidFill>
                <a:latin typeface="+mn-lt"/>
                <a:cs typeface="Times New Roman"/>
              </a:rPr>
              <a:t> </a:t>
            </a:r>
            <a:r>
              <a:rPr sz="2400" spc="-10" dirty="0">
                <a:solidFill>
                  <a:srgbClr val="1F1F1F"/>
                </a:solidFill>
                <a:latin typeface="+mn-lt"/>
                <a:cs typeface="Times New Roman"/>
              </a:rPr>
              <a:t>hygiene</a:t>
            </a:r>
            <a:endParaRPr sz="2400" dirty="0">
              <a:latin typeface="+mn-lt"/>
              <a:cs typeface="Times New Roman"/>
            </a:endParaRPr>
          </a:p>
          <a:p>
            <a:pPr marL="417830" marR="539115" indent="-260985">
              <a:spcBef>
                <a:spcPts val="760"/>
              </a:spcBef>
              <a:buChar char="•"/>
              <a:tabLst>
                <a:tab pos="417830" algn="l"/>
                <a:tab pos="421640" algn="l"/>
              </a:tabLst>
            </a:pPr>
            <a:r>
              <a:rPr sz="2400" dirty="0">
                <a:solidFill>
                  <a:srgbClr val="032346"/>
                </a:solidFill>
                <a:latin typeface="+mn-lt"/>
                <a:cs typeface="Times New Roman"/>
              </a:rPr>
              <a:t>	</a:t>
            </a:r>
            <a:r>
              <a:rPr sz="2400" b="1" spc="-125" dirty="0">
                <a:solidFill>
                  <a:srgbClr val="0C0C0C"/>
                </a:solidFill>
                <a:latin typeface="+mn-lt"/>
                <a:cs typeface="Times New Roman"/>
              </a:rPr>
              <a:t>Florida</a:t>
            </a:r>
            <a:r>
              <a:rPr sz="2400" b="1" spc="-110" dirty="0">
                <a:solidFill>
                  <a:srgbClr val="0C0C0C"/>
                </a:solidFill>
                <a:latin typeface="+mn-lt"/>
                <a:cs typeface="Times New Roman"/>
              </a:rPr>
              <a:t> </a:t>
            </a:r>
            <a:r>
              <a:rPr sz="2400" b="1" spc="-55" dirty="0">
                <a:solidFill>
                  <a:srgbClr val="0C0C0C"/>
                </a:solidFill>
                <a:latin typeface="+mn-lt"/>
                <a:cs typeface="Times New Roman"/>
              </a:rPr>
              <a:t>Statutes:</a:t>
            </a:r>
            <a:r>
              <a:rPr sz="2400" b="1" spc="-10" dirty="0">
                <a:solidFill>
                  <a:srgbClr val="0C0C0C"/>
                </a:solidFill>
                <a:latin typeface="+mn-lt"/>
                <a:cs typeface="Times New Roman"/>
              </a:rPr>
              <a:t> </a:t>
            </a:r>
            <a:r>
              <a:rPr sz="2400" dirty="0">
                <a:solidFill>
                  <a:srgbClr val="1F1F1F"/>
                </a:solidFill>
                <a:latin typeface="+mn-lt"/>
                <a:cs typeface="Times New Roman"/>
              </a:rPr>
              <a:t>Specifics</a:t>
            </a:r>
            <a:r>
              <a:rPr sz="2400" spc="5" dirty="0">
                <a:solidFill>
                  <a:srgbClr val="1F1F1F"/>
                </a:solidFill>
                <a:latin typeface="+mn-lt"/>
                <a:cs typeface="Times New Roman"/>
              </a:rPr>
              <a:t> </a:t>
            </a:r>
            <a:r>
              <a:rPr sz="2400" dirty="0">
                <a:solidFill>
                  <a:srgbClr val="343434"/>
                </a:solidFill>
                <a:latin typeface="+mn-lt"/>
                <a:cs typeface="Times New Roman"/>
              </a:rPr>
              <a:t>on</a:t>
            </a:r>
            <a:r>
              <a:rPr sz="2400" spc="345" dirty="0">
                <a:solidFill>
                  <a:srgbClr val="343434"/>
                </a:solidFill>
                <a:latin typeface="+mn-lt"/>
                <a:cs typeface="Times New Roman"/>
              </a:rPr>
              <a:t> </a:t>
            </a:r>
            <a:r>
              <a:rPr sz="2400" spc="-165" dirty="0">
                <a:solidFill>
                  <a:srgbClr val="1F1F1F"/>
                </a:solidFill>
                <a:latin typeface="+mn-lt"/>
                <a:cs typeface="Times New Roman"/>
              </a:rPr>
              <a:t>FIPA</a:t>
            </a:r>
            <a:r>
              <a:rPr sz="2400" spc="15" dirty="0">
                <a:solidFill>
                  <a:srgbClr val="1F1F1F"/>
                </a:solidFill>
                <a:latin typeface="+mn-lt"/>
                <a:cs typeface="Times New Roman"/>
              </a:rPr>
              <a:t> </a:t>
            </a:r>
            <a:r>
              <a:rPr sz="2400" spc="110" dirty="0">
                <a:solidFill>
                  <a:srgbClr val="343434"/>
                </a:solidFill>
                <a:latin typeface="+mn-lt"/>
                <a:cs typeface="Times New Roman"/>
              </a:rPr>
              <a:t>and</a:t>
            </a:r>
            <a:r>
              <a:rPr sz="2400" spc="-85" dirty="0">
                <a:solidFill>
                  <a:srgbClr val="343434"/>
                </a:solidFill>
                <a:latin typeface="+mn-lt"/>
                <a:cs typeface="Times New Roman"/>
              </a:rPr>
              <a:t> </a:t>
            </a:r>
            <a:r>
              <a:rPr sz="2400" spc="90" dirty="0">
                <a:solidFill>
                  <a:srgbClr val="343434"/>
                </a:solidFill>
                <a:latin typeface="+mn-lt"/>
                <a:cs typeface="Times New Roman"/>
              </a:rPr>
              <a:t>state-</a:t>
            </a:r>
            <a:r>
              <a:rPr sz="2400" spc="90" dirty="0">
                <a:solidFill>
                  <a:srgbClr val="0C0C0C"/>
                </a:solidFill>
                <a:latin typeface="+mn-lt"/>
                <a:cs typeface="Times New Roman"/>
              </a:rPr>
              <a:t>l</a:t>
            </a:r>
            <a:r>
              <a:rPr sz="2400" spc="90" dirty="0">
                <a:solidFill>
                  <a:srgbClr val="343434"/>
                </a:solidFill>
                <a:latin typeface="+mn-lt"/>
                <a:cs typeface="Times New Roman"/>
              </a:rPr>
              <a:t>eve</a:t>
            </a:r>
            <a:r>
              <a:rPr sz="2400" spc="90" dirty="0">
                <a:solidFill>
                  <a:srgbClr val="0C0C0C"/>
                </a:solidFill>
                <a:latin typeface="+mn-lt"/>
                <a:cs typeface="Times New Roman"/>
              </a:rPr>
              <a:t>l </a:t>
            </a:r>
            <a:r>
              <a:rPr sz="2400" spc="100" dirty="0">
                <a:solidFill>
                  <a:srgbClr val="1F1F1F"/>
                </a:solidFill>
                <a:latin typeface="+mn-lt"/>
                <a:cs typeface="Times New Roman"/>
              </a:rPr>
              <a:t>breach</a:t>
            </a:r>
            <a:r>
              <a:rPr sz="2400" spc="30" dirty="0">
                <a:solidFill>
                  <a:srgbClr val="1F1F1F"/>
                </a:solidFill>
                <a:latin typeface="+mn-lt"/>
                <a:cs typeface="Times New Roman"/>
              </a:rPr>
              <a:t> </a:t>
            </a:r>
            <a:r>
              <a:rPr sz="2400" spc="-10" dirty="0">
                <a:solidFill>
                  <a:srgbClr val="1F1F1F"/>
                </a:solidFill>
                <a:latin typeface="+mn-lt"/>
                <a:cs typeface="Times New Roman"/>
              </a:rPr>
              <a:t>notification</a:t>
            </a:r>
            <a:endParaRPr sz="2400" dirty="0">
              <a:latin typeface="+mn-lt"/>
              <a:cs typeface="Times New Roman"/>
            </a:endParaRPr>
          </a:p>
        </p:txBody>
      </p:sp>
      <p:sp>
        <p:nvSpPr>
          <p:cNvPr id="17" name="object 17"/>
          <p:cNvSpPr txBox="1"/>
          <p:nvPr/>
        </p:nvSpPr>
        <p:spPr>
          <a:xfrm>
            <a:off x="127000" y="8809720"/>
            <a:ext cx="17221200" cy="375744"/>
          </a:xfrm>
          <a:prstGeom prst="rect">
            <a:avLst/>
          </a:prstGeom>
        </p:spPr>
        <p:txBody>
          <a:bodyPr vert="horz" wrap="square" lIns="0" tIns="13970" rIns="0" bIns="0" rtlCol="0">
            <a:spAutoFit/>
          </a:bodyPr>
          <a:lstStyle/>
          <a:p>
            <a:pPr marL="12700" algn="ctr">
              <a:lnSpc>
                <a:spcPct val="100000"/>
              </a:lnSpc>
              <a:spcBef>
                <a:spcPts val="110"/>
              </a:spcBef>
            </a:pPr>
            <a:r>
              <a:rPr sz="2350" b="1" dirty="0">
                <a:solidFill>
                  <a:schemeClr val="tx1">
                    <a:lumMod val="50000"/>
                    <a:lumOff val="50000"/>
                  </a:schemeClr>
                </a:solidFill>
                <a:latin typeface="+mn-lt"/>
                <a:cs typeface="Times New Roman"/>
              </a:rPr>
              <a:t>Legal Notice: </a:t>
            </a:r>
            <a:r>
              <a:rPr sz="2350" dirty="0">
                <a:solidFill>
                  <a:schemeClr val="tx1">
                    <a:lumMod val="50000"/>
                    <a:lumOff val="50000"/>
                  </a:schemeClr>
                </a:solidFill>
                <a:latin typeface="+mn-lt"/>
                <a:cs typeface="Times New Roman"/>
              </a:rPr>
              <a:t>This material covers federal mandates and Florida-specific regulations. Completion and attestation are required for </a:t>
            </a:r>
            <a:r>
              <a:rPr lang="en-US" sz="2350" dirty="0">
                <a:solidFill>
                  <a:schemeClr val="tx1">
                    <a:lumMod val="50000"/>
                    <a:lumOff val="50000"/>
                  </a:schemeClr>
                </a:solidFill>
                <a:latin typeface="+mn-lt"/>
                <a:cs typeface="Times New Roman"/>
              </a:rPr>
              <a:t> </a:t>
            </a:r>
            <a:r>
              <a:rPr sz="2350" dirty="0">
                <a:solidFill>
                  <a:schemeClr val="tx1">
                    <a:lumMod val="50000"/>
                    <a:lumOff val="50000"/>
                  </a:schemeClr>
                </a:solidFill>
                <a:latin typeface="+mn-lt"/>
                <a:cs typeface="Times New Roman"/>
              </a:rPr>
              <a:t>all staff. </a:t>
            </a:r>
            <a:endParaRPr sz="1350" dirty="0">
              <a:solidFill>
                <a:schemeClr val="tx1">
                  <a:lumMod val="50000"/>
                  <a:lumOff val="50000"/>
                </a:schemeClr>
              </a:solidFill>
              <a:latin typeface="+mn-lt"/>
              <a:cs typeface="Arial"/>
            </a:endParaRPr>
          </a:p>
        </p:txBody>
      </p:sp>
      <p:pic>
        <p:nvPicPr>
          <p:cNvPr id="20" name="Picture 19">
            <a:extLst>
              <a:ext uri="{FF2B5EF4-FFF2-40B4-BE49-F238E27FC236}">
                <a16:creationId xmlns:a16="http://schemas.microsoft.com/office/drawing/2014/main" id="{B3EB4810-A31B-30A2-8241-994BED009B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9664" y="3139756"/>
            <a:ext cx="2475833" cy="2475833"/>
          </a:xfrm>
          <a:prstGeom prst="rect">
            <a:avLst/>
          </a:prstGeom>
        </p:spPr>
      </p:pic>
      <p:sp>
        <p:nvSpPr>
          <p:cNvPr id="23" name="object 17">
            <a:extLst>
              <a:ext uri="{FF2B5EF4-FFF2-40B4-BE49-F238E27FC236}">
                <a16:creationId xmlns:a16="http://schemas.microsoft.com/office/drawing/2014/main" id="{6FF03330-EB50-7710-5C1F-BC0F087C2F67}"/>
              </a:ext>
            </a:extLst>
          </p:cNvPr>
          <p:cNvSpPr txBox="1"/>
          <p:nvPr/>
        </p:nvSpPr>
        <p:spPr>
          <a:xfrm>
            <a:off x="143795" y="9185464"/>
            <a:ext cx="17221200" cy="375744"/>
          </a:xfrm>
          <a:prstGeom prst="rect">
            <a:avLst/>
          </a:prstGeom>
        </p:spPr>
        <p:txBody>
          <a:bodyPr vert="horz" wrap="square" lIns="0" tIns="13970" rIns="0" bIns="0" rtlCol="0">
            <a:spAutoFit/>
          </a:bodyPr>
          <a:lstStyle/>
          <a:p>
            <a:pPr marL="12700" algn="ctr">
              <a:lnSpc>
                <a:spcPct val="100000"/>
              </a:lnSpc>
              <a:spcBef>
                <a:spcPts val="110"/>
              </a:spcBef>
            </a:pPr>
            <a:r>
              <a:rPr lang="en-US" sz="2350" b="1" dirty="0">
                <a:solidFill>
                  <a:schemeClr val="tx1">
                    <a:lumMod val="50000"/>
                    <a:lumOff val="50000"/>
                  </a:schemeClr>
                </a:solidFill>
                <a:latin typeface="+mn-lt"/>
                <a:cs typeface="Times New Roman"/>
              </a:rPr>
              <a:t>Copyright 2026 Transworld Medical Management, LLC. All rights reserved.</a:t>
            </a:r>
            <a:endParaRPr sz="1350" dirty="0">
              <a:solidFill>
                <a:schemeClr val="tx1">
                  <a:lumMod val="50000"/>
                  <a:lumOff val="50000"/>
                </a:schemeClr>
              </a:solidFill>
              <a:latin typeface="+mn-lt"/>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 name="Rectangle: Rounded Corners 82">
            <a:extLst>
              <a:ext uri="{FF2B5EF4-FFF2-40B4-BE49-F238E27FC236}">
                <a16:creationId xmlns:a16="http://schemas.microsoft.com/office/drawing/2014/main" id="{7A2788F1-7B97-1411-D6C8-102253D40573}"/>
              </a:ext>
            </a:extLst>
          </p:cNvPr>
          <p:cNvSpPr/>
          <p:nvPr/>
        </p:nvSpPr>
        <p:spPr>
          <a:xfrm>
            <a:off x="741680" y="7239000"/>
            <a:ext cx="15991840" cy="18288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bject 63"/>
          <p:cNvSpPr txBox="1"/>
          <p:nvPr/>
        </p:nvSpPr>
        <p:spPr>
          <a:xfrm>
            <a:off x="2499933" y="572330"/>
            <a:ext cx="12475332" cy="846386"/>
          </a:xfrm>
          <a:prstGeom prst="rect">
            <a:avLst/>
          </a:prstGeom>
        </p:spPr>
        <p:txBody>
          <a:bodyPr vert="horz" wrap="square" lIns="0" tIns="15240" rIns="0" bIns="0" rtlCol="0">
            <a:spAutoFit/>
          </a:bodyPr>
          <a:lstStyle/>
          <a:p>
            <a:pPr marL="12700" algn="ctr">
              <a:lnSpc>
                <a:spcPct val="100000"/>
              </a:lnSpc>
              <a:spcBef>
                <a:spcPts val="120"/>
              </a:spcBef>
            </a:pPr>
            <a:r>
              <a:rPr sz="5400" b="1" spc="80" dirty="0">
                <a:solidFill>
                  <a:srgbClr val="052346"/>
                </a:solidFill>
                <a:latin typeface="Arial"/>
                <a:cs typeface="Arial"/>
              </a:rPr>
              <a:t>Trust</a:t>
            </a:r>
            <a:r>
              <a:rPr sz="5400" b="1" spc="-140" dirty="0">
                <a:solidFill>
                  <a:srgbClr val="052346"/>
                </a:solidFill>
                <a:latin typeface="Arial"/>
                <a:cs typeface="Arial"/>
              </a:rPr>
              <a:t> </a:t>
            </a:r>
            <a:r>
              <a:rPr sz="5400" b="1" spc="170" dirty="0">
                <a:solidFill>
                  <a:srgbClr val="052346"/>
                </a:solidFill>
                <a:latin typeface="Arial"/>
                <a:cs typeface="Arial"/>
              </a:rPr>
              <a:t>is</a:t>
            </a:r>
            <a:r>
              <a:rPr sz="5400" b="1" spc="-415" dirty="0">
                <a:solidFill>
                  <a:srgbClr val="052346"/>
                </a:solidFill>
                <a:latin typeface="Arial"/>
                <a:cs typeface="Arial"/>
              </a:rPr>
              <a:t> </a:t>
            </a:r>
            <a:r>
              <a:rPr sz="5400" b="1" spc="200" dirty="0">
                <a:solidFill>
                  <a:srgbClr val="052346"/>
                </a:solidFill>
                <a:latin typeface="Arial"/>
                <a:cs typeface="Arial"/>
              </a:rPr>
              <a:t>the</a:t>
            </a:r>
            <a:r>
              <a:rPr sz="5400" b="1" spc="-125" dirty="0">
                <a:solidFill>
                  <a:srgbClr val="052346"/>
                </a:solidFill>
                <a:latin typeface="Arial"/>
                <a:cs typeface="Arial"/>
              </a:rPr>
              <a:t> </a:t>
            </a:r>
            <a:r>
              <a:rPr sz="5400" b="1" spc="60" dirty="0">
                <a:solidFill>
                  <a:srgbClr val="052346"/>
                </a:solidFill>
                <a:latin typeface="Arial"/>
                <a:cs typeface="Arial"/>
              </a:rPr>
              <a:t>Foundation</a:t>
            </a:r>
            <a:r>
              <a:rPr sz="5400" b="1" spc="70" dirty="0">
                <a:solidFill>
                  <a:srgbClr val="052346"/>
                </a:solidFill>
                <a:latin typeface="Arial"/>
                <a:cs typeface="Arial"/>
              </a:rPr>
              <a:t> </a:t>
            </a:r>
            <a:r>
              <a:rPr sz="5400" b="1" spc="114" dirty="0">
                <a:solidFill>
                  <a:srgbClr val="052346"/>
                </a:solidFill>
                <a:latin typeface="Arial"/>
                <a:cs typeface="Arial"/>
              </a:rPr>
              <a:t>of</a:t>
            </a:r>
            <a:r>
              <a:rPr sz="5400" b="1" spc="-130" dirty="0">
                <a:solidFill>
                  <a:srgbClr val="052346"/>
                </a:solidFill>
                <a:latin typeface="Arial"/>
                <a:cs typeface="Arial"/>
              </a:rPr>
              <a:t> </a:t>
            </a:r>
            <a:r>
              <a:rPr sz="5400" b="1" spc="55" dirty="0">
                <a:solidFill>
                  <a:srgbClr val="052346"/>
                </a:solidFill>
                <a:latin typeface="Arial"/>
                <a:cs typeface="Arial"/>
              </a:rPr>
              <a:t>Recovery</a:t>
            </a:r>
            <a:endParaRPr sz="5400" dirty="0">
              <a:latin typeface="Arial"/>
              <a:cs typeface="Arial"/>
            </a:endParaRPr>
          </a:p>
        </p:txBody>
      </p:sp>
      <p:sp>
        <p:nvSpPr>
          <p:cNvPr id="79" name="object 79"/>
          <p:cNvSpPr txBox="1"/>
          <p:nvPr/>
        </p:nvSpPr>
        <p:spPr>
          <a:xfrm>
            <a:off x="1385501" y="7442992"/>
            <a:ext cx="14740890" cy="1315085"/>
          </a:xfrm>
          <a:prstGeom prst="rect">
            <a:avLst/>
          </a:prstGeom>
        </p:spPr>
        <p:txBody>
          <a:bodyPr vert="horz" wrap="square" lIns="0" tIns="57150" rIns="0" bIns="0" rtlCol="0">
            <a:spAutoFit/>
          </a:bodyPr>
          <a:lstStyle/>
          <a:p>
            <a:pPr marL="12065" marR="5080" indent="-9525" algn="ctr">
              <a:lnSpc>
                <a:spcPct val="90700"/>
              </a:lnSpc>
              <a:spcBef>
                <a:spcPts val="450"/>
              </a:spcBef>
            </a:pPr>
            <a:r>
              <a:rPr sz="3000" b="1" spc="60" dirty="0">
                <a:solidFill>
                  <a:srgbClr val="030303"/>
                </a:solidFill>
                <a:latin typeface="+mn-lt"/>
                <a:cs typeface="Times New Roman"/>
              </a:rPr>
              <a:t>The</a:t>
            </a:r>
            <a:r>
              <a:rPr sz="3000" b="1" spc="-160" dirty="0">
                <a:solidFill>
                  <a:srgbClr val="030303"/>
                </a:solidFill>
                <a:latin typeface="+mn-lt"/>
                <a:cs typeface="Times New Roman"/>
              </a:rPr>
              <a:t> </a:t>
            </a:r>
            <a:r>
              <a:rPr sz="3000" b="1" dirty="0">
                <a:solidFill>
                  <a:srgbClr val="030303"/>
                </a:solidFill>
                <a:latin typeface="+mn-lt"/>
                <a:cs typeface="Times New Roman"/>
              </a:rPr>
              <a:t>Clinical</a:t>
            </a:r>
            <a:r>
              <a:rPr sz="3000" b="1" spc="135" dirty="0">
                <a:solidFill>
                  <a:srgbClr val="030303"/>
                </a:solidFill>
                <a:latin typeface="+mn-lt"/>
                <a:cs typeface="Times New Roman"/>
              </a:rPr>
              <a:t> </a:t>
            </a:r>
            <a:r>
              <a:rPr sz="3000" b="1" spc="-10" dirty="0">
                <a:solidFill>
                  <a:srgbClr val="030303"/>
                </a:solidFill>
                <a:latin typeface="+mn-lt"/>
                <a:cs typeface="Times New Roman"/>
              </a:rPr>
              <a:t>Reality: </a:t>
            </a:r>
            <a:r>
              <a:rPr sz="3000" b="1" spc="-30" dirty="0">
                <a:solidFill>
                  <a:srgbClr val="952826"/>
                </a:solidFill>
                <a:latin typeface="+mn-lt"/>
                <a:cs typeface="Times New Roman"/>
              </a:rPr>
              <a:t>If</a:t>
            </a:r>
            <a:r>
              <a:rPr sz="3000" b="1" spc="-55" dirty="0">
                <a:solidFill>
                  <a:srgbClr val="952826"/>
                </a:solidFill>
                <a:latin typeface="+mn-lt"/>
                <a:cs typeface="Times New Roman"/>
              </a:rPr>
              <a:t> </a:t>
            </a:r>
            <a:r>
              <a:rPr sz="3000" b="1" spc="80" dirty="0">
                <a:solidFill>
                  <a:srgbClr val="952826"/>
                </a:solidFill>
                <a:latin typeface="+mn-lt"/>
                <a:cs typeface="Times New Roman"/>
              </a:rPr>
              <a:t>patients</a:t>
            </a:r>
            <a:r>
              <a:rPr sz="3000" b="1" spc="15" dirty="0">
                <a:solidFill>
                  <a:srgbClr val="952826"/>
                </a:solidFill>
                <a:latin typeface="+mn-lt"/>
                <a:cs typeface="Times New Roman"/>
              </a:rPr>
              <a:t> </a:t>
            </a:r>
            <a:r>
              <a:rPr sz="3000" b="1" spc="110" dirty="0">
                <a:solidFill>
                  <a:srgbClr val="952826"/>
                </a:solidFill>
                <a:latin typeface="+mn-lt"/>
                <a:cs typeface="Times New Roman"/>
              </a:rPr>
              <a:t>do</a:t>
            </a:r>
            <a:r>
              <a:rPr sz="3000" b="1" spc="-229" dirty="0">
                <a:solidFill>
                  <a:srgbClr val="952826"/>
                </a:solidFill>
                <a:latin typeface="+mn-lt"/>
                <a:cs typeface="Times New Roman"/>
              </a:rPr>
              <a:t> </a:t>
            </a:r>
            <a:r>
              <a:rPr sz="3000" b="1" spc="95" dirty="0">
                <a:solidFill>
                  <a:srgbClr val="952826"/>
                </a:solidFill>
                <a:latin typeface="+mn-lt"/>
                <a:cs typeface="Times New Roman"/>
              </a:rPr>
              <a:t>not</a:t>
            </a:r>
            <a:r>
              <a:rPr sz="3000" b="1" spc="45" dirty="0">
                <a:solidFill>
                  <a:srgbClr val="952826"/>
                </a:solidFill>
                <a:latin typeface="+mn-lt"/>
                <a:cs typeface="Times New Roman"/>
              </a:rPr>
              <a:t> </a:t>
            </a:r>
            <a:r>
              <a:rPr sz="3000" b="1" spc="95" dirty="0">
                <a:solidFill>
                  <a:srgbClr val="952826"/>
                </a:solidFill>
                <a:latin typeface="+mn-lt"/>
                <a:cs typeface="Times New Roman"/>
              </a:rPr>
              <a:t>trust</a:t>
            </a:r>
            <a:r>
              <a:rPr sz="3000" b="1" spc="-145" dirty="0">
                <a:solidFill>
                  <a:srgbClr val="952826"/>
                </a:solidFill>
                <a:latin typeface="+mn-lt"/>
                <a:cs typeface="Times New Roman"/>
              </a:rPr>
              <a:t> </a:t>
            </a:r>
            <a:r>
              <a:rPr sz="3000" b="1" spc="110" dirty="0">
                <a:solidFill>
                  <a:srgbClr val="952826"/>
                </a:solidFill>
                <a:latin typeface="+mn-lt"/>
                <a:cs typeface="Times New Roman"/>
              </a:rPr>
              <a:t>us</a:t>
            </a:r>
            <a:r>
              <a:rPr sz="3000" b="1" spc="65" dirty="0">
                <a:solidFill>
                  <a:srgbClr val="952826"/>
                </a:solidFill>
                <a:latin typeface="+mn-lt"/>
                <a:cs typeface="Times New Roman"/>
              </a:rPr>
              <a:t> </a:t>
            </a:r>
            <a:r>
              <a:rPr sz="3000" b="1" spc="105" dirty="0">
                <a:solidFill>
                  <a:srgbClr val="952826"/>
                </a:solidFill>
                <a:latin typeface="+mn-lt"/>
                <a:cs typeface="Times New Roman"/>
              </a:rPr>
              <a:t>with</a:t>
            </a:r>
            <a:r>
              <a:rPr sz="3000" b="1" spc="-95" dirty="0">
                <a:solidFill>
                  <a:srgbClr val="952826"/>
                </a:solidFill>
                <a:latin typeface="+mn-lt"/>
                <a:cs typeface="Times New Roman"/>
              </a:rPr>
              <a:t> </a:t>
            </a:r>
            <a:r>
              <a:rPr sz="3000" b="1" spc="105" dirty="0">
                <a:solidFill>
                  <a:srgbClr val="952826"/>
                </a:solidFill>
                <a:latin typeface="+mn-lt"/>
                <a:cs typeface="Times New Roman"/>
              </a:rPr>
              <a:t>their</a:t>
            </a:r>
            <a:r>
              <a:rPr sz="3000" b="1" spc="-215" dirty="0">
                <a:solidFill>
                  <a:srgbClr val="952826"/>
                </a:solidFill>
                <a:latin typeface="+mn-lt"/>
                <a:cs typeface="Times New Roman"/>
              </a:rPr>
              <a:t> </a:t>
            </a:r>
            <a:r>
              <a:rPr sz="3000" b="1" dirty="0">
                <a:solidFill>
                  <a:srgbClr val="952826"/>
                </a:solidFill>
                <a:latin typeface="+mn-lt"/>
                <a:cs typeface="Times New Roman"/>
              </a:rPr>
              <a:t>data,</a:t>
            </a:r>
            <a:r>
              <a:rPr sz="3000" b="1" spc="30" dirty="0">
                <a:solidFill>
                  <a:srgbClr val="952826"/>
                </a:solidFill>
                <a:latin typeface="+mn-lt"/>
                <a:cs typeface="Times New Roman"/>
              </a:rPr>
              <a:t> </a:t>
            </a:r>
            <a:r>
              <a:rPr sz="3000" b="1" spc="120" dirty="0">
                <a:solidFill>
                  <a:srgbClr val="952826"/>
                </a:solidFill>
                <a:latin typeface="+mn-lt"/>
                <a:cs typeface="Times New Roman"/>
              </a:rPr>
              <a:t>they</a:t>
            </a:r>
            <a:r>
              <a:rPr sz="3000" b="1" spc="-110" dirty="0">
                <a:solidFill>
                  <a:srgbClr val="952826"/>
                </a:solidFill>
                <a:latin typeface="+mn-lt"/>
                <a:cs typeface="Times New Roman"/>
              </a:rPr>
              <a:t> </a:t>
            </a:r>
            <a:r>
              <a:rPr sz="3000" b="1" spc="65" dirty="0">
                <a:solidFill>
                  <a:srgbClr val="952826"/>
                </a:solidFill>
                <a:latin typeface="+mn-lt"/>
                <a:cs typeface="Times New Roman"/>
              </a:rPr>
              <a:t>will</a:t>
            </a:r>
            <a:r>
              <a:rPr sz="3000" b="1" spc="-65" dirty="0">
                <a:solidFill>
                  <a:srgbClr val="952826"/>
                </a:solidFill>
                <a:latin typeface="+mn-lt"/>
                <a:cs typeface="Times New Roman"/>
              </a:rPr>
              <a:t> </a:t>
            </a:r>
            <a:r>
              <a:rPr sz="3000" b="1" spc="135" dirty="0">
                <a:solidFill>
                  <a:srgbClr val="952826"/>
                </a:solidFill>
                <a:latin typeface="+mn-lt"/>
                <a:cs typeface="Times New Roman"/>
              </a:rPr>
              <a:t>not</a:t>
            </a:r>
            <a:r>
              <a:rPr sz="3000" b="1" spc="-180" dirty="0">
                <a:solidFill>
                  <a:srgbClr val="952826"/>
                </a:solidFill>
                <a:latin typeface="+mn-lt"/>
                <a:cs typeface="Times New Roman"/>
              </a:rPr>
              <a:t> </a:t>
            </a:r>
            <a:r>
              <a:rPr sz="3000" b="1" spc="120" dirty="0">
                <a:solidFill>
                  <a:srgbClr val="952826"/>
                </a:solidFill>
                <a:latin typeface="+mn-lt"/>
                <a:cs typeface="Times New Roman"/>
              </a:rPr>
              <a:t>trust</a:t>
            </a:r>
            <a:r>
              <a:rPr sz="3000" b="1" spc="-170" dirty="0">
                <a:solidFill>
                  <a:srgbClr val="952826"/>
                </a:solidFill>
                <a:latin typeface="+mn-lt"/>
                <a:cs typeface="Times New Roman"/>
              </a:rPr>
              <a:t> </a:t>
            </a:r>
            <a:r>
              <a:rPr sz="3000" b="1" spc="110" dirty="0">
                <a:solidFill>
                  <a:srgbClr val="952826"/>
                </a:solidFill>
                <a:latin typeface="+mn-lt"/>
                <a:cs typeface="Times New Roman"/>
              </a:rPr>
              <a:t>us </a:t>
            </a:r>
            <a:r>
              <a:rPr sz="3000" b="1" spc="105" dirty="0">
                <a:solidFill>
                  <a:srgbClr val="952826"/>
                </a:solidFill>
                <a:latin typeface="+mn-lt"/>
                <a:cs typeface="Times New Roman"/>
              </a:rPr>
              <a:t>with</a:t>
            </a:r>
            <a:r>
              <a:rPr sz="3000" b="1" spc="10" dirty="0">
                <a:solidFill>
                  <a:srgbClr val="952826"/>
                </a:solidFill>
                <a:latin typeface="+mn-lt"/>
                <a:cs typeface="Times New Roman"/>
              </a:rPr>
              <a:t> </a:t>
            </a:r>
            <a:r>
              <a:rPr sz="3000" b="1" spc="80" dirty="0">
                <a:solidFill>
                  <a:srgbClr val="952826"/>
                </a:solidFill>
                <a:latin typeface="+mn-lt"/>
                <a:cs typeface="Times New Roman"/>
              </a:rPr>
              <a:t>their</a:t>
            </a:r>
            <a:r>
              <a:rPr sz="3000" b="1" spc="-90" dirty="0">
                <a:solidFill>
                  <a:srgbClr val="952826"/>
                </a:solidFill>
                <a:latin typeface="+mn-lt"/>
                <a:cs typeface="Times New Roman"/>
              </a:rPr>
              <a:t> </a:t>
            </a:r>
            <a:r>
              <a:rPr sz="3000" b="1" spc="70" dirty="0">
                <a:solidFill>
                  <a:srgbClr val="952826"/>
                </a:solidFill>
                <a:latin typeface="+mn-lt"/>
                <a:cs typeface="Times New Roman"/>
              </a:rPr>
              <a:t>history</a:t>
            </a:r>
            <a:r>
              <a:rPr sz="3000" b="1" spc="70" dirty="0">
                <a:solidFill>
                  <a:srgbClr val="151618"/>
                </a:solidFill>
                <a:latin typeface="+mn-lt"/>
                <a:cs typeface="Times New Roman"/>
              </a:rPr>
              <a:t>.</a:t>
            </a:r>
            <a:r>
              <a:rPr sz="3000" b="1" spc="-160" dirty="0">
                <a:solidFill>
                  <a:srgbClr val="151618"/>
                </a:solidFill>
                <a:latin typeface="+mn-lt"/>
                <a:cs typeface="Times New Roman"/>
              </a:rPr>
              <a:t> </a:t>
            </a:r>
            <a:r>
              <a:rPr sz="3000" b="1" dirty="0">
                <a:solidFill>
                  <a:srgbClr val="030303"/>
                </a:solidFill>
                <a:latin typeface="+mn-lt"/>
                <a:cs typeface="Times New Roman"/>
              </a:rPr>
              <a:t>In</a:t>
            </a:r>
            <a:r>
              <a:rPr sz="3000" b="1" spc="-145" dirty="0">
                <a:solidFill>
                  <a:srgbClr val="030303"/>
                </a:solidFill>
                <a:latin typeface="+mn-lt"/>
                <a:cs typeface="Times New Roman"/>
              </a:rPr>
              <a:t> </a:t>
            </a:r>
            <a:r>
              <a:rPr sz="3000" b="1" dirty="0">
                <a:solidFill>
                  <a:srgbClr val="030303"/>
                </a:solidFill>
                <a:latin typeface="+mn-lt"/>
                <a:cs typeface="Times New Roman"/>
              </a:rPr>
              <a:t>psychiatric</a:t>
            </a:r>
            <a:r>
              <a:rPr sz="3000" b="1" spc="200" dirty="0">
                <a:solidFill>
                  <a:srgbClr val="030303"/>
                </a:solidFill>
                <a:latin typeface="+mn-lt"/>
                <a:cs typeface="Times New Roman"/>
              </a:rPr>
              <a:t> </a:t>
            </a:r>
            <a:r>
              <a:rPr sz="3000" b="1" spc="60" dirty="0">
                <a:solidFill>
                  <a:srgbClr val="030303"/>
                </a:solidFill>
                <a:latin typeface="+mn-lt"/>
                <a:cs typeface="Times New Roman"/>
              </a:rPr>
              <a:t>and</a:t>
            </a:r>
            <a:r>
              <a:rPr sz="3000" b="1" spc="-80" dirty="0">
                <a:solidFill>
                  <a:srgbClr val="030303"/>
                </a:solidFill>
                <a:latin typeface="+mn-lt"/>
                <a:cs typeface="Times New Roman"/>
              </a:rPr>
              <a:t> </a:t>
            </a:r>
            <a:r>
              <a:rPr sz="3000" b="1" dirty="0">
                <a:solidFill>
                  <a:srgbClr val="030303"/>
                </a:solidFill>
                <a:latin typeface="+mn-lt"/>
                <a:cs typeface="Times New Roman"/>
              </a:rPr>
              <a:t>addiction</a:t>
            </a:r>
            <a:r>
              <a:rPr sz="3000" b="1" spc="120" dirty="0">
                <a:solidFill>
                  <a:srgbClr val="030303"/>
                </a:solidFill>
                <a:latin typeface="+mn-lt"/>
                <a:cs typeface="Times New Roman"/>
              </a:rPr>
              <a:t> </a:t>
            </a:r>
            <a:r>
              <a:rPr sz="3000" b="1" spc="50" dirty="0">
                <a:solidFill>
                  <a:srgbClr val="030303"/>
                </a:solidFill>
                <a:latin typeface="+mn-lt"/>
                <a:cs typeface="Times New Roman"/>
              </a:rPr>
              <a:t>care,</a:t>
            </a:r>
            <a:r>
              <a:rPr sz="3000" b="1" spc="-70" dirty="0">
                <a:solidFill>
                  <a:srgbClr val="030303"/>
                </a:solidFill>
                <a:latin typeface="+mn-lt"/>
                <a:cs typeface="Times New Roman"/>
              </a:rPr>
              <a:t> </a:t>
            </a:r>
            <a:r>
              <a:rPr sz="3000" b="1" spc="60" dirty="0">
                <a:solidFill>
                  <a:srgbClr val="030303"/>
                </a:solidFill>
                <a:latin typeface="+mn-lt"/>
                <a:cs typeface="Times New Roman"/>
              </a:rPr>
              <a:t>a</a:t>
            </a:r>
            <a:r>
              <a:rPr sz="3000" b="1" spc="-35" dirty="0">
                <a:solidFill>
                  <a:srgbClr val="030303"/>
                </a:solidFill>
                <a:latin typeface="+mn-lt"/>
                <a:cs typeface="Times New Roman"/>
              </a:rPr>
              <a:t> </a:t>
            </a:r>
            <a:r>
              <a:rPr sz="3000" b="1" spc="50" dirty="0">
                <a:solidFill>
                  <a:srgbClr val="030303"/>
                </a:solidFill>
                <a:latin typeface="+mn-lt"/>
                <a:cs typeface="Times New Roman"/>
              </a:rPr>
              <a:t>breach</a:t>
            </a:r>
            <a:r>
              <a:rPr sz="3000" b="1" spc="25" dirty="0">
                <a:solidFill>
                  <a:srgbClr val="030303"/>
                </a:solidFill>
                <a:latin typeface="+mn-lt"/>
                <a:cs typeface="Times New Roman"/>
              </a:rPr>
              <a:t> </a:t>
            </a:r>
            <a:r>
              <a:rPr sz="3000" b="1" spc="135" dirty="0">
                <a:solidFill>
                  <a:srgbClr val="030303"/>
                </a:solidFill>
                <a:latin typeface="+mn-lt"/>
                <a:cs typeface="Times New Roman"/>
              </a:rPr>
              <a:t>does</a:t>
            </a:r>
            <a:r>
              <a:rPr sz="3000" b="1" spc="-70" dirty="0">
                <a:solidFill>
                  <a:srgbClr val="030303"/>
                </a:solidFill>
                <a:latin typeface="+mn-lt"/>
                <a:cs typeface="Times New Roman"/>
              </a:rPr>
              <a:t> </a:t>
            </a:r>
            <a:r>
              <a:rPr sz="3000" b="1" spc="135" dirty="0">
                <a:solidFill>
                  <a:srgbClr val="030303"/>
                </a:solidFill>
                <a:latin typeface="+mn-lt"/>
                <a:cs typeface="Times New Roman"/>
              </a:rPr>
              <a:t>not</a:t>
            </a:r>
            <a:r>
              <a:rPr sz="3000" b="1" spc="-160" dirty="0">
                <a:solidFill>
                  <a:srgbClr val="030303"/>
                </a:solidFill>
                <a:latin typeface="+mn-lt"/>
                <a:cs typeface="Times New Roman"/>
              </a:rPr>
              <a:t> </a:t>
            </a:r>
            <a:r>
              <a:rPr sz="3000" b="1" spc="95" dirty="0">
                <a:solidFill>
                  <a:srgbClr val="030303"/>
                </a:solidFill>
                <a:latin typeface="+mn-lt"/>
                <a:cs typeface="Times New Roman"/>
              </a:rPr>
              <a:t>just</a:t>
            </a:r>
            <a:r>
              <a:rPr sz="3000" b="1" spc="-70" dirty="0">
                <a:solidFill>
                  <a:srgbClr val="030303"/>
                </a:solidFill>
                <a:latin typeface="+mn-lt"/>
                <a:cs typeface="Times New Roman"/>
              </a:rPr>
              <a:t> </a:t>
            </a:r>
            <a:r>
              <a:rPr sz="3000" b="1" dirty="0">
                <a:solidFill>
                  <a:srgbClr val="030303"/>
                </a:solidFill>
                <a:latin typeface="+mn-lt"/>
                <a:cs typeface="Times New Roman"/>
              </a:rPr>
              <a:t>embarrass</a:t>
            </a:r>
            <a:r>
              <a:rPr sz="3000" b="1" spc="170" dirty="0">
                <a:solidFill>
                  <a:srgbClr val="030303"/>
                </a:solidFill>
                <a:latin typeface="+mn-lt"/>
                <a:cs typeface="Times New Roman"/>
              </a:rPr>
              <a:t> </a:t>
            </a:r>
            <a:r>
              <a:rPr sz="3000" b="1" spc="-50" dirty="0">
                <a:solidFill>
                  <a:srgbClr val="030303"/>
                </a:solidFill>
                <a:latin typeface="+mn-lt"/>
                <a:cs typeface="Times New Roman"/>
              </a:rPr>
              <a:t>a </a:t>
            </a:r>
            <a:r>
              <a:rPr sz="3000" b="1" spc="50" dirty="0">
                <a:solidFill>
                  <a:srgbClr val="030303"/>
                </a:solidFill>
                <a:latin typeface="+mn-lt"/>
                <a:cs typeface="Times New Roman"/>
              </a:rPr>
              <a:t>patient;</a:t>
            </a:r>
            <a:r>
              <a:rPr sz="3000" b="1" spc="-5" dirty="0">
                <a:solidFill>
                  <a:srgbClr val="030303"/>
                </a:solidFill>
                <a:latin typeface="+mn-lt"/>
                <a:cs typeface="Times New Roman"/>
              </a:rPr>
              <a:t> </a:t>
            </a:r>
            <a:r>
              <a:rPr sz="3000" b="1" dirty="0">
                <a:solidFill>
                  <a:srgbClr val="030303"/>
                </a:solidFill>
                <a:latin typeface="+mn-lt"/>
                <a:cs typeface="Times New Roman"/>
              </a:rPr>
              <a:t>it</a:t>
            </a:r>
            <a:r>
              <a:rPr sz="3000" b="1" spc="40" dirty="0">
                <a:solidFill>
                  <a:srgbClr val="030303"/>
                </a:solidFill>
                <a:latin typeface="+mn-lt"/>
                <a:cs typeface="Times New Roman"/>
              </a:rPr>
              <a:t> </a:t>
            </a:r>
            <a:r>
              <a:rPr sz="3000" b="1" spc="100" dirty="0">
                <a:solidFill>
                  <a:srgbClr val="030303"/>
                </a:solidFill>
                <a:latin typeface="+mn-lt"/>
                <a:cs typeface="Times New Roman"/>
              </a:rPr>
              <a:t>can</a:t>
            </a:r>
            <a:r>
              <a:rPr sz="3000" b="1" spc="-20" dirty="0">
                <a:solidFill>
                  <a:srgbClr val="030303"/>
                </a:solidFill>
                <a:latin typeface="+mn-lt"/>
                <a:cs typeface="Times New Roman"/>
              </a:rPr>
              <a:t> </a:t>
            </a:r>
            <a:r>
              <a:rPr sz="3000" b="1" spc="65" dirty="0">
                <a:solidFill>
                  <a:srgbClr val="030303"/>
                </a:solidFill>
                <a:latin typeface="+mn-lt"/>
                <a:cs typeface="Times New Roman"/>
              </a:rPr>
              <a:t>destroy</a:t>
            </a:r>
            <a:r>
              <a:rPr sz="3000" b="1" spc="-15" dirty="0">
                <a:solidFill>
                  <a:srgbClr val="030303"/>
                </a:solidFill>
                <a:latin typeface="+mn-lt"/>
                <a:cs typeface="Times New Roman"/>
              </a:rPr>
              <a:t> </a:t>
            </a:r>
            <a:r>
              <a:rPr sz="3000" b="1" spc="105" dirty="0">
                <a:solidFill>
                  <a:srgbClr val="030303"/>
                </a:solidFill>
                <a:latin typeface="+mn-lt"/>
                <a:cs typeface="Times New Roman"/>
              </a:rPr>
              <a:t>their</a:t>
            </a:r>
            <a:r>
              <a:rPr sz="3000" b="1" spc="-65" dirty="0">
                <a:solidFill>
                  <a:srgbClr val="030303"/>
                </a:solidFill>
                <a:latin typeface="+mn-lt"/>
                <a:cs typeface="Times New Roman"/>
              </a:rPr>
              <a:t> </a:t>
            </a:r>
            <a:r>
              <a:rPr sz="3000" b="1" dirty="0">
                <a:solidFill>
                  <a:srgbClr val="030303"/>
                </a:solidFill>
                <a:latin typeface="+mn-lt"/>
                <a:cs typeface="Times New Roman"/>
              </a:rPr>
              <a:t>recovery</a:t>
            </a:r>
            <a:r>
              <a:rPr sz="3000" b="1" spc="95" dirty="0">
                <a:solidFill>
                  <a:srgbClr val="030303"/>
                </a:solidFill>
                <a:latin typeface="+mn-lt"/>
                <a:cs typeface="Times New Roman"/>
              </a:rPr>
              <a:t> </a:t>
            </a:r>
            <a:r>
              <a:rPr sz="3000" b="1" spc="60" dirty="0">
                <a:solidFill>
                  <a:srgbClr val="030303"/>
                </a:solidFill>
                <a:latin typeface="+mn-lt"/>
                <a:cs typeface="Times New Roman"/>
              </a:rPr>
              <a:t>and</a:t>
            </a:r>
            <a:r>
              <a:rPr sz="3000" b="1" spc="-60" dirty="0">
                <a:solidFill>
                  <a:srgbClr val="030303"/>
                </a:solidFill>
                <a:latin typeface="+mn-lt"/>
                <a:cs typeface="Times New Roman"/>
              </a:rPr>
              <a:t> </a:t>
            </a:r>
            <a:r>
              <a:rPr sz="3000" b="1" spc="-10" dirty="0">
                <a:solidFill>
                  <a:srgbClr val="030303"/>
                </a:solidFill>
                <a:latin typeface="+mn-lt"/>
                <a:cs typeface="Times New Roman"/>
              </a:rPr>
              <a:t>livelihood.</a:t>
            </a:r>
            <a:endParaRPr sz="3000" dirty="0">
              <a:latin typeface="+mn-lt"/>
              <a:cs typeface="Times New Roman"/>
            </a:endParaRPr>
          </a:p>
        </p:txBody>
      </p:sp>
      <p:graphicFrame>
        <p:nvGraphicFramePr>
          <p:cNvPr id="84" name="Diagram 83">
            <a:extLst>
              <a:ext uri="{FF2B5EF4-FFF2-40B4-BE49-F238E27FC236}">
                <a16:creationId xmlns:a16="http://schemas.microsoft.com/office/drawing/2014/main" id="{4252CD19-396A-4B36-8523-5B98BE3CF0E0}"/>
              </a:ext>
            </a:extLst>
          </p:cNvPr>
          <p:cNvGraphicFramePr/>
          <p:nvPr>
            <p:extLst>
              <p:ext uri="{D42A27DB-BD31-4B8C-83A1-F6EECF244321}">
                <p14:modId xmlns:p14="http://schemas.microsoft.com/office/powerpoint/2010/main" val="557090763"/>
              </p:ext>
            </p:extLst>
          </p:nvPr>
        </p:nvGraphicFramePr>
        <p:xfrm>
          <a:off x="1443868" y="1676400"/>
          <a:ext cx="14587463" cy="61398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17">
            <a:extLst>
              <a:ext uri="{FF2B5EF4-FFF2-40B4-BE49-F238E27FC236}">
                <a16:creationId xmlns:a16="http://schemas.microsoft.com/office/drawing/2014/main" id="{EEF7B13D-4F7E-6BB2-D33E-C20F9B1588FA}"/>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34AE63A7-A6CD-701C-C82A-74574F4D18AA}"/>
              </a:ext>
            </a:extLst>
          </p:cNvPr>
          <p:cNvSpPr/>
          <p:nvPr/>
        </p:nvSpPr>
        <p:spPr>
          <a:xfrm>
            <a:off x="13755946" y="3253488"/>
            <a:ext cx="3171567" cy="5865747"/>
          </a:xfrm>
          <a:prstGeom prst="rect">
            <a:avLst/>
          </a:prstGeom>
          <a:ln w="3810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1E20EEFB-EDD4-F129-A446-F954B906D0B9}"/>
              </a:ext>
            </a:extLst>
          </p:cNvPr>
          <p:cNvSpPr/>
          <p:nvPr/>
        </p:nvSpPr>
        <p:spPr>
          <a:xfrm>
            <a:off x="13755946" y="2423298"/>
            <a:ext cx="3171567" cy="830190"/>
          </a:xfrm>
          <a:prstGeom prst="rect">
            <a:avLst/>
          </a:prstGeom>
          <a:solidFill>
            <a:srgbClr val="C00000"/>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67FBC92-9A4F-BE48-0BF5-E5F2CF9F81A1}"/>
              </a:ext>
            </a:extLst>
          </p:cNvPr>
          <p:cNvSpPr/>
          <p:nvPr/>
        </p:nvSpPr>
        <p:spPr>
          <a:xfrm>
            <a:off x="547429" y="5940425"/>
            <a:ext cx="6177915" cy="3178810"/>
          </a:xfrm>
          <a:prstGeom prst="rect">
            <a:avLst/>
          </a:prstGeom>
          <a:solidFill>
            <a:schemeClr val="accent1">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F0FBFCEB-8AD9-B942-152A-19AD704AE102}"/>
              </a:ext>
            </a:extLst>
          </p:cNvPr>
          <p:cNvSpPr/>
          <p:nvPr/>
        </p:nvSpPr>
        <p:spPr>
          <a:xfrm>
            <a:off x="547687" y="2429648"/>
            <a:ext cx="6177915" cy="3178810"/>
          </a:xfrm>
          <a:prstGeom prst="rect">
            <a:avLst/>
          </a:prstGeom>
          <a:solidFill>
            <a:schemeClr val="accent1">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E793DF2-40EF-EF61-FBC7-1A647CCAAAD5}"/>
              </a:ext>
            </a:extLst>
          </p:cNvPr>
          <p:cNvSpPr/>
          <p:nvPr/>
        </p:nvSpPr>
        <p:spPr>
          <a:xfrm>
            <a:off x="7213599" y="5940425"/>
            <a:ext cx="6177915" cy="3178810"/>
          </a:xfrm>
          <a:prstGeom prst="rect">
            <a:avLst/>
          </a:prstGeom>
          <a:solidFill>
            <a:schemeClr val="accent1">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BBBFBF95-441B-7960-C5E9-561EA696D185}"/>
              </a:ext>
            </a:extLst>
          </p:cNvPr>
          <p:cNvSpPr/>
          <p:nvPr/>
        </p:nvSpPr>
        <p:spPr>
          <a:xfrm>
            <a:off x="7213600" y="2429647"/>
            <a:ext cx="6177915" cy="3178810"/>
          </a:xfrm>
          <a:prstGeom prst="rect">
            <a:avLst/>
          </a:prstGeom>
          <a:solidFill>
            <a:schemeClr val="accent1">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bject 31"/>
          <p:cNvSpPr txBox="1"/>
          <p:nvPr/>
        </p:nvSpPr>
        <p:spPr>
          <a:xfrm>
            <a:off x="760964" y="2423298"/>
            <a:ext cx="6145619" cy="2745880"/>
          </a:xfrm>
          <a:prstGeom prst="rect">
            <a:avLst/>
          </a:prstGeom>
          <a:noFill/>
          <a:ln w="38210">
            <a:noFill/>
          </a:ln>
        </p:spPr>
        <p:txBody>
          <a:bodyPr vert="horz" wrap="square" lIns="0" tIns="308610" rIns="0" bIns="0" rtlCol="0">
            <a:spAutoFit/>
          </a:bodyPr>
          <a:lstStyle/>
          <a:p>
            <a:pPr marL="337185">
              <a:lnSpc>
                <a:spcPct val="100000"/>
              </a:lnSpc>
              <a:spcBef>
                <a:spcPts val="2430"/>
              </a:spcBef>
            </a:pPr>
            <a:r>
              <a:rPr sz="3400" b="1" spc="60" dirty="0">
                <a:solidFill>
                  <a:srgbClr val="031D3F"/>
                </a:solidFill>
                <a:latin typeface="Arial"/>
                <a:cs typeface="Arial"/>
              </a:rPr>
              <a:t>Direct</a:t>
            </a:r>
            <a:r>
              <a:rPr sz="3400" b="1" spc="-125" dirty="0">
                <a:solidFill>
                  <a:srgbClr val="031D3F"/>
                </a:solidFill>
                <a:latin typeface="Arial"/>
                <a:cs typeface="Arial"/>
              </a:rPr>
              <a:t> </a:t>
            </a:r>
            <a:r>
              <a:rPr sz="3400" b="1" spc="55" dirty="0">
                <a:solidFill>
                  <a:srgbClr val="031D3F"/>
                </a:solidFill>
                <a:latin typeface="Arial"/>
                <a:cs typeface="Arial"/>
              </a:rPr>
              <a:t>Identifiers</a:t>
            </a:r>
            <a:endParaRPr sz="3400" dirty="0">
              <a:latin typeface="Arial"/>
              <a:cs typeface="Arial"/>
            </a:endParaRPr>
          </a:p>
          <a:p>
            <a:pPr marL="2102485" marR="1769745" indent="28575">
              <a:lnSpc>
                <a:spcPct val="89000"/>
              </a:lnSpc>
              <a:spcBef>
                <a:spcPts val="2285"/>
              </a:spcBef>
            </a:pPr>
            <a:r>
              <a:rPr sz="2800" spc="-95" dirty="0">
                <a:solidFill>
                  <a:srgbClr val="1A1C1D"/>
                </a:solidFill>
                <a:latin typeface="+mn-lt"/>
                <a:cs typeface="Times New Roman"/>
              </a:rPr>
              <a:t>Name, SSN, Telephone/Fax numbers, Email addresses.</a:t>
            </a:r>
          </a:p>
        </p:txBody>
      </p:sp>
      <p:sp>
        <p:nvSpPr>
          <p:cNvPr id="29" name="object 29" descr="$PPTXTitle"/>
          <p:cNvSpPr txBox="1">
            <a:spLocks noGrp="1"/>
          </p:cNvSpPr>
          <p:nvPr>
            <p:ph type="title"/>
          </p:nvPr>
        </p:nvSpPr>
        <p:spPr>
          <a:xfrm>
            <a:off x="400637" y="298383"/>
            <a:ext cx="16673926" cy="661720"/>
          </a:xfrm>
          <a:prstGeom prst="rect">
            <a:avLst/>
          </a:prstGeom>
        </p:spPr>
        <p:txBody>
          <a:bodyPr vert="horz" wrap="square" lIns="0" tIns="15240" rIns="0" bIns="0" rtlCol="0">
            <a:spAutoFit/>
          </a:bodyPr>
          <a:lstStyle/>
          <a:p>
            <a:pPr marL="12700" algn="ctr">
              <a:lnSpc>
                <a:spcPct val="100000"/>
              </a:lnSpc>
              <a:spcBef>
                <a:spcPts val="120"/>
              </a:spcBef>
            </a:pPr>
            <a:r>
              <a:rPr sz="4200" spc="55" dirty="0">
                <a:solidFill>
                  <a:srgbClr val="031D3F"/>
                </a:solidFill>
              </a:rPr>
              <a:t>Defining</a:t>
            </a:r>
            <a:r>
              <a:rPr sz="4200" spc="10" dirty="0">
                <a:solidFill>
                  <a:srgbClr val="031D3F"/>
                </a:solidFill>
              </a:rPr>
              <a:t> </a:t>
            </a:r>
            <a:r>
              <a:rPr sz="4200" spc="160" dirty="0">
                <a:solidFill>
                  <a:srgbClr val="031D3F"/>
                </a:solidFill>
              </a:rPr>
              <a:t>the</a:t>
            </a:r>
            <a:r>
              <a:rPr sz="4200" spc="-15" dirty="0">
                <a:solidFill>
                  <a:srgbClr val="031D3F"/>
                </a:solidFill>
              </a:rPr>
              <a:t> </a:t>
            </a:r>
            <a:r>
              <a:rPr sz="4200" dirty="0">
                <a:solidFill>
                  <a:srgbClr val="031D3F"/>
                </a:solidFill>
              </a:rPr>
              <a:t>Asset:</a:t>
            </a:r>
            <a:r>
              <a:rPr sz="4200" spc="-125" dirty="0">
                <a:solidFill>
                  <a:srgbClr val="031D3F"/>
                </a:solidFill>
              </a:rPr>
              <a:t> </a:t>
            </a:r>
            <a:r>
              <a:rPr sz="4200" spc="150" dirty="0">
                <a:solidFill>
                  <a:srgbClr val="031D3F"/>
                </a:solidFill>
              </a:rPr>
              <a:t>What</a:t>
            </a:r>
            <a:r>
              <a:rPr sz="4200" spc="-105" dirty="0">
                <a:solidFill>
                  <a:srgbClr val="031D3F"/>
                </a:solidFill>
              </a:rPr>
              <a:t> </a:t>
            </a:r>
            <a:r>
              <a:rPr sz="4200" spc="170" dirty="0">
                <a:solidFill>
                  <a:srgbClr val="031D3F"/>
                </a:solidFill>
              </a:rPr>
              <a:t>is</a:t>
            </a:r>
            <a:r>
              <a:rPr sz="4200" spc="-405" dirty="0">
                <a:solidFill>
                  <a:srgbClr val="031D3F"/>
                </a:solidFill>
              </a:rPr>
              <a:t> </a:t>
            </a:r>
            <a:r>
              <a:rPr sz="4200" spc="80" dirty="0">
                <a:solidFill>
                  <a:srgbClr val="031D3F"/>
                </a:solidFill>
              </a:rPr>
              <a:t>Protected</a:t>
            </a:r>
            <a:r>
              <a:rPr sz="4200" spc="70" dirty="0">
                <a:solidFill>
                  <a:srgbClr val="031D3F"/>
                </a:solidFill>
              </a:rPr>
              <a:t> </a:t>
            </a:r>
            <a:r>
              <a:rPr sz="4200" spc="100" dirty="0">
                <a:solidFill>
                  <a:srgbClr val="031D3F"/>
                </a:solidFill>
              </a:rPr>
              <a:t>Health</a:t>
            </a:r>
            <a:r>
              <a:rPr sz="4200" spc="-150" dirty="0">
                <a:solidFill>
                  <a:srgbClr val="031D3F"/>
                </a:solidFill>
              </a:rPr>
              <a:t> </a:t>
            </a:r>
            <a:r>
              <a:rPr sz="4200" dirty="0">
                <a:solidFill>
                  <a:srgbClr val="031D3F"/>
                </a:solidFill>
              </a:rPr>
              <a:t>Information</a:t>
            </a:r>
            <a:r>
              <a:rPr sz="4200" spc="400" dirty="0">
                <a:solidFill>
                  <a:srgbClr val="031D3F"/>
                </a:solidFill>
              </a:rPr>
              <a:t> </a:t>
            </a:r>
            <a:r>
              <a:rPr sz="4200" spc="-10" dirty="0">
                <a:solidFill>
                  <a:srgbClr val="031D3F"/>
                </a:solidFill>
              </a:rPr>
              <a:t>(PHI)?</a:t>
            </a:r>
            <a:endParaRPr sz="4200" dirty="0"/>
          </a:p>
        </p:txBody>
      </p:sp>
      <p:sp>
        <p:nvSpPr>
          <p:cNvPr id="30" name="object 30"/>
          <p:cNvSpPr txBox="1"/>
          <p:nvPr/>
        </p:nvSpPr>
        <p:spPr>
          <a:xfrm>
            <a:off x="521874" y="1207615"/>
            <a:ext cx="15689580" cy="990600"/>
          </a:xfrm>
          <a:prstGeom prst="rect">
            <a:avLst/>
          </a:prstGeom>
        </p:spPr>
        <p:txBody>
          <a:bodyPr vert="horz" wrap="square" lIns="0" tIns="66040" rIns="0" bIns="0" rtlCol="0">
            <a:spAutoFit/>
          </a:bodyPr>
          <a:lstStyle/>
          <a:p>
            <a:pPr marL="12700" marR="5080" indent="6985">
              <a:lnSpc>
                <a:spcPts val="3620"/>
              </a:lnSpc>
              <a:spcBef>
                <a:spcPts val="520"/>
              </a:spcBef>
            </a:pPr>
            <a:r>
              <a:rPr sz="3200" b="1" spc="-10" dirty="0">
                <a:solidFill>
                  <a:srgbClr val="4B5054"/>
                </a:solidFill>
                <a:latin typeface="+mn-lt"/>
                <a:cs typeface="Times New Roman"/>
              </a:rPr>
              <a:t>Definition:</a:t>
            </a:r>
            <a:r>
              <a:rPr sz="3200" b="1" spc="204" dirty="0">
                <a:solidFill>
                  <a:srgbClr val="4B5054"/>
                </a:solidFill>
                <a:latin typeface="+mn-lt"/>
                <a:cs typeface="Times New Roman"/>
              </a:rPr>
              <a:t> </a:t>
            </a:r>
            <a:r>
              <a:rPr sz="3200" spc="-165" dirty="0">
                <a:solidFill>
                  <a:srgbClr val="4B5054"/>
                </a:solidFill>
                <a:latin typeface="+mn-lt"/>
                <a:cs typeface="Times New Roman"/>
              </a:rPr>
              <a:t>PHI</a:t>
            </a:r>
            <a:r>
              <a:rPr sz="3200" spc="-35" dirty="0">
                <a:solidFill>
                  <a:srgbClr val="4B5054"/>
                </a:solidFill>
                <a:latin typeface="+mn-lt"/>
                <a:cs typeface="Times New Roman"/>
              </a:rPr>
              <a:t> </a:t>
            </a:r>
            <a:r>
              <a:rPr sz="3200" dirty="0">
                <a:solidFill>
                  <a:srgbClr val="4B5054"/>
                </a:solidFill>
                <a:latin typeface="+mn-lt"/>
                <a:cs typeface="Times New Roman"/>
              </a:rPr>
              <a:t>is</a:t>
            </a:r>
            <a:r>
              <a:rPr sz="3200" spc="-170" dirty="0">
                <a:solidFill>
                  <a:srgbClr val="4B5054"/>
                </a:solidFill>
                <a:latin typeface="+mn-lt"/>
                <a:cs typeface="Times New Roman"/>
              </a:rPr>
              <a:t> </a:t>
            </a:r>
            <a:r>
              <a:rPr sz="3200" dirty="0">
                <a:solidFill>
                  <a:srgbClr val="4B5054"/>
                </a:solidFill>
                <a:latin typeface="+mn-lt"/>
                <a:cs typeface="Times New Roman"/>
              </a:rPr>
              <a:t>any</a:t>
            </a:r>
            <a:r>
              <a:rPr sz="3200" spc="-105" dirty="0">
                <a:solidFill>
                  <a:srgbClr val="4B5054"/>
                </a:solidFill>
                <a:latin typeface="+mn-lt"/>
                <a:cs typeface="Times New Roman"/>
              </a:rPr>
              <a:t> </a:t>
            </a:r>
            <a:r>
              <a:rPr sz="3200" dirty="0">
                <a:solidFill>
                  <a:srgbClr val="4B5054"/>
                </a:solidFill>
                <a:latin typeface="+mn-lt"/>
                <a:cs typeface="Times New Roman"/>
              </a:rPr>
              <a:t>information</a:t>
            </a:r>
            <a:r>
              <a:rPr sz="3200" spc="210" dirty="0">
                <a:solidFill>
                  <a:srgbClr val="4B5054"/>
                </a:solidFill>
                <a:latin typeface="+mn-lt"/>
                <a:cs typeface="Times New Roman"/>
              </a:rPr>
              <a:t> </a:t>
            </a:r>
            <a:r>
              <a:rPr sz="3200" spc="95" dirty="0">
                <a:solidFill>
                  <a:srgbClr val="4B5054"/>
                </a:solidFill>
                <a:latin typeface="+mn-lt"/>
                <a:cs typeface="Times New Roman"/>
              </a:rPr>
              <a:t>that</a:t>
            </a:r>
            <a:r>
              <a:rPr sz="3200" spc="25" dirty="0">
                <a:solidFill>
                  <a:srgbClr val="4B5054"/>
                </a:solidFill>
                <a:latin typeface="+mn-lt"/>
                <a:cs typeface="Times New Roman"/>
              </a:rPr>
              <a:t> </a:t>
            </a:r>
            <a:r>
              <a:rPr sz="3200" dirty="0">
                <a:solidFill>
                  <a:srgbClr val="4B5054"/>
                </a:solidFill>
                <a:latin typeface="+mn-lt"/>
                <a:cs typeface="Times New Roman"/>
              </a:rPr>
              <a:t>relates</a:t>
            </a:r>
            <a:r>
              <a:rPr sz="3200" spc="70" dirty="0">
                <a:solidFill>
                  <a:srgbClr val="4B5054"/>
                </a:solidFill>
                <a:latin typeface="+mn-lt"/>
                <a:cs typeface="Times New Roman"/>
              </a:rPr>
              <a:t> </a:t>
            </a:r>
            <a:r>
              <a:rPr sz="3200" spc="60" dirty="0">
                <a:solidFill>
                  <a:srgbClr val="4B5054"/>
                </a:solidFill>
                <a:latin typeface="+mn-lt"/>
                <a:cs typeface="Times New Roman"/>
              </a:rPr>
              <a:t>to</a:t>
            </a:r>
            <a:r>
              <a:rPr sz="3200" dirty="0">
                <a:solidFill>
                  <a:srgbClr val="4B5054"/>
                </a:solidFill>
                <a:latin typeface="+mn-lt"/>
                <a:cs typeface="Times New Roman"/>
              </a:rPr>
              <a:t> past,</a:t>
            </a:r>
            <a:r>
              <a:rPr sz="3200" spc="-20" dirty="0">
                <a:solidFill>
                  <a:srgbClr val="4B5054"/>
                </a:solidFill>
                <a:latin typeface="+mn-lt"/>
                <a:cs typeface="Times New Roman"/>
              </a:rPr>
              <a:t> </a:t>
            </a:r>
            <a:r>
              <a:rPr sz="3200" dirty="0">
                <a:solidFill>
                  <a:srgbClr val="4B5054"/>
                </a:solidFill>
                <a:latin typeface="+mn-lt"/>
                <a:cs typeface="Times New Roman"/>
              </a:rPr>
              <a:t>present,</a:t>
            </a:r>
            <a:r>
              <a:rPr sz="3200" spc="-150" dirty="0">
                <a:solidFill>
                  <a:srgbClr val="4B5054"/>
                </a:solidFill>
                <a:latin typeface="+mn-lt"/>
                <a:cs typeface="Times New Roman"/>
              </a:rPr>
              <a:t> </a:t>
            </a:r>
            <a:r>
              <a:rPr sz="3200" spc="55" dirty="0">
                <a:solidFill>
                  <a:srgbClr val="4B5054"/>
                </a:solidFill>
                <a:latin typeface="+mn-lt"/>
                <a:cs typeface="Times New Roman"/>
              </a:rPr>
              <a:t>or</a:t>
            </a:r>
            <a:r>
              <a:rPr sz="3200" spc="-135" dirty="0">
                <a:solidFill>
                  <a:srgbClr val="4B5054"/>
                </a:solidFill>
                <a:latin typeface="+mn-lt"/>
                <a:cs typeface="Times New Roman"/>
              </a:rPr>
              <a:t> </a:t>
            </a:r>
            <a:r>
              <a:rPr sz="3200" dirty="0">
                <a:solidFill>
                  <a:srgbClr val="4B5054"/>
                </a:solidFill>
                <a:latin typeface="+mn-lt"/>
                <a:cs typeface="Times New Roman"/>
              </a:rPr>
              <a:t>future</a:t>
            </a:r>
            <a:r>
              <a:rPr sz="3200" spc="145" dirty="0">
                <a:solidFill>
                  <a:srgbClr val="4B5054"/>
                </a:solidFill>
                <a:latin typeface="+mn-lt"/>
                <a:cs typeface="Times New Roman"/>
              </a:rPr>
              <a:t> </a:t>
            </a:r>
            <a:r>
              <a:rPr sz="3200" dirty="0">
                <a:solidFill>
                  <a:srgbClr val="4B5054"/>
                </a:solidFill>
                <a:latin typeface="+mn-lt"/>
                <a:cs typeface="Times New Roman"/>
              </a:rPr>
              <a:t>health/payment</a:t>
            </a:r>
            <a:r>
              <a:rPr sz="3200" spc="-185" dirty="0">
                <a:solidFill>
                  <a:srgbClr val="4B5054"/>
                </a:solidFill>
                <a:latin typeface="+mn-lt"/>
                <a:cs typeface="Times New Roman"/>
              </a:rPr>
              <a:t> </a:t>
            </a:r>
            <a:r>
              <a:rPr sz="3200" spc="-320" dirty="0">
                <a:solidFill>
                  <a:srgbClr val="4B5054"/>
                </a:solidFill>
                <a:latin typeface="+mn-lt"/>
                <a:cs typeface="Times New Roman"/>
              </a:rPr>
              <a:t>AND </a:t>
            </a:r>
            <a:r>
              <a:rPr sz="3200" dirty="0">
                <a:solidFill>
                  <a:srgbClr val="4B5054"/>
                </a:solidFill>
                <a:latin typeface="+mn-lt"/>
                <a:cs typeface="Times New Roman"/>
              </a:rPr>
              <a:t>can</a:t>
            </a:r>
            <a:r>
              <a:rPr sz="3200" spc="-150" dirty="0">
                <a:solidFill>
                  <a:srgbClr val="4B5054"/>
                </a:solidFill>
                <a:latin typeface="+mn-lt"/>
                <a:cs typeface="Times New Roman"/>
              </a:rPr>
              <a:t> </a:t>
            </a:r>
            <a:r>
              <a:rPr sz="3200" dirty="0">
                <a:solidFill>
                  <a:srgbClr val="4B5054"/>
                </a:solidFill>
                <a:latin typeface="+mn-lt"/>
                <a:cs typeface="Times New Roman"/>
              </a:rPr>
              <a:t>identify</a:t>
            </a:r>
            <a:r>
              <a:rPr sz="3200" spc="-85" dirty="0">
                <a:solidFill>
                  <a:srgbClr val="4B5054"/>
                </a:solidFill>
                <a:latin typeface="+mn-lt"/>
                <a:cs typeface="Times New Roman"/>
              </a:rPr>
              <a:t> </a:t>
            </a:r>
            <a:r>
              <a:rPr sz="3200" spc="100" dirty="0">
                <a:solidFill>
                  <a:srgbClr val="4B5054"/>
                </a:solidFill>
                <a:latin typeface="+mn-lt"/>
                <a:cs typeface="Times New Roman"/>
              </a:rPr>
              <a:t>the</a:t>
            </a:r>
            <a:r>
              <a:rPr sz="3200" spc="-210" dirty="0">
                <a:solidFill>
                  <a:srgbClr val="4B5054"/>
                </a:solidFill>
                <a:latin typeface="+mn-lt"/>
                <a:cs typeface="Times New Roman"/>
              </a:rPr>
              <a:t> </a:t>
            </a:r>
            <a:r>
              <a:rPr sz="3200" spc="-10" dirty="0">
                <a:solidFill>
                  <a:srgbClr val="4B5054"/>
                </a:solidFill>
                <a:latin typeface="+mn-lt"/>
                <a:cs typeface="Times New Roman"/>
              </a:rPr>
              <a:t>individual.</a:t>
            </a:r>
            <a:endParaRPr sz="3200" dirty="0">
              <a:latin typeface="+mn-lt"/>
              <a:cs typeface="Times New Roman"/>
            </a:endParaRPr>
          </a:p>
        </p:txBody>
      </p:sp>
      <p:sp>
        <p:nvSpPr>
          <p:cNvPr id="32" name="object 32"/>
          <p:cNvSpPr txBox="1"/>
          <p:nvPr/>
        </p:nvSpPr>
        <p:spPr>
          <a:xfrm>
            <a:off x="7461413" y="2706753"/>
            <a:ext cx="3916045" cy="546735"/>
          </a:xfrm>
          <a:prstGeom prst="rect">
            <a:avLst/>
          </a:prstGeom>
        </p:spPr>
        <p:txBody>
          <a:bodyPr vert="horz" wrap="square" lIns="0" tIns="14604" rIns="0" bIns="0" rtlCol="0">
            <a:spAutoFit/>
          </a:bodyPr>
          <a:lstStyle/>
          <a:p>
            <a:pPr>
              <a:lnSpc>
                <a:spcPct val="100000"/>
              </a:lnSpc>
              <a:spcBef>
                <a:spcPts val="114"/>
              </a:spcBef>
            </a:pPr>
            <a:r>
              <a:rPr sz="3400" b="1" spc="80" dirty="0">
                <a:solidFill>
                  <a:srgbClr val="031D3F"/>
                </a:solidFill>
                <a:latin typeface="Arial"/>
                <a:cs typeface="Arial"/>
              </a:rPr>
              <a:t>Service</a:t>
            </a:r>
            <a:r>
              <a:rPr sz="3400" b="1" spc="-50" dirty="0">
                <a:solidFill>
                  <a:srgbClr val="031D3F"/>
                </a:solidFill>
                <a:latin typeface="Arial"/>
                <a:cs typeface="Arial"/>
              </a:rPr>
              <a:t> </a:t>
            </a:r>
            <a:r>
              <a:rPr sz="3400" b="1" spc="55" dirty="0">
                <a:solidFill>
                  <a:srgbClr val="031D3F"/>
                </a:solidFill>
                <a:latin typeface="Arial"/>
                <a:cs typeface="Arial"/>
              </a:rPr>
              <a:t>Identifiers</a:t>
            </a:r>
            <a:endParaRPr sz="3400" dirty="0">
              <a:latin typeface="Arial"/>
              <a:cs typeface="Arial"/>
            </a:endParaRPr>
          </a:p>
        </p:txBody>
      </p:sp>
      <p:sp>
        <p:nvSpPr>
          <p:cNvPr id="34" name="object 34"/>
          <p:cNvSpPr txBox="1"/>
          <p:nvPr/>
        </p:nvSpPr>
        <p:spPr>
          <a:xfrm>
            <a:off x="9231278" y="3517404"/>
            <a:ext cx="3800475" cy="1571264"/>
          </a:xfrm>
          <a:prstGeom prst="rect">
            <a:avLst/>
          </a:prstGeom>
        </p:spPr>
        <p:txBody>
          <a:bodyPr vert="horz" wrap="square" lIns="0" tIns="86995" rIns="0" bIns="0" rtlCol="0">
            <a:spAutoFit/>
          </a:bodyPr>
          <a:lstStyle/>
          <a:p>
            <a:pPr marL="8890" marR="5080" indent="635">
              <a:lnSpc>
                <a:spcPct val="83800"/>
              </a:lnSpc>
              <a:spcBef>
                <a:spcPts val="685"/>
              </a:spcBef>
            </a:pPr>
            <a:r>
              <a:rPr sz="2800" spc="-95" dirty="0">
                <a:solidFill>
                  <a:srgbClr val="1A1C1D"/>
                </a:solidFill>
                <a:latin typeface="+mn-lt"/>
                <a:cs typeface="Times New Roman"/>
              </a:rPr>
              <a:t>Medical</a:t>
            </a:r>
            <a:r>
              <a:rPr sz="2800" spc="-90" dirty="0">
                <a:solidFill>
                  <a:srgbClr val="1A1C1D"/>
                </a:solidFill>
                <a:latin typeface="+mn-lt"/>
                <a:cs typeface="Times New Roman"/>
              </a:rPr>
              <a:t> </a:t>
            </a:r>
            <a:r>
              <a:rPr sz="2800" spc="-25" dirty="0">
                <a:solidFill>
                  <a:srgbClr val="1A1C1D"/>
                </a:solidFill>
                <a:latin typeface="+mn-lt"/>
                <a:cs typeface="Times New Roman"/>
              </a:rPr>
              <a:t>Record</a:t>
            </a:r>
            <a:r>
              <a:rPr sz="2800" spc="-90" dirty="0">
                <a:solidFill>
                  <a:srgbClr val="1A1C1D"/>
                </a:solidFill>
                <a:latin typeface="+mn-lt"/>
                <a:cs typeface="Times New Roman"/>
              </a:rPr>
              <a:t> </a:t>
            </a:r>
            <a:r>
              <a:rPr sz="2800" spc="-75" dirty="0">
                <a:solidFill>
                  <a:srgbClr val="1A1C1D"/>
                </a:solidFill>
                <a:latin typeface="+mn-lt"/>
                <a:cs typeface="Times New Roman"/>
              </a:rPr>
              <a:t>Numbers, </a:t>
            </a:r>
            <a:r>
              <a:rPr sz="2800" spc="-25" dirty="0">
                <a:solidFill>
                  <a:srgbClr val="1A1C1D"/>
                </a:solidFill>
                <a:latin typeface="+mn-lt"/>
                <a:cs typeface="Times New Roman"/>
              </a:rPr>
              <a:t>Health</a:t>
            </a:r>
            <a:r>
              <a:rPr sz="2800" spc="-145" dirty="0">
                <a:solidFill>
                  <a:srgbClr val="1A1C1D"/>
                </a:solidFill>
                <a:latin typeface="+mn-lt"/>
                <a:cs typeface="Times New Roman"/>
              </a:rPr>
              <a:t> </a:t>
            </a:r>
            <a:r>
              <a:rPr sz="2800" spc="-70" dirty="0">
                <a:solidFill>
                  <a:srgbClr val="1A1C1D"/>
                </a:solidFill>
                <a:latin typeface="+mn-lt"/>
                <a:cs typeface="Times New Roman"/>
              </a:rPr>
              <a:t>Plan</a:t>
            </a:r>
            <a:r>
              <a:rPr sz="2800" spc="-114" dirty="0">
                <a:solidFill>
                  <a:srgbClr val="1A1C1D"/>
                </a:solidFill>
                <a:latin typeface="+mn-lt"/>
                <a:cs typeface="Times New Roman"/>
              </a:rPr>
              <a:t> </a:t>
            </a:r>
            <a:r>
              <a:rPr sz="2800" spc="-10" dirty="0">
                <a:solidFill>
                  <a:srgbClr val="1A1C1D"/>
                </a:solidFill>
                <a:latin typeface="+mn-lt"/>
                <a:cs typeface="Times New Roman"/>
              </a:rPr>
              <a:t>Beneficiary numbers,</a:t>
            </a:r>
            <a:endParaRPr sz="2800" dirty="0">
              <a:latin typeface="+mn-lt"/>
              <a:cs typeface="Times New Roman"/>
            </a:endParaRPr>
          </a:p>
          <a:p>
            <a:pPr>
              <a:lnSpc>
                <a:spcPts val="3115"/>
              </a:lnSpc>
            </a:pPr>
            <a:r>
              <a:rPr sz="2800" spc="-50" dirty="0">
                <a:solidFill>
                  <a:srgbClr val="1A1C1D"/>
                </a:solidFill>
                <a:latin typeface="+mn-lt"/>
                <a:cs typeface="Times New Roman"/>
              </a:rPr>
              <a:t>Account</a:t>
            </a:r>
            <a:r>
              <a:rPr sz="2800" spc="-90" dirty="0">
                <a:solidFill>
                  <a:srgbClr val="1A1C1D"/>
                </a:solidFill>
                <a:latin typeface="+mn-lt"/>
                <a:cs typeface="Times New Roman"/>
              </a:rPr>
              <a:t> </a:t>
            </a:r>
            <a:r>
              <a:rPr sz="2800" spc="-10" dirty="0">
                <a:solidFill>
                  <a:srgbClr val="1A1C1D"/>
                </a:solidFill>
                <a:latin typeface="+mn-lt"/>
                <a:cs typeface="Times New Roman"/>
              </a:rPr>
              <a:t>numbers.</a:t>
            </a:r>
            <a:endParaRPr sz="2800" dirty="0">
              <a:latin typeface="+mn-lt"/>
              <a:cs typeface="Times New Roman"/>
            </a:endParaRPr>
          </a:p>
        </p:txBody>
      </p:sp>
      <p:sp>
        <p:nvSpPr>
          <p:cNvPr id="37" name="object 37"/>
          <p:cNvSpPr txBox="1"/>
          <p:nvPr/>
        </p:nvSpPr>
        <p:spPr>
          <a:xfrm>
            <a:off x="547687" y="6000417"/>
            <a:ext cx="5980113" cy="2276457"/>
          </a:xfrm>
          <a:prstGeom prst="rect">
            <a:avLst/>
          </a:prstGeom>
          <a:noFill/>
          <a:ln w="38210">
            <a:noFill/>
          </a:ln>
        </p:spPr>
        <p:txBody>
          <a:bodyPr vert="horz" wrap="square" lIns="0" tIns="264160" rIns="0" bIns="0" rtlCol="0">
            <a:spAutoFit/>
          </a:bodyPr>
          <a:lstStyle/>
          <a:p>
            <a:pPr marL="337185">
              <a:lnSpc>
                <a:spcPct val="100000"/>
              </a:lnSpc>
              <a:spcBef>
                <a:spcPts val="2080"/>
              </a:spcBef>
            </a:pPr>
            <a:r>
              <a:rPr sz="3400" b="1" dirty="0">
                <a:solidFill>
                  <a:srgbClr val="031D3F"/>
                </a:solidFill>
                <a:latin typeface="+mn-lt"/>
                <a:cs typeface="Arial"/>
              </a:rPr>
              <a:t>Biometric</a:t>
            </a:r>
            <a:r>
              <a:rPr sz="3400" b="1" spc="114" dirty="0">
                <a:solidFill>
                  <a:srgbClr val="031D3F"/>
                </a:solidFill>
                <a:latin typeface="+mn-lt"/>
                <a:cs typeface="Arial"/>
              </a:rPr>
              <a:t> </a:t>
            </a:r>
            <a:r>
              <a:rPr sz="3400" b="1" spc="-625" dirty="0">
                <a:solidFill>
                  <a:srgbClr val="031D3F"/>
                </a:solidFill>
                <a:latin typeface="+mn-lt"/>
                <a:cs typeface="Times New Roman"/>
              </a:rPr>
              <a:t>&amp;</a:t>
            </a:r>
            <a:r>
              <a:rPr sz="3400" b="1" spc="-65" dirty="0">
                <a:solidFill>
                  <a:srgbClr val="031D3F"/>
                </a:solidFill>
                <a:latin typeface="+mn-lt"/>
                <a:cs typeface="Times New Roman"/>
              </a:rPr>
              <a:t> </a:t>
            </a:r>
            <a:r>
              <a:rPr sz="3400" b="1" spc="-10" dirty="0">
                <a:solidFill>
                  <a:srgbClr val="031D3F"/>
                </a:solidFill>
                <a:latin typeface="+mn-lt"/>
                <a:cs typeface="Arial"/>
              </a:rPr>
              <a:t>Visual</a:t>
            </a:r>
            <a:endParaRPr sz="3400" dirty="0">
              <a:latin typeface="+mn-lt"/>
              <a:cs typeface="Arial"/>
            </a:endParaRPr>
          </a:p>
          <a:p>
            <a:pPr marL="2046605" marR="1645920" indent="10160">
              <a:lnSpc>
                <a:spcPct val="89400"/>
              </a:lnSpc>
              <a:spcBef>
                <a:spcPts val="2205"/>
              </a:spcBef>
            </a:pPr>
            <a:r>
              <a:rPr sz="2800" spc="-95" dirty="0">
                <a:solidFill>
                  <a:srgbClr val="1A1C1D"/>
                </a:solidFill>
                <a:latin typeface="+mn-lt"/>
                <a:cs typeface="Times New Roman"/>
              </a:rPr>
              <a:t>Full-face photos, Fingerprints, Voiceprints.</a:t>
            </a:r>
          </a:p>
        </p:txBody>
      </p:sp>
      <p:sp>
        <p:nvSpPr>
          <p:cNvPr id="38" name="object 38"/>
          <p:cNvSpPr txBox="1"/>
          <p:nvPr/>
        </p:nvSpPr>
        <p:spPr>
          <a:xfrm>
            <a:off x="7467043" y="6262124"/>
            <a:ext cx="3825240" cy="538609"/>
          </a:xfrm>
          <a:prstGeom prst="rect">
            <a:avLst/>
          </a:prstGeom>
        </p:spPr>
        <p:txBody>
          <a:bodyPr vert="horz" wrap="square" lIns="0" tIns="15240" rIns="0" bIns="0" rtlCol="0">
            <a:spAutoFit/>
          </a:bodyPr>
          <a:lstStyle/>
          <a:p>
            <a:pPr>
              <a:lnSpc>
                <a:spcPct val="100000"/>
              </a:lnSpc>
              <a:spcBef>
                <a:spcPts val="120"/>
              </a:spcBef>
            </a:pPr>
            <a:r>
              <a:rPr sz="3400" b="1" dirty="0">
                <a:solidFill>
                  <a:srgbClr val="031D3F"/>
                </a:solidFill>
                <a:latin typeface="Arial"/>
                <a:cs typeface="Arial"/>
              </a:rPr>
              <a:t>Technical</a:t>
            </a:r>
            <a:r>
              <a:rPr sz="3400" b="1" spc="95" dirty="0">
                <a:solidFill>
                  <a:srgbClr val="031D3F"/>
                </a:solidFill>
                <a:latin typeface="Arial"/>
                <a:cs typeface="Arial"/>
              </a:rPr>
              <a:t> </a:t>
            </a:r>
            <a:r>
              <a:rPr sz="3400" b="1" spc="-625" dirty="0">
                <a:solidFill>
                  <a:srgbClr val="031D3F"/>
                </a:solidFill>
                <a:latin typeface="+mn-lt"/>
                <a:cs typeface="Times New Roman"/>
              </a:rPr>
              <a:t>&amp;</a:t>
            </a:r>
            <a:r>
              <a:rPr sz="3400" b="1" spc="-150" dirty="0">
                <a:solidFill>
                  <a:srgbClr val="031D3F"/>
                </a:solidFill>
                <a:latin typeface="+mn-lt"/>
                <a:cs typeface="Times New Roman"/>
              </a:rPr>
              <a:t> </a:t>
            </a:r>
            <a:r>
              <a:rPr sz="3400" b="1" spc="110" dirty="0">
                <a:solidFill>
                  <a:srgbClr val="031D3F"/>
                </a:solidFill>
                <a:latin typeface="+mn-lt"/>
                <a:cs typeface="Arial"/>
              </a:rPr>
              <a:t>Dates</a:t>
            </a:r>
            <a:endParaRPr sz="3400" dirty="0">
              <a:latin typeface="+mn-lt"/>
              <a:cs typeface="Arial"/>
            </a:endParaRPr>
          </a:p>
        </p:txBody>
      </p:sp>
      <p:sp>
        <p:nvSpPr>
          <p:cNvPr id="40" name="object 40"/>
          <p:cNvSpPr txBox="1"/>
          <p:nvPr/>
        </p:nvSpPr>
        <p:spPr>
          <a:xfrm>
            <a:off x="9193066" y="7066392"/>
            <a:ext cx="3877310" cy="1664970"/>
          </a:xfrm>
          <a:prstGeom prst="rect">
            <a:avLst/>
          </a:prstGeom>
        </p:spPr>
        <p:txBody>
          <a:bodyPr vert="horz" wrap="square" lIns="0" tIns="72390" rIns="0" bIns="0" rtlCol="0">
            <a:spAutoFit/>
          </a:bodyPr>
          <a:lstStyle/>
          <a:p>
            <a:pPr marL="8890" marR="248920" indent="-3175">
              <a:lnSpc>
                <a:spcPts val="3120"/>
              </a:lnSpc>
              <a:spcBef>
                <a:spcPts val="570"/>
              </a:spcBef>
            </a:pPr>
            <a:r>
              <a:rPr sz="2800" spc="-114" dirty="0">
                <a:solidFill>
                  <a:srgbClr val="1A1C1D"/>
                </a:solidFill>
                <a:latin typeface="+mn-lt"/>
                <a:cs typeface="Times New Roman"/>
              </a:rPr>
              <a:t>IP</a:t>
            </a:r>
            <a:r>
              <a:rPr sz="2800" spc="-200" dirty="0">
                <a:solidFill>
                  <a:srgbClr val="1A1C1D"/>
                </a:solidFill>
                <a:latin typeface="+mn-lt"/>
                <a:cs typeface="Times New Roman"/>
              </a:rPr>
              <a:t> </a:t>
            </a:r>
            <a:r>
              <a:rPr sz="2800" spc="-60" dirty="0">
                <a:solidFill>
                  <a:srgbClr val="1A1C1D"/>
                </a:solidFill>
                <a:latin typeface="+mn-lt"/>
                <a:cs typeface="Times New Roman"/>
              </a:rPr>
              <a:t>Addresses,</a:t>
            </a:r>
            <a:r>
              <a:rPr sz="2800" spc="-110" dirty="0">
                <a:solidFill>
                  <a:srgbClr val="1A1C1D"/>
                </a:solidFill>
                <a:latin typeface="+mn-lt"/>
                <a:cs typeface="Times New Roman"/>
              </a:rPr>
              <a:t> </a:t>
            </a:r>
            <a:r>
              <a:rPr sz="2800" spc="-105" dirty="0">
                <a:solidFill>
                  <a:srgbClr val="1A1C1D"/>
                </a:solidFill>
                <a:latin typeface="+mn-lt"/>
                <a:cs typeface="Times New Roman"/>
              </a:rPr>
              <a:t>Web</a:t>
            </a:r>
            <a:r>
              <a:rPr sz="2800" spc="-65" dirty="0">
                <a:solidFill>
                  <a:srgbClr val="1A1C1D"/>
                </a:solidFill>
                <a:latin typeface="+mn-lt"/>
                <a:cs typeface="Times New Roman"/>
              </a:rPr>
              <a:t> </a:t>
            </a:r>
            <a:r>
              <a:rPr sz="2800" spc="-229" dirty="0">
                <a:solidFill>
                  <a:srgbClr val="1A1C1D"/>
                </a:solidFill>
                <a:latin typeface="+mn-lt"/>
                <a:cs typeface="Times New Roman"/>
              </a:rPr>
              <a:t>URLs, </a:t>
            </a:r>
            <a:r>
              <a:rPr sz="2800" spc="-114" dirty="0">
                <a:solidFill>
                  <a:srgbClr val="1A1C1D"/>
                </a:solidFill>
                <a:latin typeface="+mn-lt"/>
                <a:cs typeface="Times New Roman"/>
              </a:rPr>
              <a:t>Device</a:t>
            </a:r>
            <a:r>
              <a:rPr sz="2800" spc="-70" dirty="0">
                <a:solidFill>
                  <a:srgbClr val="1A1C1D"/>
                </a:solidFill>
                <a:latin typeface="+mn-lt"/>
                <a:cs typeface="Times New Roman"/>
              </a:rPr>
              <a:t> </a:t>
            </a:r>
            <a:r>
              <a:rPr sz="2800" spc="-30" dirty="0">
                <a:solidFill>
                  <a:srgbClr val="1A1C1D"/>
                </a:solidFill>
                <a:latin typeface="+mn-lt"/>
                <a:cs typeface="Times New Roman"/>
              </a:rPr>
              <a:t>Serial</a:t>
            </a:r>
            <a:r>
              <a:rPr sz="2800" spc="-110" dirty="0">
                <a:solidFill>
                  <a:srgbClr val="1A1C1D"/>
                </a:solidFill>
                <a:latin typeface="+mn-lt"/>
                <a:cs typeface="Times New Roman"/>
              </a:rPr>
              <a:t> </a:t>
            </a:r>
            <a:r>
              <a:rPr sz="2800" spc="-10" dirty="0">
                <a:solidFill>
                  <a:srgbClr val="1A1C1D"/>
                </a:solidFill>
                <a:latin typeface="+mn-lt"/>
                <a:cs typeface="Times New Roman"/>
              </a:rPr>
              <a:t>Numbers.</a:t>
            </a:r>
            <a:endParaRPr sz="2800" dirty="0">
              <a:latin typeface="+mn-lt"/>
              <a:cs typeface="Times New Roman"/>
            </a:endParaRPr>
          </a:p>
          <a:p>
            <a:pPr>
              <a:lnSpc>
                <a:spcPts val="2815"/>
              </a:lnSpc>
            </a:pPr>
            <a:r>
              <a:rPr sz="2800" spc="-270" dirty="0">
                <a:solidFill>
                  <a:srgbClr val="1A1C1D"/>
                </a:solidFill>
                <a:latin typeface="+mn-lt"/>
                <a:cs typeface="Times New Roman"/>
              </a:rPr>
              <a:t>All</a:t>
            </a:r>
            <a:r>
              <a:rPr sz="2800" spc="-85" dirty="0">
                <a:solidFill>
                  <a:srgbClr val="1A1C1D"/>
                </a:solidFill>
                <a:latin typeface="+mn-lt"/>
                <a:cs typeface="Times New Roman"/>
              </a:rPr>
              <a:t> </a:t>
            </a:r>
            <a:r>
              <a:rPr sz="2800" dirty="0">
                <a:solidFill>
                  <a:srgbClr val="1A1C1D"/>
                </a:solidFill>
                <a:latin typeface="+mn-lt"/>
                <a:cs typeface="Times New Roman"/>
              </a:rPr>
              <a:t>dates</a:t>
            </a:r>
            <a:r>
              <a:rPr sz="2800" spc="-150" dirty="0">
                <a:solidFill>
                  <a:srgbClr val="1A1C1D"/>
                </a:solidFill>
                <a:latin typeface="+mn-lt"/>
                <a:cs typeface="Times New Roman"/>
              </a:rPr>
              <a:t> </a:t>
            </a:r>
            <a:r>
              <a:rPr sz="2800" spc="-65" dirty="0">
                <a:solidFill>
                  <a:srgbClr val="1A1C1D"/>
                </a:solidFill>
                <a:latin typeface="+mn-lt"/>
                <a:cs typeface="Times New Roman"/>
              </a:rPr>
              <a:t>(admission,</a:t>
            </a:r>
            <a:r>
              <a:rPr sz="2800" spc="30" dirty="0">
                <a:solidFill>
                  <a:srgbClr val="1A1C1D"/>
                </a:solidFill>
                <a:latin typeface="+mn-lt"/>
                <a:cs typeface="Times New Roman"/>
              </a:rPr>
              <a:t> </a:t>
            </a:r>
            <a:r>
              <a:rPr sz="2800" spc="-10" dirty="0">
                <a:solidFill>
                  <a:srgbClr val="1A1C1D"/>
                </a:solidFill>
                <a:latin typeface="+mn-lt"/>
                <a:cs typeface="Times New Roman"/>
              </a:rPr>
              <a:t>birth,</a:t>
            </a:r>
            <a:endParaRPr sz="2800" dirty="0">
              <a:latin typeface="+mn-lt"/>
              <a:cs typeface="Times New Roman"/>
            </a:endParaRPr>
          </a:p>
          <a:p>
            <a:pPr marL="3175">
              <a:lnSpc>
                <a:spcPts val="3379"/>
              </a:lnSpc>
            </a:pPr>
            <a:r>
              <a:rPr sz="2800" spc="-10" dirty="0">
                <a:solidFill>
                  <a:srgbClr val="1A1C1D"/>
                </a:solidFill>
                <a:latin typeface="+mn-lt"/>
                <a:cs typeface="Times New Roman"/>
              </a:rPr>
              <a:t>death)</a:t>
            </a:r>
            <a:r>
              <a:rPr sz="2800" spc="-175" dirty="0">
                <a:solidFill>
                  <a:srgbClr val="1A1C1D"/>
                </a:solidFill>
                <a:latin typeface="+mn-lt"/>
                <a:cs typeface="Times New Roman"/>
              </a:rPr>
              <a:t> </a:t>
            </a:r>
            <a:r>
              <a:rPr sz="2800" dirty="0">
                <a:solidFill>
                  <a:srgbClr val="1A1C1D"/>
                </a:solidFill>
                <a:latin typeface="+mn-lt"/>
                <a:cs typeface="Times New Roman"/>
              </a:rPr>
              <a:t>except</a:t>
            </a:r>
            <a:r>
              <a:rPr sz="2800" spc="-150" dirty="0">
                <a:solidFill>
                  <a:srgbClr val="1A1C1D"/>
                </a:solidFill>
                <a:latin typeface="+mn-lt"/>
                <a:cs typeface="Times New Roman"/>
              </a:rPr>
              <a:t> </a:t>
            </a:r>
            <a:r>
              <a:rPr sz="2800" spc="-10" dirty="0">
                <a:solidFill>
                  <a:srgbClr val="1A1C1D"/>
                </a:solidFill>
                <a:latin typeface="+mn-lt"/>
                <a:cs typeface="Times New Roman"/>
              </a:rPr>
              <a:t>year</a:t>
            </a:r>
            <a:r>
              <a:rPr sz="2800" spc="-160" dirty="0">
                <a:solidFill>
                  <a:srgbClr val="1A1C1D"/>
                </a:solidFill>
                <a:latin typeface="+mn-lt"/>
                <a:cs typeface="Times New Roman"/>
              </a:rPr>
              <a:t> </a:t>
            </a:r>
            <a:r>
              <a:rPr sz="2800" spc="-10" dirty="0">
                <a:solidFill>
                  <a:srgbClr val="1A1C1D"/>
                </a:solidFill>
                <a:latin typeface="+mn-lt"/>
                <a:cs typeface="Times New Roman"/>
              </a:rPr>
              <a:t>alone.</a:t>
            </a:r>
            <a:endParaRPr sz="2800" dirty="0">
              <a:latin typeface="+mn-lt"/>
              <a:cs typeface="Times New Roman"/>
            </a:endParaRPr>
          </a:p>
        </p:txBody>
      </p:sp>
      <p:sp>
        <p:nvSpPr>
          <p:cNvPr id="42" name="object 42"/>
          <p:cNvSpPr txBox="1"/>
          <p:nvPr/>
        </p:nvSpPr>
        <p:spPr>
          <a:xfrm>
            <a:off x="14722744" y="2628276"/>
            <a:ext cx="2012950" cy="477054"/>
          </a:xfrm>
          <a:prstGeom prst="rect">
            <a:avLst/>
          </a:prstGeom>
          <a:noFill/>
        </p:spPr>
        <p:txBody>
          <a:bodyPr vert="horz" wrap="square" lIns="0" tIns="22860" rIns="0" bIns="0" rtlCol="0">
            <a:spAutoFit/>
          </a:bodyPr>
          <a:lstStyle/>
          <a:p>
            <a:pPr>
              <a:lnSpc>
                <a:spcPct val="100000"/>
              </a:lnSpc>
              <a:spcBef>
                <a:spcPts val="180"/>
              </a:spcBef>
            </a:pPr>
            <a:r>
              <a:rPr sz="2950" b="1" spc="-10" dirty="0">
                <a:solidFill>
                  <a:schemeClr val="bg1"/>
                </a:solidFill>
                <a:latin typeface="Arial"/>
                <a:cs typeface="Arial"/>
              </a:rPr>
              <a:t>WARNING:</a:t>
            </a:r>
            <a:endParaRPr sz="2950" dirty="0">
              <a:solidFill>
                <a:schemeClr val="bg1"/>
              </a:solidFill>
              <a:latin typeface="Arial"/>
              <a:cs typeface="Arial"/>
            </a:endParaRPr>
          </a:p>
        </p:txBody>
      </p:sp>
      <p:sp>
        <p:nvSpPr>
          <p:cNvPr id="43" name="object 43"/>
          <p:cNvSpPr txBox="1"/>
          <p:nvPr/>
        </p:nvSpPr>
        <p:spPr>
          <a:xfrm>
            <a:off x="13755946" y="3613150"/>
            <a:ext cx="3171825" cy="4541628"/>
          </a:xfrm>
          <a:prstGeom prst="rect">
            <a:avLst/>
          </a:prstGeom>
        </p:spPr>
        <p:txBody>
          <a:bodyPr vert="horz" wrap="square" lIns="0" tIns="59690" rIns="0" bIns="0" rtlCol="0">
            <a:spAutoFit/>
          </a:bodyPr>
          <a:lstStyle/>
          <a:p>
            <a:pPr marL="284480" marR="248285" indent="12065" algn="l">
              <a:lnSpc>
                <a:spcPct val="91100"/>
              </a:lnSpc>
              <a:spcBef>
                <a:spcPts val="470"/>
              </a:spcBef>
            </a:pPr>
            <a:r>
              <a:rPr sz="3200" b="1" spc="-85" dirty="0">
                <a:solidFill>
                  <a:srgbClr val="C00000"/>
                </a:solidFill>
                <a:latin typeface="+mn-lt"/>
                <a:cs typeface="Times New Roman"/>
              </a:rPr>
              <a:t>Even</a:t>
            </a:r>
            <a:r>
              <a:rPr sz="3200" b="1" spc="-114" dirty="0">
                <a:solidFill>
                  <a:srgbClr val="C00000"/>
                </a:solidFill>
                <a:latin typeface="+mn-lt"/>
                <a:cs typeface="Times New Roman"/>
              </a:rPr>
              <a:t> </a:t>
            </a:r>
            <a:r>
              <a:rPr sz="3200" b="1" spc="-10" dirty="0">
                <a:solidFill>
                  <a:srgbClr val="C00000"/>
                </a:solidFill>
                <a:latin typeface="+mn-lt"/>
                <a:cs typeface="Times New Roman"/>
              </a:rPr>
              <a:t>"hallway </a:t>
            </a:r>
            <a:r>
              <a:rPr sz="3200" b="1" spc="-20" dirty="0">
                <a:solidFill>
                  <a:srgbClr val="C00000"/>
                </a:solidFill>
                <a:latin typeface="+mn-lt"/>
                <a:cs typeface="Times New Roman"/>
              </a:rPr>
              <a:t>talk"</a:t>
            </a:r>
            <a:r>
              <a:rPr sz="3200" b="1" spc="-440" dirty="0">
                <a:solidFill>
                  <a:srgbClr val="C00000"/>
                </a:solidFill>
                <a:latin typeface="+mn-lt"/>
                <a:cs typeface="Times New Roman"/>
              </a:rPr>
              <a:t> </a:t>
            </a:r>
            <a:r>
              <a:rPr sz="3200" b="1" spc="95" dirty="0">
                <a:solidFill>
                  <a:srgbClr val="C00000"/>
                </a:solidFill>
                <a:latin typeface="+mn-lt"/>
                <a:cs typeface="Times New Roman"/>
              </a:rPr>
              <a:t>or</a:t>
            </a:r>
            <a:r>
              <a:rPr sz="3200" b="1" spc="-140" dirty="0">
                <a:solidFill>
                  <a:srgbClr val="C00000"/>
                </a:solidFill>
                <a:latin typeface="+mn-lt"/>
                <a:cs typeface="Times New Roman"/>
              </a:rPr>
              <a:t> </a:t>
            </a:r>
            <a:r>
              <a:rPr sz="3200" b="1" spc="95" dirty="0">
                <a:solidFill>
                  <a:srgbClr val="C00000"/>
                </a:solidFill>
                <a:latin typeface="+mn-lt"/>
                <a:cs typeface="Times New Roman"/>
              </a:rPr>
              <a:t>a </a:t>
            </a:r>
            <a:r>
              <a:rPr sz="3200" b="1" spc="-10" dirty="0">
                <a:solidFill>
                  <a:srgbClr val="C00000"/>
                </a:solidFill>
                <a:latin typeface="+mn-lt"/>
                <a:cs typeface="Times New Roman"/>
              </a:rPr>
              <a:t>patient's </a:t>
            </a:r>
            <a:r>
              <a:rPr sz="3200" b="1" dirty="0">
                <a:solidFill>
                  <a:srgbClr val="C00000"/>
                </a:solidFill>
                <a:latin typeface="+mn-lt"/>
                <a:cs typeface="Times New Roman"/>
              </a:rPr>
              <a:t>presence</a:t>
            </a:r>
            <a:r>
              <a:rPr sz="3200" b="1" spc="-190" dirty="0">
                <a:solidFill>
                  <a:srgbClr val="C00000"/>
                </a:solidFill>
                <a:latin typeface="+mn-lt"/>
                <a:cs typeface="Times New Roman"/>
              </a:rPr>
              <a:t> </a:t>
            </a:r>
            <a:r>
              <a:rPr sz="3200" b="1" spc="-1105" dirty="0">
                <a:solidFill>
                  <a:srgbClr val="C00000"/>
                </a:solidFill>
                <a:latin typeface="+mn-lt"/>
                <a:cs typeface="Times New Roman"/>
              </a:rPr>
              <a:t>1</a:t>
            </a:r>
            <a:r>
              <a:rPr lang="en-US" sz="2000" b="1" spc="-75" baseline="63492" dirty="0">
                <a:solidFill>
                  <a:srgbClr val="C00000"/>
                </a:solidFill>
                <a:latin typeface="+mn-lt"/>
                <a:cs typeface="Times New Roman"/>
              </a:rPr>
              <a:t>i</a:t>
            </a:r>
            <a:r>
              <a:rPr sz="2000" b="1" spc="157" baseline="63492" dirty="0">
                <a:solidFill>
                  <a:srgbClr val="C00000"/>
                </a:solidFill>
                <a:latin typeface="+mn-lt"/>
                <a:cs typeface="Times New Roman"/>
              </a:rPr>
              <a:t> </a:t>
            </a:r>
            <a:r>
              <a:rPr sz="3200" b="1" spc="-265" dirty="0">
                <a:solidFill>
                  <a:srgbClr val="C00000"/>
                </a:solidFill>
                <a:latin typeface="+mn-lt"/>
                <a:cs typeface="Times New Roman"/>
              </a:rPr>
              <a:t>n</a:t>
            </a:r>
            <a:r>
              <a:rPr sz="3200" b="1" spc="120" dirty="0">
                <a:solidFill>
                  <a:srgbClr val="C00000"/>
                </a:solidFill>
                <a:latin typeface="+mn-lt"/>
                <a:cs typeface="Times New Roman"/>
              </a:rPr>
              <a:t> </a:t>
            </a:r>
            <a:r>
              <a:rPr sz="3200" b="1" spc="-50" dirty="0">
                <a:solidFill>
                  <a:srgbClr val="C00000"/>
                </a:solidFill>
                <a:latin typeface="+mn-lt"/>
                <a:cs typeface="Times New Roman"/>
              </a:rPr>
              <a:t>a </a:t>
            </a:r>
            <a:r>
              <a:rPr sz="3200" b="1" dirty="0">
                <a:solidFill>
                  <a:srgbClr val="C00000"/>
                </a:solidFill>
                <a:latin typeface="+mn-lt"/>
                <a:cs typeface="Times New Roman"/>
              </a:rPr>
              <a:t>specific</a:t>
            </a:r>
            <a:r>
              <a:rPr sz="3200" b="1" spc="-55" dirty="0">
                <a:solidFill>
                  <a:srgbClr val="C00000"/>
                </a:solidFill>
                <a:latin typeface="+mn-lt"/>
                <a:cs typeface="Times New Roman"/>
              </a:rPr>
              <a:t> </a:t>
            </a:r>
            <a:r>
              <a:rPr sz="3200" b="1" spc="-10" dirty="0">
                <a:solidFill>
                  <a:srgbClr val="C00000"/>
                </a:solidFill>
                <a:latin typeface="+mn-lt"/>
                <a:cs typeface="Times New Roman"/>
              </a:rPr>
              <a:t>clinic </a:t>
            </a:r>
            <a:r>
              <a:rPr lang="en-US" sz="3200" b="1" spc="-10" dirty="0">
                <a:solidFill>
                  <a:srgbClr val="C00000"/>
                </a:solidFill>
                <a:latin typeface="+mn-lt"/>
                <a:cs typeface="Times New Roman"/>
              </a:rPr>
              <a:t>(l</a:t>
            </a:r>
            <a:r>
              <a:rPr sz="3200" b="1" spc="-220" dirty="0">
                <a:solidFill>
                  <a:srgbClr val="C00000"/>
                </a:solidFill>
                <a:latin typeface="+mn-lt"/>
                <a:cs typeface="Times New Roman"/>
              </a:rPr>
              <a:t>ike</a:t>
            </a:r>
            <a:r>
              <a:rPr sz="3200" b="1" spc="-70" dirty="0">
                <a:solidFill>
                  <a:srgbClr val="C00000"/>
                </a:solidFill>
                <a:latin typeface="+mn-lt"/>
                <a:cs typeface="Times New Roman"/>
              </a:rPr>
              <a:t> </a:t>
            </a:r>
            <a:r>
              <a:rPr sz="3200" b="1" spc="-10" dirty="0">
                <a:solidFill>
                  <a:srgbClr val="C00000"/>
                </a:solidFill>
                <a:latin typeface="+mn-lt"/>
                <a:cs typeface="Times New Roman"/>
              </a:rPr>
              <a:t>addiction recovery) </a:t>
            </a:r>
            <a:r>
              <a:rPr sz="3200" b="1" spc="55" dirty="0">
                <a:solidFill>
                  <a:srgbClr val="C00000"/>
                </a:solidFill>
                <a:latin typeface="+mn-lt"/>
                <a:cs typeface="Times New Roman"/>
              </a:rPr>
              <a:t>constitutes</a:t>
            </a:r>
            <a:r>
              <a:rPr sz="3200" b="1" spc="175" dirty="0">
                <a:solidFill>
                  <a:srgbClr val="C00000"/>
                </a:solidFill>
                <a:latin typeface="+mn-lt"/>
                <a:cs typeface="Times New Roman"/>
              </a:rPr>
              <a:t> </a:t>
            </a:r>
            <a:r>
              <a:rPr sz="3200" b="1" spc="-125" dirty="0">
                <a:solidFill>
                  <a:srgbClr val="C00000"/>
                </a:solidFill>
                <a:latin typeface="+mn-lt"/>
                <a:cs typeface="Times New Roman"/>
              </a:rPr>
              <a:t>PHI </a:t>
            </a:r>
            <a:r>
              <a:rPr sz="3200" b="1" dirty="0">
                <a:solidFill>
                  <a:srgbClr val="C00000"/>
                </a:solidFill>
                <a:latin typeface="+mn-lt"/>
                <a:cs typeface="Times New Roman"/>
              </a:rPr>
              <a:t>and</a:t>
            </a:r>
            <a:r>
              <a:rPr sz="3200" b="1" spc="150" dirty="0">
                <a:solidFill>
                  <a:srgbClr val="C00000"/>
                </a:solidFill>
                <a:latin typeface="+mn-lt"/>
                <a:cs typeface="Times New Roman"/>
              </a:rPr>
              <a:t> </a:t>
            </a:r>
            <a:r>
              <a:rPr sz="3200" b="1" dirty="0">
                <a:solidFill>
                  <a:srgbClr val="C00000"/>
                </a:solidFill>
                <a:latin typeface="+mn-lt"/>
                <a:cs typeface="Times New Roman"/>
              </a:rPr>
              <a:t>must</a:t>
            </a:r>
            <a:r>
              <a:rPr sz="3200" b="1" spc="135" dirty="0">
                <a:solidFill>
                  <a:srgbClr val="C00000"/>
                </a:solidFill>
                <a:latin typeface="+mn-lt"/>
                <a:cs typeface="Times New Roman"/>
              </a:rPr>
              <a:t> </a:t>
            </a:r>
            <a:r>
              <a:rPr sz="3200" b="1" spc="30" dirty="0">
                <a:solidFill>
                  <a:srgbClr val="C00000"/>
                </a:solidFill>
                <a:latin typeface="+mn-lt"/>
                <a:cs typeface="Times New Roman"/>
              </a:rPr>
              <a:t>be </a:t>
            </a:r>
            <a:r>
              <a:rPr sz="3200" b="1" spc="40" dirty="0">
                <a:solidFill>
                  <a:srgbClr val="C00000"/>
                </a:solidFill>
                <a:latin typeface="+mn-lt"/>
                <a:cs typeface="Times New Roman"/>
              </a:rPr>
              <a:t>protected.</a:t>
            </a:r>
            <a:endParaRPr sz="3200" b="1" dirty="0">
              <a:solidFill>
                <a:srgbClr val="C00000"/>
              </a:solidFill>
              <a:latin typeface="+mn-lt"/>
              <a:cs typeface="Times New Roman"/>
            </a:endParaRPr>
          </a:p>
        </p:txBody>
      </p:sp>
      <p:pic>
        <p:nvPicPr>
          <p:cNvPr id="46" name="Graphic 45" descr="Employee badge outline">
            <a:extLst>
              <a:ext uri="{FF2B5EF4-FFF2-40B4-BE49-F238E27FC236}">
                <a16:creationId xmlns:a16="http://schemas.microsoft.com/office/drawing/2014/main" id="{0DC47488-5C83-AD49-10D9-1857411804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9797" y="3487907"/>
            <a:ext cx="1247127" cy="1247127"/>
          </a:xfrm>
          <a:prstGeom prst="rect">
            <a:avLst/>
          </a:prstGeom>
          <a:effectLst>
            <a:outerShdw blurRad="50800" dist="38100" dir="2700000" algn="tl" rotWithShape="0">
              <a:prstClr val="black">
                <a:alpha val="40000"/>
              </a:prstClr>
            </a:outerShdw>
          </a:effectLst>
        </p:spPr>
      </p:pic>
      <p:pic>
        <p:nvPicPr>
          <p:cNvPr id="48" name="Graphic 47" descr="Folder Search outline">
            <a:extLst>
              <a:ext uri="{FF2B5EF4-FFF2-40B4-BE49-F238E27FC236}">
                <a16:creationId xmlns:a16="http://schemas.microsoft.com/office/drawing/2014/main" id="{9CCC11ED-98F9-210A-AA7E-BFEC40CE82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52994" y="3478432"/>
            <a:ext cx="1316244" cy="1316244"/>
          </a:xfrm>
          <a:prstGeom prst="rect">
            <a:avLst/>
          </a:prstGeom>
          <a:effectLst>
            <a:outerShdw blurRad="50800" dist="38100" dir="2700000" algn="tl" rotWithShape="0">
              <a:prstClr val="black">
                <a:alpha val="40000"/>
              </a:prstClr>
            </a:outerShdw>
          </a:effectLst>
        </p:spPr>
      </p:pic>
      <p:pic>
        <p:nvPicPr>
          <p:cNvPr id="53" name="Graphic 52" descr="Warning with solid fill">
            <a:extLst>
              <a:ext uri="{FF2B5EF4-FFF2-40B4-BE49-F238E27FC236}">
                <a16:creationId xmlns:a16="http://schemas.microsoft.com/office/drawing/2014/main" id="{836ECAF6-CE2B-D0EB-DB24-B4D25211D9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90399" y="2486978"/>
            <a:ext cx="686794" cy="686794"/>
          </a:xfrm>
          <a:prstGeom prst="rect">
            <a:avLst/>
          </a:prstGeom>
        </p:spPr>
      </p:pic>
      <p:pic>
        <p:nvPicPr>
          <p:cNvPr id="55" name="Graphic 54" descr="Selfie outline">
            <a:extLst>
              <a:ext uri="{FF2B5EF4-FFF2-40B4-BE49-F238E27FC236}">
                <a16:creationId xmlns:a16="http://schemas.microsoft.com/office/drawing/2014/main" id="{6F07504F-50BB-5DF0-B8F4-B2A7C894FC9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9797" y="6999766"/>
            <a:ext cx="1291520" cy="1291520"/>
          </a:xfrm>
          <a:prstGeom prst="rect">
            <a:avLst/>
          </a:prstGeom>
          <a:effectLst>
            <a:outerShdw blurRad="50800" dist="38100" dir="2700000" algn="tl" rotWithShape="0">
              <a:prstClr val="black">
                <a:alpha val="40000"/>
              </a:prstClr>
            </a:outerShdw>
          </a:effectLst>
        </p:spPr>
      </p:pic>
      <p:pic>
        <p:nvPicPr>
          <p:cNvPr id="57" name="Graphic 56" descr="Cloud Computing outline">
            <a:extLst>
              <a:ext uri="{FF2B5EF4-FFF2-40B4-BE49-F238E27FC236}">
                <a16:creationId xmlns:a16="http://schemas.microsoft.com/office/drawing/2014/main" id="{527DE4E3-A632-56E9-D30E-94BD6D0788F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52994" y="6984477"/>
            <a:ext cx="1184606" cy="1184606"/>
          </a:xfrm>
          <a:prstGeom prst="rect">
            <a:avLst/>
          </a:prstGeom>
          <a:effectLst>
            <a:outerShdw blurRad="50800" dist="38100" dir="2700000" algn="tl" rotWithShape="0">
              <a:prstClr val="black">
                <a:alpha val="40000"/>
              </a:prstClr>
            </a:outerShdw>
          </a:effectLst>
        </p:spPr>
      </p:pic>
      <p:sp>
        <p:nvSpPr>
          <p:cNvPr id="2" name="object 17">
            <a:extLst>
              <a:ext uri="{FF2B5EF4-FFF2-40B4-BE49-F238E27FC236}">
                <a16:creationId xmlns:a16="http://schemas.microsoft.com/office/drawing/2014/main" id="{D01CD590-8725-AB45-35FE-A49D8E5391ED}"/>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D445D1D7-B458-073D-CE5C-7785A1B56B02}"/>
              </a:ext>
            </a:extLst>
          </p:cNvPr>
          <p:cNvSpPr/>
          <p:nvPr/>
        </p:nvSpPr>
        <p:spPr>
          <a:xfrm>
            <a:off x="456840" y="8154693"/>
            <a:ext cx="16134043" cy="959878"/>
          </a:xfrm>
          <a:prstGeom prst="roundRect">
            <a:avLst>
              <a:gd name="adj" fmla="val 5167"/>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7DFB7733-F1BD-D366-0D31-C6BCAD7EC8E7}"/>
              </a:ext>
            </a:extLst>
          </p:cNvPr>
          <p:cNvSpPr/>
          <p:nvPr/>
        </p:nvSpPr>
        <p:spPr>
          <a:xfrm>
            <a:off x="8818483" y="1804313"/>
            <a:ext cx="7772400" cy="5931801"/>
          </a:xfrm>
          <a:prstGeom prst="roundRect">
            <a:avLst>
              <a:gd name="adj" fmla="val 5167"/>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2D45E850-FDC0-4F1E-810A-0B0F825FFDC3}"/>
              </a:ext>
            </a:extLst>
          </p:cNvPr>
          <p:cNvSpPr/>
          <p:nvPr/>
        </p:nvSpPr>
        <p:spPr>
          <a:xfrm>
            <a:off x="456840" y="1840599"/>
            <a:ext cx="7772400" cy="5931801"/>
          </a:xfrm>
          <a:prstGeom prst="roundRect">
            <a:avLst>
              <a:gd name="adj" fmla="val 5167"/>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bject 27" descr="$PPTXTitle"/>
          <p:cNvSpPr txBox="1">
            <a:spLocks noGrp="1"/>
          </p:cNvSpPr>
          <p:nvPr>
            <p:ph type="title"/>
          </p:nvPr>
        </p:nvSpPr>
        <p:spPr>
          <a:xfrm>
            <a:off x="3390649" y="459346"/>
            <a:ext cx="10693902" cy="692497"/>
          </a:xfrm>
          <a:prstGeom prst="rect">
            <a:avLst/>
          </a:prstGeom>
        </p:spPr>
        <p:txBody>
          <a:bodyPr vert="horz" wrap="square" lIns="0" tIns="15240" rIns="0" bIns="0" rtlCol="0">
            <a:spAutoFit/>
          </a:bodyPr>
          <a:lstStyle/>
          <a:p>
            <a:pPr marL="12700">
              <a:lnSpc>
                <a:spcPct val="100000"/>
              </a:lnSpc>
              <a:spcBef>
                <a:spcPts val="120"/>
              </a:spcBef>
            </a:pPr>
            <a:r>
              <a:rPr sz="4400" spc="195" dirty="0">
                <a:solidFill>
                  <a:srgbClr val="031F3D"/>
                </a:solidFill>
              </a:rPr>
              <a:t>The</a:t>
            </a:r>
            <a:r>
              <a:rPr sz="4400" spc="-180" dirty="0">
                <a:solidFill>
                  <a:srgbClr val="031F3D"/>
                </a:solidFill>
              </a:rPr>
              <a:t> </a:t>
            </a:r>
            <a:r>
              <a:rPr sz="4400" spc="135" dirty="0">
                <a:solidFill>
                  <a:srgbClr val="031F3D"/>
                </a:solidFill>
              </a:rPr>
              <a:t>Two</a:t>
            </a:r>
            <a:r>
              <a:rPr sz="4400" spc="-254" dirty="0">
                <a:solidFill>
                  <a:srgbClr val="031F3D"/>
                </a:solidFill>
              </a:rPr>
              <a:t> </a:t>
            </a:r>
            <a:r>
              <a:rPr sz="4400" dirty="0">
                <a:solidFill>
                  <a:srgbClr val="031F3D"/>
                </a:solidFill>
              </a:rPr>
              <a:t>Pillars:</a:t>
            </a:r>
            <a:r>
              <a:rPr sz="4400" spc="-285" dirty="0">
                <a:solidFill>
                  <a:srgbClr val="031F3D"/>
                </a:solidFill>
              </a:rPr>
              <a:t> </a:t>
            </a:r>
            <a:r>
              <a:rPr sz="4400" spc="80" dirty="0">
                <a:solidFill>
                  <a:srgbClr val="031F3D"/>
                </a:solidFill>
              </a:rPr>
              <a:t>Privacy</a:t>
            </a:r>
            <a:r>
              <a:rPr sz="4400" spc="60" dirty="0">
                <a:solidFill>
                  <a:srgbClr val="031F3D"/>
                </a:solidFill>
              </a:rPr>
              <a:t> </a:t>
            </a:r>
            <a:r>
              <a:rPr sz="4400" spc="95" dirty="0">
                <a:solidFill>
                  <a:srgbClr val="031F3D"/>
                </a:solidFill>
              </a:rPr>
              <a:t>vs.</a:t>
            </a:r>
            <a:r>
              <a:rPr sz="4400" spc="-240" dirty="0">
                <a:solidFill>
                  <a:srgbClr val="031F3D"/>
                </a:solidFill>
              </a:rPr>
              <a:t> </a:t>
            </a:r>
            <a:r>
              <a:rPr sz="4400" spc="85" dirty="0">
                <a:solidFill>
                  <a:srgbClr val="031F3D"/>
                </a:solidFill>
              </a:rPr>
              <a:t>Security</a:t>
            </a:r>
            <a:endParaRPr sz="4400" dirty="0"/>
          </a:p>
        </p:txBody>
      </p:sp>
      <p:sp>
        <p:nvSpPr>
          <p:cNvPr id="28" name="object 28"/>
          <p:cNvSpPr txBox="1"/>
          <p:nvPr/>
        </p:nvSpPr>
        <p:spPr>
          <a:xfrm>
            <a:off x="977813" y="1840599"/>
            <a:ext cx="4027170" cy="1558290"/>
          </a:xfrm>
          <a:prstGeom prst="rect">
            <a:avLst/>
          </a:prstGeom>
        </p:spPr>
        <p:txBody>
          <a:bodyPr vert="horz" wrap="square" lIns="0" tIns="172720" rIns="0" bIns="0" rtlCol="0">
            <a:spAutoFit/>
          </a:bodyPr>
          <a:lstStyle/>
          <a:p>
            <a:pPr marL="17780">
              <a:lnSpc>
                <a:spcPct val="100000"/>
              </a:lnSpc>
              <a:spcBef>
                <a:spcPts val="1360"/>
              </a:spcBef>
            </a:pPr>
            <a:r>
              <a:rPr sz="3750" b="1" spc="215" dirty="0">
                <a:solidFill>
                  <a:srgbClr val="031F3D"/>
                </a:solidFill>
                <a:latin typeface="+mn-lt"/>
                <a:cs typeface="Arial"/>
              </a:rPr>
              <a:t>The</a:t>
            </a:r>
            <a:r>
              <a:rPr sz="3750" b="1" spc="-260" dirty="0">
                <a:solidFill>
                  <a:srgbClr val="031F3D"/>
                </a:solidFill>
                <a:latin typeface="+mn-lt"/>
                <a:cs typeface="Arial"/>
              </a:rPr>
              <a:t> </a:t>
            </a:r>
            <a:r>
              <a:rPr sz="3750" b="1" spc="90" dirty="0">
                <a:solidFill>
                  <a:srgbClr val="031F3D"/>
                </a:solidFill>
                <a:latin typeface="+mn-lt"/>
                <a:cs typeface="Arial"/>
              </a:rPr>
              <a:t>Privacy</a:t>
            </a:r>
            <a:r>
              <a:rPr sz="3750" b="1" spc="-140" dirty="0">
                <a:solidFill>
                  <a:srgbClr val="031F3D"/>
                </a:solidFill>
                <a:latin typeface="+mn-lt"/>
                <a:cs typeface="Arial"/>
              </a:rPr>
              <a:t> </a:t>
            </a:r>
            <a:r>
              <a:rPr sz="3750" b="1" spc="35" dirty="0">
                <a:solidFill>
                  <a:srgbClr val="031F3D"/>
                </a:solidFill>
                <a:latin typeface="+mn-lt"/>
                <a:cs typeface="Arial"/>
              </a:rPr>
              <a:t>Rule</a:t>
            </a:r>
            <a:endParaRPr sz="3750" dirty="0">
              <a:latin typeface="+mn-lt"/>
              <a:cs typeface="Arial"/>
            </a:endParaRPr>
          </a:p>
          <a:p>
            <a:pPr>
              <a:lnSpc>
                <a:spcPct val="100000"/>
              </a:lnSpc>
              <a:spcBef>
                <a:spcPts val="1380"/>
              </a:spcBef>
            </a:pPr>
            <a:r>
              <a:rPr sz="4100" spc="40" dirty="0">
                <a:solidFill>
                  <a:srgbClr val="0E0F0F"/>
                </a:solidFill>
                <a:latin typeface="+mn-lt"/>
                <a:cs typeface="Times New Roman"/>
              </a:rPr>
              <a:t>TheWho&amp;Why</a:t>
            </a:r>
            <a:endParaRPr sz="4100" dirty="0">
              <a:latin typeface="+mn-lt"/>
              <a:cs typeface="Times New Roman"/>
            </a:endParaRPr>
          </a:p>
        </p:txBody>
      </p:sp>
      <p:sp>
        <p:nvSpPr>
          <p:cNvPr id="30" name="object 30"/>
          <p:cNvSpPr txBox="1"/>
          <p:nvPr/>
        </p:nvSpPr>
        <p:spPr>
          <a:xfrm>
            <a:off x="1046083" y="4340821"/>
            <a:ext cx="6970395" cy="2900152"/>
          </a:xfrm>
          <a:prstGeom prst="rect">
            <a:avLst/>
          </a:prstGeom>
        </p:spPr>
        <p:txBody>
          <a:bodyPr vert="horz" wrap="square" lIns="0" tIns="14604" rIns="0" bIns="0" rtlCol="0">
            <a:spAutoFit/>
          </a:bodyPr>
          <a:lstStyle/>
          <a:p>
            <a:pPr marL="321945" indent="-321945">
              <a:lnSpc>
                <a:spcPts val="4000"/>
              </a:lnSpc>
              <a:spcBef>
                <a:spcPts val="114"/>
              </a:spcBef>
              <a:buChar char="•"/>
              <a:tabLst>
                <a:tab pos="321945" algn="l"/>
              </a:tabLst>
            </a:pPr>
            <a:r>
              <a:rPr sz="3200" b="1" spc="-135" dirty="0">
                <a:solidFill>
                  <a:srgbClr val="0E0F0F"/>
                </a:solidFill>
                <a:latin typeface="+mn-lt"/>
                <a:cs typeface="Times New Roman"/>
              </a:rPr>
              <a:t>Focus:</a:t>
            </a:r>
            <a:r>
              <a:rPr sz="3200" spc="-254" dirty="0">
                <a:solidFill>
                  <a:srgbClr val="0E0F0F"/>
                </a:solidFill>
                <a:latin typeface="+mn-lt"/>
                <a:cs typeface="Times New Roman"/>
              </a:rPr>
              <a:t> </a:t>
            </a:r>
            <a:r>
              <a:rPr sz="3200" spc="-80" dirty="0">
                <a:solidFill>
                  <a:srgbClr val="0E0F0F"/>
                </a:solidFill>
                <a:latin typeface="+mn-lt"/>
                <a:cs typeface="Times New Roman"/>
              </a:rPr>
              <a:t>Authorization </a:t>
            </a:r>
            <a:r>
              <a:rPr sz="3200" dirty="0">
                <a:solidFill>
                  <a:srgbClr val="0E0F0F"/>
                </a:solidFill>
                <a:latin typeface="+mn-lt"/>
                <a:cs typeface="Times New Roman"/>
              </a:rPr>
              <a:t>and</a:t>
            </a:r>
            <a:r>
              <a:rPr sz="3200" spc="-50" dirty="0">
                <a:solidFill>
                  <a:srgbClr val="0E0F0F"/>
                </a:solidFill>
                <a:latin typeface="+mn-lt"/>
                <a:cs typeface="Times New Roman"/>
              </a:rPr>
              <a:t> </a:t>
            </a:r>
            <a:r>
              <a:rPr sz="3200" spc="-10" dirty="0">
                <a:solidFill>
                  <a:srgbClr val="0E0F0F"/>
                </a:solidFill>
                <a:latin typeface="+mn-lt"/>
                <a:cs typeface="Times New Roman"/>
              </a:rPr>
              <a:t>Rights.</a:t>
            </a:r>
            <a:endParaRPr sz="3200" dirty="0">
              <a:latin typeface="+mn-lt"/>
              <a:cs typeface="Times New Roman"/>
            </a:endParaRPr>
          </a:p>
          <a:p>
            <a:pPr marL="310515" marR="5080" indent="-311150">
              <a:lnSpc>
                <a:spcPts val="3520"/>
              </a:lnSpc>
              <a:spcBef>
                <a:spcPts val="505"/>
              </a:spcBef>
              <a:buChar char="•"/>
              <a:tabLst>
                <a:tab pos="310515" algn="l"/>
                <a:tab pos="321945" algn="l"/>
              </a:tabLst>
            </a:pPr>
            <a:r>
              <a:rPr sz="3200" dirty="0">
                <a:solidFill>
                  <a:srgbClr val="0E0F0F"/>
                </a:solidFill>
                <a:latin typeface="+mn-lt"/>
                <a:cs typeface="Times New Roman"/>
              </a:rPr>
              <a:t>	</a:t>
            </a:r>
            <a:r>
              <a:rPr sz="3200" b="1" spc="-105" dirty="0">
                <a:solidFill>
                  <a:srgbClr val="0E0F0F"/>
                </a:solidFill>
                <a:latin typeface="+mn-lt"/>
                <a:cs typeface="Times New Roman"/>
              </a:rPr>
              <a:t>Definition:</a:t>
            </a:r>
            <a:r>
              <a:rPr sz="3200" spc="-135" dirty="0">
                <a:solidFill>
                  <a:srgbClr val="0E0F0F"/>
                </a:solidFill>
                <a:latin typeface="+mn-lt"/>
                <a:cs typeface="Times New Roman"/>
              </a:rPr>
              <a:t> </a:t>
            </a:r>
            <a:r>
              <a:rPr sz="3200" spc="-70" dirty="0">
                <a:solidFill>
                  <a:srgbClr val="0E0F0F"/>
                </a:solidFill>
                <a:latin typeface="+mn-lt"/>
                <a:cs typeface="Times New Roman"/>
              </a:rPr>
              <a:t>Controls</a:t>
            </a:r>
            <a:r>
              <a:rPr sz="3200" spc="-175" dirty="0">
                <a:solidFill>
                  <a:srgbClr val="0E0F0F"/>
                </a:solidFill>
                <a:latin typeface="+mn-lt"/>
                <a:cs typeface="Times New Roman"/>
              </a:rPr>
              <a:t> </a:t>
            </a:r>
            <a:r>
              <a:rPr sz="3200" spc="-305" dirty="0">
                <a:solidFill>
                  <a:srgbClr val="0E0F0F"/>
                </a:solidFill>
                <a:latin typeface="+mn-lt"/>
                <a:cs typeface="Times New Roman"/>
              </a:rPr>
              <a:t>WHO</a:t>
            </a:r>
            <a:r>
              <a:rPr sz="3200" spc="-90" dirty="0">
                <a:solidFill>
                  <a:srgbClr val="0E0F0F"/>
                </a:solidFill>
                <a:latin typeface="+mn-lt"/>
                <a:cs typeface="Times New Roman"/>
              </a:rPr>
              <a:t> </a:t>
            </a:r>
            <a:r>
              <a:rPr sz="3200" spc="-10" dirty="0">
                <a:solidFill>
                  <a:srgbClr val="0E0F0F"/>
                </a:solidFill>
                <a:latin typeface="+mn-lt"/>
                <a:cs typeface="Times New Roman"/>
              </a:rPr>
              <a:t>is</a:t>
            </a:r>
            <a:r>
              <a:rPr sz="3200" spc="-330" dirty="0">
                <a:solidFill>
                  <a:srgbClr val="0E0F0F"/>
                </a:solidFill>
                <a:latin typeface="+mn-lt"/>
                <a:cs typeface="Times New Roman"/>
              </a:rPr>
              <a:t> </a:t>
            </a:r>
            <a:r>
              <a:rPr sz="3200" spc="-10" dirty="0">
                <a:solidFill>
                  <a:srgbClr val="0E0F0F"/>
                </a:solidFill>
                <a:latin typeface="+mn-lt"/>
                <a:cs typeface="Times New Roman"/>
              </a:rPr>
              <a:t>authorized </a:t>
            </a:r>
            <a:r>
              <a:rPr sz="3200" spc="130" dirty="0">
                <a:solidFill>
                  <a:srgbClr val="0E0F0F"/>
                </a:solidFill>
                <a:latin typeface="+mn-lt"/>
                <a:cs typeface="Times New Roman"/>
              </a:rPr>
              <a:t>to</a:t>
            </a:r>
            <a:r>
              <a:rPr sz="3200" spc="-345" dirty="0">
                <a:solidFill>
                  <a:srgbClr val="0E0F0F"/>
                </a:solidFill>
                <a:latin typeface="+mn-lt"/>
                <a:cs typeface="Times New Roman"/>
              </a:rPr>
              <a:t> </a:t>
            </a:r>
            <a:r>
              <a:rPr sz="3200" dirty="0">
                <a:solidFill>
                  <a:srgbClr val="0E0F0F"/>
                </a:solidFill>
                <a:latin typeface="+mn-lt"/>
                <a:cs typeface="Times New Roman"/>
              </a:rPr>
              <a:t>access</a:t>
            </a:r>
            <a:r>
              <a:rPr sz="3200" spc="-215" dirty="0">
                <a:solidFill>
                  <a:srgbClr val="0E0F0F"/>
                </a:solidFill>
                <a:latin typeface="+mn-lt"/>
                <a:cs typeface="Times New Roman"/>
              </a:rPr>
              <a:t> </a:t>
            </a:r>
            <a:r>
              <a:rPr sz="3200" spc="-10" dirty="0">
                <a:solidFill>
                  <a:srgbClr val="0E0F0F"/>
                </a:solidFill>
                <a:latin typeface="+mn-lt"/>
                <a:cs typeface="Times New Roman"/>
              </a:rPr>
              <a:t>patient</a:t>
            </a:r>
            <a:r>
              <a:rPr sz="3200" spc="-140" dirty="0">
                <a:solidFill>
                  <a:srgbClr val="0E0F0F"/>
                </a:solidFill>
                <a:latin typeface="+mn-lt"/>
                <a:cs typeface="Times New Roman"/>
              </a:rPr>
              <a:t> </a:t>
            </a:r>
            <a:r>
              <a:rPr sz="3200" spc="-65" dirty="0">
                <a:solidFill>
                  <a:srgbClr val="0E0F0F"/>
                </a:solidFill>
                <a:latin typeface="+mn-lt"/>
                <a:cs typeface="Times New Roman"/>
              </a:rPr>
              <a:t>information</a:t>
            </a:r>
            <a:r>
              <a:rPr sz="3200" spc="-5" dirty="0">
                <a:solidFill>
                  <a:srgbClr val="0E0F0F"/>
                </a:solidFill>
                <a:latin typeface="+mn-lt"/>
                <a:cs typeface="Times New Roman"/>
              </a:rPr>
              <a:t> </a:t>
            </a:r>
            <a:r>
              <a:rPr sz="3200" dirty="0">
                <a:solidFill>
                  <a:srgbClr val="0E0F0F"/>
                </a:solidFill>
                <a:latin typeface="+mn-lt"/>
                <a:cs typeface="Times New Roman"/>
              </a:rPr>
              <a:t>and</a:t>
            </a:r>
            <a:r>
              <a:rPr sz="3200" spc="-170" dirty="0">
                <a:solidFill>
                  <a:srgbClr val="0E0F0F"/>
                </a:solidFill>
                <a:latin typeface="+mn-lt"/>
                <a:cs typeface="Times New Roman"/>
              </a:rPr>
              <a:t> </a:t>
            </a:r>
            <a:r>
              <a:rPr sz="3200" spc="-20" dirty="0">
                <a:solidFill>
                  <a:srgbClr val="0E0F0F"/>
                </a:solidFill>
                <a:latin typeface="+mn-lt"/>
                <a:cs typeface="Times New Roman"/>
              </a:rPr>
              <a:t>under </a:t>
            </a:r>
            <a:r>
              <a:rPr sz="3200" spc="-465" dirty="0">
                <a:solidFill>
                  <a:srgbClr val="0E0F0F"/>
                </a:solidFill>
                <a:latin typeface="+mn-lt"/>
                <a:cs typeface="Times New Roman"/>
              </a:rPr>
              <a:t>WHAT</a:t>
            </a:r>
            <a:r>
              <a:rPr sz="3200" spc="35" dirty="0">
                <a:solidFill>
                  <a:srgbClr val="0E0F0F"/>
                </a:solidFill>
                <a:latin typeface="+mn-lt"/>
                <a:cs typeface="Times New Roman"/>
              </a:rPr>
              <a:t> </a:t>
            </a:r>
            <a:r>
              <a:rPr sz="3200" spc="-10" dirty="0">
                <a:solidFill>
                  <a:srgbClr val="0E0F0F"/>
                </a:solidFill>
                <a:latin typeface="+mn-lt"/>
                <a:cs typeface="Times New Roman"/>
              </a:rPr>
              <a:t>circumstances.</a:t>
            </a:r>
            <a:endParaRPr sz="3200" dirty="0">
              <a:latin typeface="+mn-lt"/>
              <a:cs typeface="Times New Roman"/>
            </a:endParaRPr>
          </a:p>
          <a:p>
            <a:pPr marL="312420" marR="316230" indent="-313055">
              <a:lnSpc>
                <a:spcPts val="3520"/>
              </a:lnSpc>
              <a:spcBef>
                <a:spcPts val="500"/>
              </a:spcBef>
              <a:buChar char="•"/>
              <a:tabLst>
                <a:tab pos="312420" algn="l"/>
                <a:tab pos="322580" algn="l"/>
              </a:tabLst>
            </a:pPr>
            <a:r>
              <a:rPr sz="3200" dirty="0">
                <a:solidFill>
                  <a:srgbClr val="0E0F0F"/>
                </a:solidFill>
                <a:latin typeface="+mn-lt"/>
                <a:cs typeface="Times New Roman"/>
              </a:rPr>
              <a:t>	</a:t>
            </a:r>
            <a:r>
              <a:rPr sz="3200" b="1" spc="-110" dirty="0">
                <a:solidFill>
                  <a:srgbClr val="0E0F0F"/>
                </a:solidFill>
                <a:latin typeface="+mn-lt"/>
                <a:cs typeface="Times New Roman"/>
              </a:rPr>
              <a:t>Managed</a:t>
            </a:r>
            <a:r>
              <a:rPr sz="3200" b="1" spc="35" dirty="0">
                <a:solidFill>
                  <a:srgbClr val="0E0F0F"/>
                </a:solidFill>
                <a:latin typeface="+mn-lt"/>
                <a:cs typeface="Times New Roman"/>
              </a:rPr>
              <a:t> </a:t>
            </a:r>
            <a:r>
              <a:rPr sz="3200" b="1" spc="-140" dirty="0">
                <a:solidFill>
                  <a:srgbClr val="0E0F0F"/>
                </a:solidFill>
                <a:latin typeface="+mn-lt"/>
                <a:cs typeface="Times New Roman"/>
              </a:rPr>
              <a:t>by:</a:t>
            </a:r>
            <a:r>
              <a:rPr sz="3200" b="1" spc="-265" dirty="0">
                <a:solidFill>
                  <a:srgbClr val="0E0F0F"/>
                </a:solidFill>
                <a:latin typeface="+mn-lt"/>
                <a:cs typeface="Times New Roman"/>
              </a:rPr>
              <a:t> </a:t>
            </a:r>
            <a:r>
              <a:rPr sz="3200" spc="-114" dirty="0">
                <a:solidFill>
                  <a:srgbClr val="0E0F0F"/>
                </a:solidFill>
                <a:latin typeface="+mn-lt"/>
                <a:cs typeface="Times New Roman"/>
              </a:rPr>
              <a:t>Policies,</a:t>
            </a:r>
            <a:r>
              <a:rPr sz="3200" spc="-95" dirty="0">
                <a:solidFill>
                  <a:srgbClr val="0E0F0F"/>
                </a:solidFill>
                <a:latin typeface="+mn-lt"/>
                <a:cs typeface="Times New Roman"/>
              </a:rPr>
              <a:t> </a:t>
            </a:r>
            <a:r>
              <a:rPr sz="3200" spc="-40" dirty="0">
                <a:solidFill>
                  <a:srgbClr val="0E0F0F"/>
                </a:solidFill>
                <a:latin typeface="+mn-lt"/>
                <a:cs typeface="Times New Roman"/>
              </a:rPr>
              <a:t>Procedures,</a:t>
            </a:r>
            <a:r>
              <a:rPr sz="3200" spc="-155" dirty="0">
                <a:solidFill>
                  <a:srgbClr val="0E0F0F"/>
                </a:solidFill>
                <a:latin typeface="+mn-lt"/>
                <a:cs typeface="Times New Roman"/>
              </a:rPr>
              <a:t> </a:t>
            </a:r>
            <a:r>
              <a:rPr sz="3200" spc="-25" dirty="0">
                <a:solidFill>
                  <a:srgbClr val="0E0F0F"/>
                </a:solidFill>
                <a:latin typeface="+mn-lt"/>
                <a:cs typeface="Times New Roman"/>
              </a:rPr>
              <a:t>and </a:t>
            </a:r>
            <a:r>
              <a:rPr sz="3200" spc="65" dirty="0">
                <a:solidFill>
                  <a:srgbClr val="0E0F0F"/>
                </a:solidFill>
                <a:latin typeface="+mn-lt"/>
                <a:cs typeface="Times New Roman"/>
              </a:rPr>
              <a:t>the</a:t>
            </a:r>
            <a:r>
              <a:rPr sz="3200" spc="-145" dirty="0">
                <a:solidFill>
                  <a:srgbClr val="0E0F0F"/>
                </a:solidFill>
                <a:latin typeface="+mn-lt"/>
                <a:cs typeface="Times New Roman"/>
              </a:rPr>
              <a:t> </a:t>
            </a:r>
            <a:r>
              <a:rPr sz="3200" spc="-120" dirty="0">
                <a:solidFill>
                  <a:srgbClr val="0E0F0F"/>
                </a:solidFill>
                <a:latin typeface="+mn-lt"/>
                <a:cs typeface="Times New Roman"/>
              </a:rPr>
              <a:t>Notice</a:t>
            </a:r>
            <a:r>
              <a:rPr sz="3200" spc="-95" dirty="0">
                <a:solidFill>
                  <a:srgbClr val="0E0F0F"/>
                </a:solidFill>
                <a:latin typeface="+mn-lt"/>
                <a:cs typeface="Times New Roman"/>
              </a:rPr>
              <a:t> </a:t>
            </a:r>
            <a:r>
              <a:rPr sz="3200" spc="-10" dirty="0">
                <a:solidFill>
                  <a:srgbClr val="0E0F0F"/>
                </a:solidFill>
                <a:latin typeface="+mn-lt"/>
                <a:cs typeface="Times New Roman"/>
              </a:rPr>
              <a:t>of </a:t>
            </a:r>
            <a:r>
              <a:rPr sz="3200" spc="-140" dirty="0">
                <a:solidFill>
                  <a:srgbClr val="0E0F0F"/>
                </a:solidFill>
                <a:latin typeface="+mn-lt"/>
                <a:cs typeface="Times New Roman"/>
              </a:rPr>
              <a:t>Privacy</a:t>
            </a:r>
            <a:r>
              <a:rPr sz="3200" spc="-70" dirty="0">
                <a:solidFill>
                  <a:srgbClr val="0E0F0F"/>
                </a:solidFill>
                <a:latin typeface="+mn-lt"/>
                <a:cs typeface="Times New Roman"/>
              </a:rPr>
              <a:t> </a:t>
            </a:r>
            <a:r>
              <a:rPr sz="3200" spc="-45" dirty="0">
                <a:solidFill>
                  <a:srgbClr val="0E0F0F"/>
                </a:solidFill>
                <a:latin typeface="+mn-lt"/>
                <a:cs typeface="Times New Roman"/>
              </a:rPr>
              <a:t>Practices</a:t>
            </a:r>
            <a:r>
              <a:rPr sz="3200" spc="-170" dirty="0">
                <a:solidFill>
                  <a:srgbClr val="0E0F0F"/>
                </a:solidFill>
                <a:latin typeface="+mn-lt"/>
                <a:cs typeface="Times New Roman"/>
              </a:rPr>
              <a:t> </a:t>
            </a:r>
            <a:r>
              <a:rPr sz="3200" spc="-60" dirty="0">
                <a:solidFill>
                  <a:srgbClr val="0E0F0F"/>
                </a:solidFill>
                <a:latin typeface="+mn-lt"/>
                <a:cs typeface="Times New Roman"/>
              </a:rPr>
              <a:t>(NPP).</a:t>
            </a:r>
            <a:endParaRPr sz="3200" dirty="0">
              <a:latin typeface="+mn-lt"/>
              <a:cs typeface="Times New Roman"/>
            </a:endParaRPr>
          </a:p>
        </p:txBody>
      </p:sp>
      <p:sp>
        <p:nvSpPr>
          <p:cNvPr id="31" name="object 31"/>
          <p:cNvSpPr txBox="1"/>
          <p:nvPr/>
        </p:nvSpPr>
        <p:spPr>
          <a:xfrm>
            <a:off x="9256847" y="1840599"/>
            <a:ext cx="4269105" cy="1558290"/>
          </a:xfrm>
          <a:prstGeom prst="rect">
            <a:avLst/>
          </a:prstGeom>
        </p:spPr>
        <p:txBody>
          <a:bodyPr vert="horz" wrap="square" lIns="0" tIns="172720" rIns="0" bIns="0" rtlCol="0">
            <a:spAutoFit/>
          </a:bodyPr>
          <a:lstStyle/>
          <a:p>
            <a:pPr marL="30480">
              <a:lnSpc>
                <a:spcPct val="100000"/>
              </a:lnSpc>
              <a:spcBef>
                <a:spcPts val="1360"/>
              </a:spcBef>
            </a:pPr>
            <a:r>
              <a:rPr sz="3750" b="1" spc="215" dirty="0">
                <a:solidFill>
                  <a:srgbClr val="031F3D"/>
                </a:solidFill>
                <a:latin typeface="+mn-lt"/>
                <a:cs typeface="Arial"/>
              </a:rPr>
              <a:t>The</a:t>
            </a:r>
            <a:r>
              <a:rPr sz="3750" b="1" spc="-215" dirty="0">
                <a:solidFill>
                  <a:srgbClr val="031F3D"/>
                </a:solidFill>
                <a:latin typeface="+mn-lt"/>
                <a:cs typeface="Arial"/>
              </a:rPr>
              <a:t> </a:t>
            </a:r>
            <a:r>
              <a:rPr sz="3750" b="1" spc="105" dirty="0">
                <a:solidFill>
                  <a:srgbClr val="031F3D"/>
                </a:solidFill>
                <a:latin typeface="+mn-lt"/>
                <a:cs typeface="Arial"/>
              </a:rPr>
              <a:t>Security</a:t>
            </a:r>
            <a:r>
              <a:rPr sz="3750" b="1" spc="-55" dirty="0">
                <a:solidFill>
                  <a:srgbClr val="031F3D"/>
                </a:solidFill>
                <a:latin typeface="+mn-lt"/>
                <a:cs typeface="Arial"/>
              </a:rPr>
              <a:t> </a:t>
            </a:r>
            <a:r>
              <a:rPr sz="3750" b="1" spc="35" dirty="0">
                <a:solidFill>
                  <a:srgbClr val="031F3D"/>
                </a:solidFill>
                <a:latin typeface="+mn-lt"/>
                <a:cs typeface="Arial"/>
              </a:rPr>
              <a:t>Rule</a:t>
            </a:r>
            <a:endParaRPr sz="3750">
              <a:latin typeface="+mn-lt"/>
              <a:cs typeface="Arial"/>
            </a:endParaRPr>
          </a:p>
          <a:p>
            <a:pPr marL="12700">
              <a:lnSpc>
                <a:spcPct val="100000"/>
              </a:lnSpc>
              <a:spcBef>
                <a:spcPts val="1380"/>
              </a:spcBef>
            </a:pPr>
            <a:r>
              <a:rPr sz="4100" dirty="0">
                <a:solidFill>
                  <a:srgbClr val="0E0F0F"/>
                </a:solidFill>
                <a:latin typeface="+mn-lt"/>
                <a:cs typeface="Times New Roman"/>
              </a:rPr>
              <a:t>The</a:t>
            </a:r>
            <a:r>
              <a:rPr sz="4100" spc="-150" dirty="0">
                <a:solidFill>
                  <a:srgbClr val="0E0F0F"/>
                </a:solidFill>
                <a:latin typeface="+mn-lt"/>
                <a:cs typeface="Times New Roman"/>
              </a:rPr>
              <a:t> </a:t>
            </a:r>
            <a:r>
              <a:rPr sz="4100" spc="-25" dirty="0">
                <a:solidFill>
                  <a:srgbClr val="0E0F0F"/>
                </a:solidFill>
                <a:latin typeface="+mn-lt"/>
                <a:cs typeface="Times New Roman"/>
              </a:rPr>
              <a:t>How</a:t>
            </a:r>
            <a:endParaRPr sz="4100">
              <a:latin typeface="+mn-lt"/>
              <a:cs typeface="Times New Roman"/>
            </a:endParaRPr>
          </a:p>
        </p:txBody>
      </p:sp>
      <p:sp>
        <p:nvSpPr>
          <p:cNvPr id="32" name="object 32"/>
          <p:cNvSpPr txBox="1"/>
          <p:nvPr/>
        </p:nvSpPr>
        <p:spPr>
          <a:xfrm>
            <a:off x="9376064" y="4340821"/>
            <a:ext cx="7053053" cy="2903038"/>
          </a:xfrm>
          <a:prstGeom prst="rect">
            <a:avLst/>
          </a:prstGeom>
        </p:spPr>
        <p:txBody>
          <a:bodyPr vert="horz" wrap="square" lIns="0" tIns="14604" rIns="0" bIns="0" rtlCol="0">
            <a:spAutoFit/>
          </a:bodyPr>
          <a:lstStyle/>
          <a:p>
            <a:pPr marL="334645" indent="-321945" algn="just">
              <a:lnSpc>
                <a:spcPts val="4000"/>
              </a:lnSpc>
              <a:spcBef>
                <a:spcPts val="114"/>
              </a:spcBef>
              <a:buChar char="•"/>
              <a:tabLst>
                <a:tab pos="334645" algn="l"/>
              </a:tabLst>
            </a:pPr>
            <a:r>
              <a:rPr sz="3200" b="1" spc="-150" dirty="0">
                <a:solidFill>
                  <a:srgbClr val="0E0F0F"/>
                </a:solidFill>
                <a:latin typeface="+mn-lt"/>
                <a:cs typeface="Times New Roman"/>
              </a:rPr>
              <a:t>Focus:</a:t>
            </a:r>
            <a:r>
              <a:rPr sz="3200" spc="-229" dirty="0">
                <a:solidFill>
                  <a:srgbClr val="0E0F0F"/>
                </a:solidFill>
                <a:latin typeface="+mn-lt"/>
                <a:cs typeface="Times New Roman"/>
              </a:rPr>
              <a:t> </a:t>
            </a:r>
            <a:r>
              <a:rPr sz="3200" spc="-105" dirty="0">
                <a:solidFill>
                  <a:srgbClr val="0E0F0F"/>
                </a:solidFill>
                <a:latin typeface="+mn-lt"/>
                <a:cs typeface="Times New Roman"/>
              </a:rPr>
              <a:t>Technical</a:t>
            </a:r>
            <a:r>
              <a:rPr sz="3200" spc="15" dirty="0">
                <a:solidFill>
                  <a:srgbClr val="0E0F0F"/>
                </a:solidFill>
                <a:latin typeface="+mn-lt"/>
                <a:cs typeface="Times New Roman"/>
              </a:rPr>
              <a:t> </a:t>
            </a:r>
            <a:r>
              <a:rPr sz="3200" spc="-80" dirty="0">
                <a:solidFill>
                  <a:srgbClr val="0E0F0F"/>
                </a:solidFill>
                <a:latin typeface="+mn-lt"/>
                <a:cs typeface="Times New Roman"/>
              </a:rPr>
              <a:t>Safeguards</a:t>
            </a:r>
            <a:r>
              <a:rPr sz="3200" spc="-105" dirty="0">
                <a:solidFill>
                  <a:srgbClr val="0E0F0F"/>
                </a:solidFill>
                <a:latin typeface="+mn-lt"/>
                <a:cs typeface="Times New Roman"/>
              </a:rPr>
              <a:t> </a:t>
            </a:r>
            <a:r>
              <a:rPr sz="3200" spc="-20" dirty="0">
                <a:solidFill>
                  <a:srgbClr val="0E0F0F"/>
                </a:solidFill>
                <a:latin typeface="+mn-lt"/>
                <a:cs typeface="Times New Roman"/>
              </a:rPr>
              <a:t>for</a:t>
            </a:r>
            <a:r>
              <a:rPr sz="3200" spc="-260" dirty="0">
                <a:solidFill>
                  <a:srgbClr val="0E0F0F"/>
                </a:solidFill>
                <a:latin typeface="+mn-lt"/>
                <a:cs typeface="Times New Roman"/>
              </a:rPr>
              <a:t> </a:t>
            </a:r>
            <a:r>
              <a:rPr sz="3200" spc="-10" dirty="0">
                <a:solidFill>
                  <a:srgbClr val="0E0F0F"/>
                </a:solidFill>
                <a:latin typeface="+mn-lt"/>
                <a:cs typeface="Times New Roman"/>
              </a:rPr>
              <a:t>ePHI.</a:t>
            </a:r>
            <a:endParaRPr sz="3200" dirty="0">
              <a:latin typeface="+mn-lt"/>
              <a:cs typeface="Times New Roman"/>
            </a:endParaRPr>
          </a:p>
          <a:p>
            <a:pPr marL="313690" marR="5080" indent="-301625" algn="just">
              <a:lnSpc>
                <a:spcPts val="3520"/>
              </a:lnSpc>
              <a:spcBef>
                <a:spcPts val="505"/>
              </a:spcBef>
              <a:buChar char="•"/>
              <a:tabLst>
                <a:tab pos="313690" algn="l"/>
                <a:tab pos="333375" algn="l"/>
              </a:tabLst>
            </a:pPr>
            <a:r>
              <a:rPr sz="3200" dirty="0">
                <a:solidFill>
                  <a:srgbClr val="0E0F0F"/>
                </a:solidFill>
                <a:latin typeface="+mn-lt"/>
                <a:cs typeface="Times New Roman"/>
              </a:rPr>
              <a:t>	</a:t>
            </a:r>
            <a:r>
              <a:rPr sz="3200" b="1" spc="-120" dirty="0">
                <a:solidFill>
                  <a:srgbClr val="0E0F0F"/>
                </a:solidFill>
                <a:latin typeface="+mn-lt"/>
                <a:cs typeface="Times New Roman"/>
              </a:rPr>
              <a:t>Definition:</a:t>
            </a:r>
            <a:r>
              <a:rPr sz="3200" spc="-95" dirty="0">
                <a:solidFill>
                  <a:srgbClr val="0E0F0F"/>
                </a:solidFill>
                <a:latin typeface="+mn-lt"/>
                <a:cs typeface="Times New Roman"/>
              </a:rPr>
              <a:t> </a:t>
            </a:r>
            <a:r>
              <a:rPr sz="3200" spc="-125" dirty="0">
                <a:solidFill>
                  <a:srgbClr val="0E0F0F"/>
                </a:solidFill>
                <a:latin typeface="+mn-lt"/>
                <a:cs typeface="Times New Roman"/>
              </a:rPr>
              <a:t>The</a:t>
            </a:r>
            <a:r>
              <a:rPr sz="3200" spc="-85" dirty="0">
                <a:solidFill>
                  <a:srgbClr val="0E0F0F"/>
                </a:solidFill>
                <a:latin typeface="+mn-lt"/>
                <a:cs typeface="Times New Roman"/>
              </a:rPr>
              <a:t> </a:t>
            </a:r>
            <a:r>
              <a:rPr sz="3200" spc="-80" dirty="0">
                <a:solidFill>
                  <a:srgbClr val="0E0F0F"/>
                </a:solidFill>
                <a:latin typeface="+mn-lt"/>
                <a:cs typeface="Times New Roman"/>
              </a:rPr>
              <a:t>ability</a:t>
            </a:r>
            <a:r>
              <a:rPr sz="3200" spc="-55" dirty="0">
                <a:solidFill>
                  <a:srgbClr val="0E0F0F"/>
                </a:solidFill>
                <a:latin typeface="+mn-lt"/>
                <a:cs typeface="Times New Roman"/>
              </a:rPr>
              <a:t> </a:t>
            </a:r>
            <a:r>
              <a:rPr sz="3200" spc="65" dirty="0">
                <a:solidFill>
                  <a:srgbClr val="0E0F0F"/>
                </a:solidFill>
                <a:latin typeface="+mn-lt"/>
                <a:cs typeface="Times New Roman"/>
              </a:rPr>
              <a:t>to</a:t>
            </a:r>
            <a:r>
              <a:rPr sz="3200" spc="-200" dirty="0">
                <a:solidFill>
                  <a:srgbClr val="0E0F0F"/>
                </a:solidFill>
                <a:latin typeface="+mn-lt"/>
                <a:cs typeface="Times New Roman"/>
              </a:rPr>
              <a:t> </a:t>
            </a:r>
            <a:r>
              <a:rPr sz="3200" spc="-35" dirty="0">
                <a:solidFill>
                  <a:srgbClr val="0E0F0F"/>
                </a:solidFill>
                <a:latin typeface="+mn-lt"/>
                <a:cs typeface="Times New Roman"/>
              </a:rPr>
              <a:t>control</a:t>
            </a:r>
            <a:r>
              <a:rPr sz="3200" spc="-125" dirty="0">
                <a:solidFill>
                  <a:srgbClr val="0E0F0F"/>
                </a:solidFill>
                <a:latin typeface="+mn-lt"/>
                <a:cs typeface="Times New Roman"/>
              </a:rPr>
              <a:t> </a:t>
            </a:r>
            <a:r>
              <a:rPr sz="3200" spc="-10" dirty="0">
                <a:solidFill>
                  <a:srgbClr val="0E0F0F"/>
                </a:solidFill>
                <a:latin typeface="+mn-lt"/>
                <a:cs typeface="Times New Roman"/>
              </a:rPr>
              <a:t>access </a:t>
            </a:r>
            <a:r>
              <a:rPr sz="3200" dirty="0">
                <a:solidFill>
                  <a:srgbClr val="0E0F0F"/>
                </a:solidFill>
                <a:latin typeface="+mn-lt"/>
                <a:cs typeface="Times New Roman"/>
              </a:rPr>
              <a:t>and</a:t>
            </a:r>
            <a:r>
              <a:rPr sz="3200" spc="-75" dirty="0">
                <a:solidFill>
                  <a:srgbClr val="0E0F0F"/>
                </a:solidFill>
                <a:latin typeface="+mn-lt"/>
                <a:cs typeface="Times New Roman"/>
              </a:rPr>
              <a:t> </a:t>
            </a:r>
            <a:r>
              <a:rPr sz="3200" dirty="0">
                <a:solidFill>
                  <a:srgbClr val="0E0F0F"/>
                </a:solidFill>
                <a:latin typeface="+mn-lt"/>
                <a:cs typeface="Times New Roman"/>
              </a:rPr>
              <a:t>protect</a:t>
            </a:r>
            <a:r>
              <a:rPr sz="3200" spc="-130" dirty="0">
                <a:solidFill>
                  <a:srgbClr val="0E0F0F"/>
                </a:solidFill>
                <a:latin typeface="+mn-lt"/>
                <a:cs typeface="Times New Roman"/>
              </a:rPr>
              <a:t> </a:t>
            </a:r>
            <a:r>
              <a:rPr sz="3200" spc="-65" dirty="0">
                <a:solidFill>
                  <a:srgbClr val="0E0F0F"/>
                </a:solidFill>
                <a:latin typeface="+mn-lt"/>
                <a:cs typeface="Times New Roman"/>
              </a:rPr>
              <a:t>information</a:t>
            </a:r>
            <a:r>
              <a:rPr sz="3200" spc="-75" dirty="0">
                <a:solidFill>
                  <a:srgbClr val="0E0F0F"/>
                </a:solidFill>
                <a:latin typeface="+mn-lt"/>
                <a:cs typeface="Times New Roman"/>
              </a:rPr>
              <a:t> </a:t>
            </a:r>
            <a:r>
              <a:rPr sz="3200" spc="-55" dirty="0">
                <a:solidFill>
                  <a:srgbClr val="0E0F0F"/>
                </a:solidFill>
                <a:latin typeface="+mn-lt"/>
                <a:cs typeface="Times New Roman"/>
              </a:rPr>
              <a:t>from</a:t>
            </a:r>
            <a:r>
              <a:rPr sz="3200" spc="-114" dirty="0">
                <a:solidFill>
                  <a:srgbClr val="0E0F0F"/>
                </a:solidFill>
                <a:latin typeface="+mn-lt"/>
                <a:cs typeface="Times New Roman"/>
              </a:rPr>
              <a:t> </a:t>
            </a:r>
            <a:r>
              <a:rPr sz="3200" spc="-65" dirty="0">
                <a:solidFill>
                  <a:srgbClr val="0E0F0F"/>
                </a:solidFill>
                <a:latin typeface="+mn-lt"/>
                <a:cs typeface="Times New Roman"/>
              </a:rPr>
              <a:t>accidental </a:t>
            </a:r>
            <a:r>
              <a:rPr sz="3200" spc="55" dirty="0">
                <a:solidFill>
                  <a:srgbClr val="0E0F0F"/>
                </a:solidFill>
                <a:latin typeface="+mn-lt"/>
                <a:cs typeface="Times New Roman"/>
              </a:rPr>
              <a:t>or</a:t>
            </a:r>
            <a:r>
              <a:rPr sz="3200" spc="-215" dirty="0">
                <a:solidFill>
                  <a:srgbClr val="0E0F0F"/>
                </a:solidFill>
                <a:latin typeface="+mn-lt"/>
                <a:cs typeface="Times New Roman"/>
              </a:rPr>
              <a:t> </a:t>
            </a:r>
            <a:r>
              <a:rPr sz="3200" spc="-35" dirty="0">
                <a:solidFill>
                  <a:srgbClr val="0E0F0F"/>
                </a:solidFill>
                <a:latin typeface="+mn-lt"/>
                <a:cs typeface="Times New Roman"/>
              </a:rPr>
              <a:t>intentional</a:t>
            </a:r>
            <a:r>
              <a:rPr sz="3200" spc="-95" dirty="0">
                <a:solidFill>
                  <a:srgbClr val="0E0F0F"/>
                </a:solidFill>
                <a:latin typeface="+mn-lt"/>
                <a:cs typeface="Times New Roman"/>
              </a:rPr>
              <a:t> </a:t>
            </a:r>
            <a:r>
              <a:rPr sz="3200" spc="-10" dirty="0">
                <a:solidFill>
                  <a:srgbClr val="0E0F0F"/>
                </a:solidFill>
                <a:latin typeface="+mn-lt"/>
                <a:cs typeface="Times New Roman"/>
              </a:rPr>
              <a:t>intrusion.</a:t>
            </a:r>
            <a:endParaRPr sz="3200" dirty="0">
              <a:latin typeface="+mn-lt"/>
              <a:cs typeface="Times New Roman"/>
            </a:endParaRPr>
          </a:p>
          <a:p>
            <a:pPr marL="321945" marR="559435" indent="-309880" algn="l">
              <a:lnSpc>
                <a:spcPts val="3520"/>
              </a:lnSpc>
              <a:spcBef>
                <a:spcPts val="500"/>
              </a:spcBef>
              <a:buChar char="•"/>
              <a:tabLst>
                <a:tab pos="334645" algn="l"/>
              </a:tabLst>
            </a:pPr>
            <a:r>
              <a:rPr sz="3200" b="1" spc="-110" dirty="0">
                <a:solidFill>
                  <a:srgbClr val="0E0F0F"/>
                </a:solidFill>
                <a:latin typeface="+mn-lt"/>
                <a:cs typeface="Times New Roman"/>
              </a:rPr>
              <a:t>Managed</a:t>
            </a:r>
            <a:r>
              <a:rPr sz="3200" b="1" spc="-105" dirty="0">
                <a:solidFill>
                  <a:srgbClr val="0E0F0F"/>
                </a:solidFill>
                <a:latin typeface="+mn-lt"/>
                <a:cs typeface="Times New Roman"/>
              </a:rPr>
              <a:t> </a:t>
            </a:r>
            <a:r>
              <a:rPr sz="3200" b="1" spc="-190" dirty="0">
                <a:solidFill>
                  <a:srgbClr val="0E0F0F"/>
                </a:solidFill>
                <a:latin typeface="+mn-lt"/>
                <a:cs typeface="Times New Roman"/>
              </a:rPr>
              <a:t>by:</a:t>
            </a:r>
            <a:r>
              <a:rPr sz="3200" b="1" spc="-20" dirty="0">
                <a:solidFill>
                  <a:srgbClr val="0E0F0F"/>
                </a:solidFill>
                <a:latin typeface="+mn-lt"/>
                <a:cs typeface="Times New Roman"/>
              </a:rPr>
              <a:t> </a:t>
            </a:r>
            <a:r>
              <a:rPr sz="3200" spc="-70" dirty="0">
                <a:solidFill>
                  <a:srgbClr val="0E0F0F"/>
                </a:solidFill>
                <a:latin typeface="+mn-lt"/>
                <a:cs typeface="Times New Roman"/>
              </a:rPr>
              <a:t>Encryption,</a:t>
            </a:r>
            <a:r>
              <a:rPr lang="en-US" sz="3200" spc="-70" dirty="0">
                <a:solidFill>
                  <a:srgbClr val="0E0F0F"/>
                </a:solidFill>
                <a:latin typeface="+mn-lt"/>
                <a:cs typeface="Times New Roman"/>
              </a:rPr>
              <a:t> </a:t>
            </a:r>
            <a:r>
              <a:rPr sz="3200" spc="-50" dirty="0">
                <a:solidFill>
                  <a:srgbClr val="0E0F0F"/>
                </a:solidFill>
                <a:latin typeface="+mn-lt"/>
                <a:cs typeface="Times New Roman"/>
              </a:rPr>
              <a:t>Passwords</a:t>
            </a:r>
            <a:r>
              <a:rPr sz="3200" spc="-50" dirty="0">
                <a:solidFill>
                  <a:srgbClr val="313131"/>
                </a:solidFill>
                <a:latin typeface="+mn-lt"/>
                <a:cs typeface="Times New Roman"/>
              </a:rPr>
              <a:t>, 	</a:t>
            </a:r>
            <a:r>
              <a:rPr sz="3200" spc="-150" dirty="0">
                <a:solidFill>
                  <a:srgbClr val="0E0F0F"/>
                </a:solidFill>
                <a:latin typeface="+mn-lt"/>
                <a:cs typeface="Times New Roman"/>
              </a:rPr>
              <a:t>Firewalls,</a:t>
            </a:r>
            <a:r>
              <a:rPr sz="3200" spc="-65" dirty="0">
                <a:solidFill>
                  <a:srgbClr val="0E0F0F"/>
                </a:solidFill>
                <a:latin typeface="+mn-lt"/>
                <a:cs typeface="Times New Roman"/>
              </a:rPr>
              <a:t> </a:t>
            </a:r>
            <a:r>
              <a:rPr sz="3200" dirty="0">
                <a:solidFill>
                  <a:srgbClr val="0E0F0F"/>
                </a:solidFill>
                <a:latin typeface="+mn-lt"/>
                <a:cs typeface="Times New Roman"/>
              </a:rPr>
              <a:t>and</a:t>
            </a:r>
            <a:r>
              <a:rPr sz="3200" spc="-130" dirty="0">
                <a:solidFill>
                  <a:srgbClr val="0E0F0F"/>
                </a:solidFill>
                <a:latin typeface="+mn-lt"/>
                <a:cs typeface="Times New Roman"/>
              </a:rPr>
              <a:t> </a:t>
            </a:r>
            <a:r>
              <a:rPr sz="3200" spc="-120" dirty="0">
                <a:solidFill>
                  <a:srgbClr val="0E0F0F"/>
                </a:solidFill>
                <a:latin typeface="+mn-lt"/>
                <a:cs typeface="Times New Roman"/>
              </a:rPr>
              <a:t>Physical</a:t>
            </a:r>
            <a:r>
              <a:rPr sz="3200" spc="30" dirty="0">
                <a:solidFill>
                  <a:srgbClr val="0E0F0F"/>
                </a:solidFill>
                <a:latin typeface="+mn-lt"/>
                <a:cs typeface="Times New Roman"/>
              </a:rPr>
              <a:t> </a:t>
            </a:r>
            <a:r>
              <a:rPr sz="3200" spc="-10" dirty="0">
                <a:solidFill>
                  <a:srgbClr val="0E0F0F"/>
                </a:solidFill>
                <a:latin typeface="+mn-lt"/>
                <a:cs typeface="Times New Roman"/>
              </a:rPr>
              <a:t>Locks.</a:t>
            </a:r>
            <a:endParaRPr sz="3200" dirty="0">
              <a:latin typeface="+mn-lt"/>
              <a:cs typeface="Times New Roman"/>
            </a:endParaRPr>
          </a:p>
        </p:txBody>
      </p:sp>
      <p:sp>
        <p:nvSpPr>
          <p:cNvPr id="33" name="object 33"/>
          <p:cNvSpPr txBox="1"/>
          <p:nvPr/>
        </p:nvSpPr>
        <p:spPr>
          <a:xfrm>
            <a:off x="649582" y="7991869"/>
            <a:ext cx="16201390" cy="959878"/>
          </a:xfrm>
          <a:prstGeom prst="rect">
            <a:avLst/>
          </a:prstGeom>
          <a:ln w="38210">
            <a:noFill/>
          </a:ln>
        </p:spPr>
        <p:txBody>
          <a:bodyPr vert="horz" wrap="square" lIns="0" tIns="302895" rIns="0" bIns="0" rtlCol="0">
            <a:spAutoFit/>
          </a:bodyPr>
          <a:lstStyle/>
          <a:p>
            <a:pPr marL="739140">
              <a:lnSpc>
                <a:spcPct val="100000"/>
              </a:lnSpc>
              <a:spcBef>
                <a:spcPts val="2385"/>
              </a:spcBef>
            </a:pPr>
            <a:r>
              <a:rPr sz="4250" b="1" spc="-320" dirty="0">
                <a:solidFill>
                  <a:srgbClr val="0E0F0F"/>
                </a:solidFill>
                <a:latin typeface="+mn-lt"/>
                <a:cs typeface="Times New Roman"/>
              </a:rPr>
              <a:t>Key</a:t>
            </a:r>
            <a:r>
              <a:rPr sz="4250" b="1" spc="-285" dirty="0">
                <a:solidFill>
                  <a:srgbClr val="0E0F0F"/>
                </a:solidFill>
                <a:latin typeface="+mn-lt"/>
                <a:cs typeface="Times New Roman"/>
              </a:rPr>
              <a:t> </a:t>
            </a:r>
            <a:r>
              <a:rPr sz="4250" b="1" spc="-270" dirty="0">
                <a:solidFill>
                  <a:srgbClr val="0E0F0F"/>
                </a:solidFill>
                <a:latin typeface="+mn-lt"/>
                <a:cs typeface="Times New Roman"/>
              </a:rPr>
              <a:t>Takeaway:</a:t>
            </a:r>
            <a:r>
              <a:rPr sz="4250" b="1" spc="-75" dirty="0">
                <a:solidFill>
                  <a:srgbClr val="0E0F0F"/>
                </a:solidFill>
                <a:latin typeface="+mn-lt"/>
                <a:cs typeface="Times New Roman"/>
              </a:rPr>
              <a:t> </a:t>
            </a:r>
            <a:r>
              <a:rPr sz="4250" b="1" spc="-185" dirty="0">
                <a:solidFill>
                  <a:srgbClr val="031F3D"/>
                </a:solidFill>
                <a:latin typeface="+mn-lt"/>
                <a:cs typeface="Times New Roman"/>
              </a:rPr>
              <a:t>Privacy</a:t>
            </a:r>
            <a:r>
              <a:rPr sz="4250" b="1" spc="20" dirty="0">
                <a:solidFill>
                  <a:srgbClr val="031F3D"/>
                </a:solidFill>
                <a:latin typeface="+mn-lt"/>
                <a:cs typeface="Times New Roman"/>
              </a:rPr>
              <a:t> </a:t>
            </a:r>
            <a:r>
              <a:rPr sz="4250" b="1" spc="80" dirty="0">
                <a:solidFill>
                  <a:srgbClr val="0E0F0F"/>
                </a:solidFill>
                <a:latin typeface="+mn-lt"/>
                <a:cs typeface="Times New Roman"/>
              </a:rPr>
              <a:t>is</a:t>
            </a:r>
            <a:r>
              <a:rPr sz="4250" b="1" spc="-365" dirty="0">
                <a:solidFill>
                  <a:srgbClr val="0E0F0F"/>
                </a:solidFill>
                <a:latin typeface="+mn-lt"/>
                <a:cs typeface="Times New Roman"/>
              </a:rPr>
              <a:t> </a:t>
            </a:r>
            <a:r>
              <a:rPr sz="4250" b="1" dirty="0">
                <a:solidFill>
                  <a:srgbClr val="0E0F0F"/>
                </a:solidFill>
                <a:latin typeface="+mn-lt"/>
                <a:cs typeface="Times New Roman"/>
              </a:rPr>
              <a:t>the</a:t>
            </a:r>
            <a:r>
              <a:rPr sz="4250" b="1" spc="-125" dirty="0">
                <a:solidFill>
                  <a:srgbClr val="0E0F0F"/>
                </a:solidFill>
                <a:latin typeface="+mn-lt"/>
                <a:cs typeface="Times New Roman"/>
              </a:rPr>
              <a:t> </a:t>
            </a:r>
            <a:r>
              <a:rPr sz="4250" b="1" spc="-70" dirty="0">
                <a:solidFill>
                  <a:srgbClr val="9A2828"/>
                </a:solidFill>
                <a:latin typeface="+mn-lt"/>
                <a:cs typeface="Times New Roman"/>
              </a:rPr>
              <a:t>policy</a:t>
            </a:r>
            <a:r>
              <a:rPr sz="4250" b="1" spc="-70" dirty="0">
                <a:solidFill>
                  <a:srgbClr val="0E0F0F"/>
                </a:solidFill>
                <a:latin typeface="+mn-lt"/>
                <a:cs typeface="Times New Roman"/>
              </a:rPr>
              <a:t>;</a:t>
            </a:r>
            <a:r>
              <a:rPr lang="en-US" sz="4250" b="1" spc="-70" dirty="0">
                <a:solidFill>
                  <a:srgbClr val="0E0F0F"/>
                </a:solidFill>
                <a:latin typeface="+mn-lt"/>
                <a:cs typeface="Times New Roman"/>
              </a:rPr>
              <a:t> </a:t>
            </a:r>
            <a:r>
              <a:rPr sz="4250" b="1" spc="-70" dirty="0">
                <a:solidFill>
                  <a:srgbClr val="031F3D"/>
                </a:solidFill>
                <a:latin typeface="+mn-lt"/>
                <a:cs typeface="Times New Roman"/>
              </a:rPr>
              <a:t>Security</a:t>
            </a:r>
            <a:r>
              <a:rPr sz="4250" b="1" spc="-25" dirty="0">
                <a:solidFill>
                  <a:srgbClr val="031F3D"/>
                </a:solidFill>
                <a:latin typeface="+mn-lt"/>
                <a:cs typeface="Times New Roman"/>
              </a:rPr>
              <a:t> </a:t>
            </a:r>
            <a:r>
              <a:rPr sz="4250" b="1" spc="135" dirty="0">
                <a:solidFill>
                  <a:srgbClr val="0E0F0F"/>
                </a:solidFill>
                <a:latin typeface="+mn-lt"/>
                <a:cs typeface="Times New Roman"/>
              </a:rPr>
              <a:t>is</a:t>
            </a:r>
            <a:r>
              <a:rPr sz="4250" b="1" spc="-375" dirty="0">
                <a:solidFill>
                  <a:srgbClr val="0E0F0F"/>
                </a:solidFill>
                <a:latin typeface="+mn-lt"/>
                <a:cs typeface="Times New Roman"/>
              </a:rPr>
              <a:t> </a:t>
            </a:r>
            <a:r>
              <a:rPr sz="4250" b="1" dirty="0">
                <a:solidFill>
                  <a:srgbClr val="0E0F0F"/>
                </a:solidFill>
                <a:latin typeface="+mn-lt"/>
                <a:cs typeface="Times New Roman"/>
              </a:rPr>
              <a:t>the</a:t>
            </a:r>
            <a:r>
              <a:rPr sz="4250" b="1" spc="-240" dirty="0">
                <a:solidFill>
                  <a:srgbClr val="0E0F0F"/>
                </a:solidFill>
                <a:latin typeface="+mn-lt"/>
                <a:cs typeface="Times New Roman"/>
              </a:rPr>
              <a:t> </a:t>
            </a:r>
            <a:r>
              <a:rPr sz="4250" b="1" spc="-145" dirty="0">
                <a:solidFill>
                  <a:srgbClr val="9A2828"/>
                </a:solidFill>
                <a:latin typeface="+mn-lt"/>
                <a:cs typeface="Times New Roman"/>
              </a:rPr>
              <a:t>lock</a:t>
            </a:r>
            <a:r>
              <a:rPr sz="4250" b="1" spc="-160" dirty="0">
                <a:solidFill>
                  <a:srgbClr val="9A2828"/>
                </a:solidFill>
                <a:latin typeface="+mn-lt"/>
                <a:cs typeface="Times New Roman"/>
              </a:rPr>
              <a:t> </a:t>
            </a:r>
            <a:r>
              <a:rPr sz="4250" b="1" spc="-10" dirty="0">
                <a:solidFill>
                  <a:srgbClr val="9A2828"/>
                </a:solidFill>
                <a:latin typeface="+mn-lt"/>
                <a:cs typeface="Times New Roman"/>
              </a:rPr>
              <a:t>on</a:t>
            </a:r>
            <a:r>
              <a:rPr sz="4250" b="1" spc="-270" dirty="0">
                <a:solidFill>
                  <a:srgbClr val="9A2828"/>
                </a:solidFill>
                <a:latin typeface="+mn-lt"/>
                <a:cs typeface="Times New Roman"/>
              </a:rPr>
              <a:t> </a:t>
            </a:r>
            <a:r>
              <a:rPr sz="4250" b="1" dirty="0">
                <a:solidFill>
                  <a:srgbClr val="9A2828"/>
                </a:solidFill>
                <a:latin typeface="+mn-lt"/>
                <a:cs typeface="Times New Roman"/>
              </a:rPr>
              <a:t>the</a:t>
            </a:r>
            <a:r>
              <a:rPr sz="4250" b="1" spc="-210" dirty="0">
                <a:solidFill>
                  <a:srgbClr val="9A2828"/>
                </a:solidFill>
                <a:latin typeface="+mn-lt"/>
                <a:cs typeface="Times New Roman"/>
              </a:rPr>
              <a:t> </a:t>
            </a:r>
            <a:r>
              <a:rPr sz="4250" b="1" spc="-20" dirty="0">
                <a:solidFill>
                  <a:srgbClr val="9A2828"/>
                </a:solidFill>
                <a:latin typeface="+mn-lt"/>
                <a:cs typeface="Times New Roman"/>
              </a:rPr>
              <a:t>door</a:t>
            </a:r>
            <a:r>
              <a:rPr sz="4250" b="1" spc="-20" dirty="0">
                <a:solidFill>
                  <a:srgbClr val="0E0F0F"/>
                </a:solidFill>
                <a:latin typeface="+mn-lt"/>
                <a:cs typeface="Times New Roman"/>
              </a:rPr>
              <a:t>.</a:t>
            </a:r>
            <a:endParaRPr sz="4250" dirty="0">
              <a:latin typeface="+mn-lt"/>
              <a:cs typeface="Times New Roman"/>
            </a:endParaRPr>
          </a:p>
        </p:txBody>
      </p:sp>
      <p:pic>
        <p:nvPicPr>
          <p:cNvPr id="39" name="Graphic 38" descr="Employee badge outline">
            <a:extLst>
              <a:ext uri="{FF2B5EF4-FFF2-40B4-BE49-F238E27FC236}">
                <a16:creationId xmlns:a16="http://schemas.microsoft.com/office/drawing/2014/main" id="{5955C014-7E27-B0B4-4542-601FCBBB15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9186" y="1981200"/>
            <a:ext cx="2123952" cy="2123952"/>
          </a:xfrm>
          <a:prstGeom prst="rect">
            <a:avLst/>
          </a:prstGeom>
          <a:effectLst>
            <a:outerShdw blurRad="50800" dist="38100" dir="2700000" algn="tl" rotWithShape="0">
              <a:prstClr val="black">
                <a:alpha val="40000"/>
              </a:prstClr>
            </a:outerShdw>
          </a:effectLst>
        </p:spPr>
      </p:pic>
      <p:pic>
        <p:nvPicPr>
          <p:cNvPr id="43" name="Graphic 42" descr="Lock outline">
            <a:extLst>
              <a:ext uri="{FF2B5EF4-FFF2-40B4-BE49-F238E27FC236}">
                <a16:creationId xmlns:a16="http://schemas.microsoft.com/office/drawing/2014/main" id="{EB338883-5F4D-5F13-F63D-FFC0870D8B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690600" y="2075543"/>
            <a:ext cx="1983635" cy="1983635"/>
          </a:xfrm>
          <a:prstGeom prst="rect">
            <a:avLst/>
          </a:prstGeom>
          <a:effectLst>
            <a:outerShdw blurRad="50800" dist="38100" dir="2700000" algn="tl" rotWithShape="0">
              <a:prstClr val="black">
                <a:alpha val="40000"/>
              </a:prstClr>
            </a:outerShdw>
          </a:effectLst>
        </p:spPr>
      </p:pic>
      <p:pic>
        <p:nvPicPr>
          <p:cNvPr id="41" name="Graphic 40" descr="Shield Cross outline">
            <a:extLst>
              <a:ext uri="{FF2B5EF4-FFF2-40B4-BE49-F238E27FC236}">
                <a16:creationId xmlns:a16="http://schemas.microsoft.com/office/drawing/2014/main" id="{45AD8AA7-6554-A74E-6306-4301B0001A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556757" y="3124200"/>
            <a:ext cx="1380174" cy="1380174"/>
          </a:xfrm>
          <a:prstGeom prst="rect">
            <a:avLst/>
          </a:prstGeom>
          <a:effectLst>
            <a:outerShdw blurRad="50800" dist="38100" dir="2700000" algn="tl" rotWithShape="0">
              <a:prstClr val="black">
                <a:alpha val="40000"/>
              </a:prstClr>
            </a:outerShdw>
          </a:effectLst>
        </p:spPr>
      </p:pic>
      <p:sp>
        <p:nvSpPr>
          <p:cNvPr id="2" name="object 17">
            <a:extLst>
              <a:ext uri="{FF2B5EF4-FFF2-40B4-BE49-F238E27FC236}">
                <a16:creationId xmlns:a16="http://schemas.microsoft.com/office/drawing/2014/main" id="{32C5A092-96AF-5E04-7526-CC99E4F4E511}"/>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ectangle: Rounded Corners 127">
            <a:extLst>
              <a:ext uri="{FF2B5EF4-FFF2-40B4-BE49-F238E27FC236}">
                <a16:creationId xmlns:a16="http://schemas.microsoft.com/office/drawing/2014/main" id="{C24BDDDB-BE0E-5F41-6CF6-415CA3F8DB99}"/>
              </a:ext>
            </a:extLst>
          </p:cNvPr>
          <p:cNvSpPr/>
          <p:nvPr/>
        </p:nvSpPr>
        <p:spPr>
          <a:xfrm>
            <a:off x="8737600" y="2438400"/>
            <a:ext cx="7772400" cy="5931801"/>
          </a:xfrm>
          <a:prstGeom prst="roundRect">
            <a:avLst>
              <a:gd name="adj" fmla="val 5167"/>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Rounded Corners 126">
            <a:extLst>
              <a:ext uri="{FF2B5EF4-FFF2-40B4-BE49-F238E27FC236}">
                <a16:creationId xmlns:a16="http://schemas.microsoft.com/office/drawing/2014/main" id="{168194BD-14E0-C1B2-36F7-AAAD139596C2}"/>
              </a:ext>
            </a:extLst>
          </p:cNvPr>
          <p:cNvSpPr/>
          <p:nvPr/>
        </p:nvSpPr>
        <p:spPr>
          <a:xfrm>
            <a:off x="457659" y="2368100"/>
            <a:ext cx="7772400" cy="5931801"/>
          </a:xfrm>
          <a:prstGeom prst="roundRect">
            <a:avLst>
              <a:gd name="adj" fmla="val 5167"/>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431800" y="345468"/>
            <a:ext cx="15377613" cy="707390"/>
          </a:xfrm>
          <a:prstGeom prst="rect">
            <a:avLst/>
          </a:prstGeom>
        </p:spPr>
        <p:txBody>
          <a:bodyPr vert="horz" wrap="square" lIns="0" tIns="15240" rIns="0" bIns="0" rtlCol="0">
            <a:spAutoFit/>
          </a:bodyPr>
          <a:lstStyle/>
          <a:p>
            <a:pPr marL="12700" algn="ctr">
              <a:lnSpc>
                <a:spcPct val="100000"/>
              </a:lnSpc>
              <a:spcBef>
                <a:spcPts val="120"/>
              </a:spcBef>
            </a:pPr>
            <a:r>
              <a:rPr sz="4400" b="1" spc="195" dirty="0">
                <a:solidFill>
                  <a:srgbClr val="031F3D"/>
                </a:solidFill>
                <a:latin typeface="Arial"/>
                <a:ea typeface="+mj-ea"/>
                <a:cs typeface="Arial"/>
              </a:rPr>
              <a:t>The Patient's Bill of Rights &amp; The NPP</a:t>
            </a:r>
          </a:p>
        </p:txBody>
      </p:sp>
      <p:sp>
        <p:nvSpPr>
          <p:cNvPr id="3" name="object 3"/>
          <p:cNvSpPr txBox="1"/>
          <p:nvPr/>
        </p:nvSpPr>
        <p:spPr>
          <a:xfrm>
            <a:off x="1247118" y="2627861"/>
            <a:ext cx="4418330" cy="477520"/>
          </a:xfrm>
          <a:prstGeom prst="rect">
            <a:avLst/>
          </a:prstGeom>
        </p:spPr>
        <p:txBody>
          <a:bodyPr vert="horz" wrap="square" lIns="0" tIns="14604" rIns="0" bIns="0" rtlCol="0">
            <a:spAutoFit/>
          </a:bodyPr>
          <a:lstStyle/>
          <a:p>
            <a:pPr marL="12700">
              <a:lnSpc>
                <a:spcPct val="100000"/>
              </a:lnSpc>
              <a:spcBef>
                <a:spcPts val="114"/>
              </a:spcBef>
            </a:pPr>
            <a:r>
              <a:rPr sz="2950" b="1" spc="70" dirty="0">
                <a:solidFill>
                  <a:srgbClr val="052146"/>
                </a:solidFill>
                <a:latin typeface="Arial"/>
                <a:cs typeface="Arial"/>
              </a:rPr>
              <a:t>Patient</a:t>
            </a:r>
            <a:r>
              <a:rPr sz="2950" b="1" spc="-114" dirty="0">
                <a:solidFill>
                  <a:srgbClr val="052146"/>
                </a:solidFill>
                <a:latin typeface="Arial"/>
                <a:cs typeface="Arial"/>
              </a:rPr>
              <a:t> </a:t>
            </a:r>
            <a:r>
              <a:rPr sz="2950" b="1" dirty="0">
                <a:solidFill>
                  <a:srgbClr val="052146"/>
                </a:solidFill>
                <a:latin typeface="Arial"/>
                <a:cs typeface="Arial"/>
              </a:rPr>
              <a:t>Rights</a:t>
            </a:r>
            <a:r>
              <a:rPr sz="2950" b="1" spc="-75" dirty="0">
                <a:solidFill>
                  <a:srgbClr val="052146"/>
                </a:solidFill>
                <a:latin typeface="Arial"/>
                <a:cs typeface="Arial"/>
              </a:rPr>
              <a:t> </a:t>
            </a:r>
            <a:r>
              <a:rPr sz="2950" b="1" spc="-10" dirty="0">
                <a:solidFill>
                  <a:srgbClr val="052146"/>
                </a:solidFill>
                <a:latin typeface="Arial"/>
                <a:cs typeface="Arial"/>
              </a:rPr>
              <a:t>Checklist</a:t>
            </a:r>
            <a:endParaRPr sz="2950">
              <a:latin typeface="Arial"/>
              <a:cs typeface="Arial"/>
            </a:endParaRPr>
          </a:p>
        </p:txBody>
      </p:sp>
      <p:sp>
        <p:nvSpPr>
          <p:cNvPr id="4" name="object 4"/>
          <p:cNvSpPr txBox="1"/>
          <p:nvPr/>
        </p:nvSpPr>
        <p:spPr>
          <a:xfrm>
            <a:off x="1048222" y="3387448"/>
            <a:ext cx="6752590" cy="4523418"/>
          </a:xfrm>
          <a:prstGeom prst="rect">
            <a:avLst/>
          </a:prstGeom>
        </p:spPr>
        <p:txBody>
          <a:bodyPr vert="horz" wrap="square" lIns="0" tIns="18415" rIns="0" bIns="0" rtlCol="0">
            <a:spAutoFit/>
          </a:bodyPr>
          <a:lstStyle/>
          <a:p>
            <a:pPr marL="469900" marR="386080" indent="-457200">
              <a:lnSpc>
                <a:spcPct val="99600"/>
              </a:lnSpc>
              <a:spcBef>
                <a:spcPts val="145"/>
              </a:spcBef>
              <a:buFont typeface="Wingdings" panose="05000000000000000000" pitchFamily="2" charset="2"/>
              <a:buChar char="q"/>
              <a:tabLst>
                <a:tab pos="457200" algn="l"/>
              </a:tabLst>
            </a:pPr>
            <a:r>
              <a:rPr sz="2800" b="1" spc="-110" dirty="0">
                <a:solidFill>
                  <a:srgbClr val="050708"/>
                </a:solidFill>
                <a:latin typeface="Arial"/>
                <a:cs typeface="Arial"/>
              </a:rPr>
              <a:t>Access</a:t>
            </a:r>
            <a:r>
              <a:rPr sz="2750" b="1" spc="-110" dirty="0">
                <a:solidFill>
                  <a:srgbClr val="050708"/>
                </a:solidFill>
                <a:latin typeface="Arial"/>
                <a:cs typeface="Arial"/>
              </a:rPr>
              <a:t>:</a:t>
            </a:r>
            <a:r>
              <a:rPr sz="2750" b="1" spc="10" dirty="0">
                <a:solidFill>
                  <a:srgbClr val="050708"/>
                </a:solidFill>
                <a:latin typeface="Arial"/>
                <a:cs typeface="Arial"/>
              </a:rPr>
              <a:t> </a:t>
            </a:r>
            <a:r>
              <a:rPr sz="2800" spc="55" dirty="0">
                <a:solidFill>
                  <a:srgbClr val="161818"/>
                </a:solidFill>
                <a:latin typeface="Arial"/>
                <a:cs typeface="Arial"/>
              </a:rPr>
              <a:t>Right</a:t>
            </a:r>
            <a:r>
              <a:rPr sz="2800" spc="5" dirty="0">
                <a:solidFill>
                  <a:srgbClr val="161818"/>
                </a:solidFill>
                <a:latin typeface="Arial"/>
                <a:cs typeface="Arial"/>
              </a:rPr>
              <a:t> </a:t>
            </a:r>
            <a:r>
              <a:rPr sz="2800" spc="50" dirty="0">
                <a:solidFill>
                  <a:srgbClr val="161818"/>
                </a:solidFill>
                <a:latin typeface="Arial"/>
                <a:cs typeface="Arial"/>
              </a:rPr>
              <a:t>to</a:t>
            </a:r>
            <a:r>
              <a:rPr sz="2800" spc="220" dirty="0">
                <a:solidFill>
                  <a:srgbClr val="161818"/>
                </a:solidFill>
                <a:latin typeface="Arial"/>
                <a:cs typeface="Arial"/>
              </a:rPr>
              <a:t> </a:t>
            </a:r>
            <a:r>
              <a:rPr sz="2400" spc="95" dirty="0">
                <a:solidFill>
                  <a:srgbClr val="161818"/>
                </a:solidFill>
                <a:latin typeface="Arial"/>
                <a:cs typeface="Arial"/>
              </a:rPr>
              <a:t>in</a:t>
            </a:r>
            <a:r>
              <a:rPr sz="2400" spc="95" dirty="0">
                <a:solidFill>
                  <a:srgbClr val="313131"/>
                </a:solidFill>
                <a:latin typeface="Arial"/>
                <a:cs typeface="Arial"/>
              </a:rPr>
              <a:t>s</a:t>
            </a:r>
            <a:r>
              <a:rPr sz="2400" spc="95" dirty="0">
                <a:solidFill>
                  <a:srgbClr val="161818"/>
                </a:solidFill>
                <a:latin typeface="Arial"/>
                <a:cs typeface="Arial"/>
              </a:rPr>
              <a:t>pect</a:t>
            </a:r>
            <a:r>
              <a:rPr sz="2800" spc="204" dirty="0">
                <a:solidFill>
                  <a:srgbClr val="161818"/>
                </a:solidFill>
                <a:latin typeface="Arial"/>
                <a:cs typeface="Arial"/>
              </a:rPr>
              <a:t> </a:t>
            </a:r>
            <a:r>
              <a:rPr sz="2800" spc="120" dirty="0">
                <a:solidFill>
                  <a:srgbClr val="161818"/>
                </a:solidFill>
                <a:latin typeface="Arial"/>
                <a:cs typeface="Arial"/>
              </a:rPr>
              <a:t>and</a:t>
            </a:r>
            <a:r>
              <a:rPr sz="2800" spc="-65" dirty="0">
                <a:solidFill>
                  <a:srgbClr val="161818"/>
                </a:solidFill>
                <a:latin typeface="Arial"/>
                <a:cs typeface="Arial"/>
              </a:rPr>
              <a:t> </a:t>
            </a:r>
            <a:r>
              <a:rPr sz="2800" spc="65" dirty="0">
                <a:solidFill>
                  <a:srgbClr val="313131"/>
                </a:solidFill>
                <a:latin typeface="Arial"/>
                <a:cs typeface="Arial"/>
              </a:rPr>
              <a:t>c</a:t>
            </a:r>
            <a:r>
              <a:rPr sz="2800" spc="65" dirty="0">
                <a:solidFill>
                  <a:srgbClr val="161818"/>
                </a:solidFill>
                <a:latin typeface="Arial"/>
                <a:cs typeface="Arial"/>
              </a:rPr>
              <a:t>opy </a:t>
            </a:r>
            <a:r>
              <a:rPr sz="2800" spc="80" dirty="0">
                <a:solidFill>
                  <a:srgbClr val="161818"/>
                </a:solidFill>
                <a:latin typeface="Arial"/>
                <a:cs typeface="Arial"/>
              </a:rPr>
              <a:t>medical</a:t>
            </a:r>
            <a:r>
              <a:rPr sz="2800" spc="15" dirty="0">
                <a:solidFill>
                  <a:srgbClr val="161818"/>
                </a:solidFill>
                <a:latin typeface="Arial"/>
                <a:cs typeface="Arial"/>
              </a:rPr>
              <a:t> </a:t>
            </a:r>
            <a:r>
              <a:rPr sz="2800" spc="100" dirty="0">
                <a:solidFill>
                  <a:srgbClr val="050708"/>
                </a:solidFill>
                <a:latin typeface="Arial"/>
                <a:cs typeface="Arial"/>
              </a:rPr>
              <a:t>records</a:t>
            </a:r>
            <a:r>
              <a:rPr sz="2800" spc="100" dirty="0">
                <a:solidFill>
                  <a:srgbClr val="313131"/>
                </a:solidFill>
                <a:latin typeface="Arial"/>
                <a:cs typeface="Arial"/>
              </a:rPr>
              <a:t>.</a:t>
            </a:r>
            <a:endParaRPr sz="2800" dirty="0">
              <a:latin typeface="Arial"/>
              <a:cs typeface="Arial"/>
            </a:endParaRPr>
          </a:p>
          <a:p>
            <a:pPr marL="469900" marR="1076960" indent="-457200">
              <a:lnSpc>
                <a:spcPct val="99600"/>
              </a:lnSpc>
              <a:spcBef>
                <a:spcPts val="740"/>
              </a:spcBef>
              <a:buFont typeface="Wingdings" panose="05000000000000000000" pitchFamily="2" charset="2"/>
              <a:buChar char="q"/>
              <a:tabLst>
                <a:tab pos="457200" algn="l"/>
              </a:tabLst>
            </a:pPr>
            <a:r>
              <a:rPr sz="2800" b="1" spc="-95" dirty="0">
                <a:solidFill>
                  <a:srgbClr val="050708"/>
                </a:solidFill>
                <a:latin typeface="Arial"/>
                <a:cs typeface="Arial"/>
              </a:rPr>
              <a:t>Amendment</a:t>
            </a:r>
            <a:r>
              <a:rPr sz="2750" b="1" spc="-95" dirty="0">
                <a:solidFill>
                  <a:srgbClr val="050708"/>
                </a:solidFill>
                <a:latin typeface="Arial"/>
                <a:cs typeface="Arial"/>
              </a:rPr>
              <a:t>:</a:t>
            </a:r>
            <a:r>
              <a:rPr sz="2750" b="1" spc="10" dirty="0">
                <a:solidFill>
                  <a:srgbClr val="050708"/>
                </a:solidFill>
                <a:latin typeface="Arial"/>
                <a:cs typeface="Arial"/>
              </a:rPr>
              <a:t> </a:t>
            </a:r>
            <a:r>
              <a:rPr sz="2400" spc="55" dirty="0">
                <a:solidFill>
                  <a:srgbClr val="050708"/>
                </a:solidFill>
                <a:latin typeface="Arial"/>
                <a:cs typeface="Arial"/>
              </a:rPr>
              <a:t>Right</a:t>
            </a:r>
            <a:r>
              <a:rPr sz="2400" spc="100" dirty="0">
                <a:solidFill>
                  <a:srgbClr val="050708"/>
                </a:solidFill>
                <a:latin typeface="Arial"/>
                <a:cs typeface="Arial"/>
              </a:rPr>
              <a:t> </a:t>
            </a:r>
            <a:r>
              <a:rPr sz="2400" spc="50" dirty="0">
                <a:solidFill>
                  <a:srgbClr val="050708"/>
                </a:solidFill>
                <a:latin typeface="Arial"/>
                <a:cs typeface="Arial"/>
              </a:rPr>
              <a:t>to</a:t>
            </a:r>
            <a:r>
              <a:rPr sz="2400" spc="220" dirty="0">
                <a:solidFill>
                  <a:srgbClr val="050708"/>
                </a:solidFill>
                <a:latin typeface="Arial"/>
                <a:cs typeface="Arial"/>
              </a:rPr>
              <a:t> </a:t>
            </a:r>
            <a:r>
              <a:rPr sz="2400" spc="65" dirty="0">
                <a:solidFill>
                  <a:srgbClr val="161818"/>
                </a:solidFill>
                <a:latin typeface="Arial"/>
                <a:cs typeface="Arial"/>
              </a:rPr>
              <a:t>request </a:t>
            </a:r>
            <a:r>
              <a:rPr sz="2400" spc="100" dirty="0">
                <a:solidFill>
                  <a:srgbClr val="161818"/>
                </a:solidFill>
                <a:latin typeface="Arial"/>
                <a:cs typeface="Arial"/>
              </a:rPr>
              <a:t>corrections</a:t>
            </a:r>
            <a:r>
              <a:rPr sz="2400" spc="175" dirty="0">
                <a:solidFill>
                  <a:srgbClr val="161818"/>
                </a:solidFill>
                <a:latin typeface="Arial"/>
                <a:cs typeface="Arial"/>
              </a:rPr>
              <a:t> </a:t>
            </a:r>
            <a:r>
              <a:rPr sz="2400" spc="90" dirty="0">
                <a:solidFill>
                  <a:srgbClr val="161818"/>
                </a:solidFill>
                <a:latin typeface="Arial"/>
                <a:cs typeface="Arial"/>
              </a:rPr>
              <a:t>to</a:t>
            </a:r>
            <a:r>
              <a:rPr sz="2400" spc="160" dirty="0">
                <a:solidFill>
                  <a:srgbClr val="161818"/>
                </a:solidFill>
                <a:latin typeface="Arial"/>
                <a:cs typeface="Arial"/>
              </a:rPr>
              <a:t> </a:t>
            </a:r>
            <a:r>
              <a:rPr sz="2400" spc="75" dirty="0">
                <a:solidFill>
                  <a:srgbClr val="050708"/>
                </a:solidFill>
                <a:latin typeface="Arial"/>
                <a:cs typeface="Arial"/>
              </a:rPr>
              <a:t>records.</a:t>
            </a:r>
            <a:endParaRPr sz="2400" dirty="0">
              <a:latin typeface="Arial"/>
              <a:cs typeface="Arial"/>
            </a:endParaRPr>
          </a:p>
          <a:p>
            <a:pPr marL="469900" marR="142875" indent="-457200">
              <a:lnSpc>
                <a:spcPct val="99600"/>
              </a:lnSpc>
              <a:spcBef>
                <a:spcPts val="740"/>
              </a:spcBef>
              <a:buFont typeface="Wingdings" panose="05000000000000000000" pitchFamily="2" charset="2"/>
              <a:buChar char="q"/>
              <a:tabLst>
                <a:tab pos="457200" algn="l"/>
              </a:tabLst>
            </a:pPr>
            <a:r>
              <a:rPr sz="2800" b="1" spc="-110" dirty="0">
                <a:solidFill>
                  <a:srgbClr val="050708"/>
                </a:solidFill>
                <a:latin typeface="Arial"/>
                <a:cs typeface="Arial"/>
              </a:rPr>
              <a:t>Accounting</a:t>
            </a:r>
            <a:r>
              <a:rPr sz="2750" b="1" spc="-110" dirty="0">
                <a:solidFill>
                  <a:srgbClr val="050708"/>
                </a:solidFill>
                <a:latin typeface="Arial"/>
                <a:cs typeface="Arial"/>
              </a:rPr>
              <a:t>:</a:t>
            </a:r>
            <a:r>
              <a:rPr sz="2750" b="1" spc="-60" dirty="0">
                <a:solidFill>
                  <a:srgbClr val="050708"/>
                </a:solidFill>
                <a:latin typeface="Arial"/>
                <a:cs typeface="Arial"/>
              </a:rPr>
              <a:t> </a:t>
            </a:r>
            <a:r>
              <a:rPr sz="2400" spc="65" dirty="0">
                <a:solidFill>
                  <a:srgbClr val="161818"/>
                </a:solidFill>
                <a:latin typeface="Arial"/>
                <a:cs typeface="Arial"/>
              </a:rPr>
              <a:t>Right</a:t>
            </a:r>
            <a:r>
              <a:rPr sz="2400" spc="70" dirty="0">
                <a:solidFill>
                  <a:srgbClr val="161818"/>
                </a:solidFill>
                <a:latin typeface="Arial"/>
                <a:cs typeface="Arial"/>
              </a:rPr>
              <a:t> </a:t>
            </a:r>
            <a:r>
              <a:rPr sz="2400" spc="60" dirty="0">
                <a:solidFill>
                  <a:srgbClr val="161818"/>
                </a:solidFill>
                <a:latin typeface="Arial"/>
                <a:cs typeface="Arial"/>
              </a:rPr>
              <a:t>to</a:t>
            </a:r>
            <a:r>
              <a:rPr sz="2400" spc="235" dirty="0">
                <a:solidFill>
                  <a:srgbClr val="161818"/>
                </a:solidFill>
                <a:latin typeface="Arial"/>
                <a:cs typeface="Arial"/>
              </a:rPr>
              <a:t> </a:t>
            </a:r>
            <a:r>
              <a:rPr sz="2400" spc="125" dirty="0">
                <a:solidFill>
                  <a:srgbClr val="161818"/>
                </a:solidFill>
                <a:latin typeface="Arial"/>
                <a:cs typeface="Arial"/>
              </a:rPr>
              <a:t>know</a:t>
            </a:r>
            <a:r>
              <a:rPr sz="2400" spc="85" dirty="0">
                <a:solidFill>
                  <a:srgbClr val="161818"/>
                </a:solidFill>
                <a:latin typeface="Arial"/>
                <a:cs typeface="Arial"/>
              </a:rPr>
              <a:t> </a:t>
            </a:r>
            <a:r>
              <a:rPr sz="2400" spc="135" dirty="0">
                <a:solidFill>
                  <a:srgbClr val="161818"/>
                </a:solidFill>
                <a:latin typeface="Arial"/>
                <a:cs typeface="Arial"/>
              </a:rPr>
              <a:t>who</a:t>
            </a:r>
            <a:r>
              <a:rPr sz="2400" spc="50" dirty="0">
                <a:solidFill>
                  <a:srgbClr val="161818"/>
                </a:solidFill>
                <a:latin typeface="Arial"/>
                <a:cs typeface="Arial"/>
              </a:rPr>
              <a:t> </a:t>
            </a:r>
            <a:r>
              <a:rPr sz="2400" spc="40" dirty="0">
                <a:solidFill>
                  <a:srgbClr val="161818"/>
                </a:solidFill>
                <a:latin typeface="Arial"/>
                <a:cs typeface="Arial"/>
              </a:rPr>
              <a:t>has </a:t>
            </a:r>
            <a:r>
              <a:rPr sz="2400" spc="75" dirty="0">
                <a:solidFill>
                  <a:srgbClr val="161818"/>
                </a:solidFill>
                <a:latin typeface="Arial"/>
                <a:cs typeface="Arial"/>
              </a:rPr>
              <a:t>seen</a:t>
            </a:r>
            <a:r>
              <a:rPr sz="2400" spc="-15" dirty="0">
                <a:solidFill>
                  <a:srgbClr val="161818"/>
                </a:solidFill>
                <a:latin typeface="Arial"/>
                <a:cs typeface="Arial"/>
              </a:rPr>
              <a:t> </a:t>
            </a:r>
            <a:r>
              <a:rPr sz="2400" spc="105" dirty="0">
                <a:solidFill>
                  <a:srgbClr val="161818"/>
                </a:solidFill>
                <a:latin typeface="Arial"/>
                <a:cs typeface="Arial"/>
              </a:rPr>
              <a:t>their</a:t>
            </a:r>
            <a:r>
              <a:rPr sz="2400" spc="60" dirty="0">
                <a:solidFill>
                  <a:srgbClr val="161818"/>
                </a:solidFill>
                <a:latin typeface="Arial"/>
                <a:cs typeface="Arial"/>
              </a:rPr>
              <a:t> </a:t>
            </a:r>
            <a:r>
              <a:rPr sz="2400" spc="125" dirty="0">
                <a:solidFill>
                  <a:srgbClr val="161818"/>
                </a:solidFill>
                <a:latin typeface="Arial"/>
                <a:cs typeface="Arial"/>
              </a:rPr>
              <a:t>data</a:t>
            </a:r>
            <a:r>
              <a:rPr sz="2400" spc="125" dirty="0">
                <a:solidFill>
                  <a:srgbClr val="313131"/>
                </a:solidFill>
                <a:latin typeface="Arial"/>
                <a:cs typeface="Arial"/>
              </a:rPr>
              <a:t>.</a:t>
            </a:r>
            <a:endParaRPr sz="2400" dirty="0">
              <a:latin typeface="Arial"/>
              <a:cs typeface="Arial"/>
            </a:endParaRPr>
          </a:p>
          <a:p>
            <a:pPr marL="469900" marR="5080" indent="-457200">
              <a:lnSpc>
                <a:spcPct val="101699"/>
              </a:lnSpc>
              <a:spcBef>
                <a:spcPts val="630"/>
              </a:spcBef>
              <a:buFont typeface="Wingdings" panose="05000000000000000000" pitchFamily="2" charset="2"/>
              <a:buChar char="q"/>
              <a:tabLst>
                <a:tab pos="457200" algn="l"/>
              </a:tabLst>
            </a:pPr>
            <a:r>
              <a:rPr sz="2800" b="1" spc="-80" dirty="0">
                <a:solidFill>
                  <a:srgbClr val="050708"/>
                </a:solidFill>
                <a:latin typeface="Arial"/>
                <a:cs typeface="Arial"/>
              </a:rPr>
              <a:t>Restriction</a:t>
            </a:r>
            <a:r>
              <a:rPr sz="2750" b="1" spc="-80" dirty="0">
                <a:solidFill>
                  <a:srgbClr val="050708"/>
                </a:solidFill>
                <a:latin typeface="Arial"/>
                <a:cs typeface="Arial"/>
              </a:rPr>
              <a:t>:</a:t>
            </a:r>
            <a:r>
              <a:rPr sz="2750" b="1" dirty="0">
                <a:solidFill>
                  <a:srgbClr val="050708"/>
                </a:solidFill>
                <a:latin typeface="Arial"/>
                <a:cs typeface="Arial"/>
              </a:rPr>
              <a:t> </a:t>
            </a:r>
            <a:r>
              <a:rPr sz="2400" spc="55" dirty="0">
                <a:solidFill>
                  <a:srgbClr val="161818"/>
                </a:solidFill>
                <a:latin typeface="Arial"/>
                <a:cs typeface="Arial"/>
              </a:rPr>
              <a:t>Right</a:t>
            </a:r>
            <a:r>
              <a:rPr sz="2400" spc="5" dirty="0">
                <a:solidFill>
                  <a:srgbClr val="161818"/>
                </a:solidFill>
                <a:latin typeface="Arial"/>
                <a:cs typeface="Arial"/>
              </a:rPr>
              <a:t> </a:t>
            </a:r>
            <a:r>
              <a:rPr sz="2400" spc="50" dirty="0">
                <a:solidFill>
                  <a:srgbClr val="161818"/>
                </a:solidFill>
                <a:latin typeface="Arial"/>
                <a:cs typeface="Arial"/>
              </a:rPr>
              <a:t>to</a:t>
            </a:r>
            <a:r>
              <a:rPr sz="2400" spc="200" dirty="0">
                <a:solidFill>
                  <a:srgbClr val="161818"/>
                </a:solidFill>
                <a:latin typeface="Arial"/>
                <a:cs typeface="Arial"/>
              </a:rPr>
              <a:t> </a:t>
            </a:r>
            <a:r>
              <a:rPr sz="2400" spc="90" dirty="0">
                <a:solidFill>
                  <a:srgbClr val="161818"/>
                </a:solidFill>
                <a:latin typeface="Arial"/>
                <a:cs typeface="Arial"/>
              </a:rPr>
              <a:t>ask</a:t>
            </a:r>
            <a:r>
              <a:rPr sz="2400" spc="5" dirty="0">
                <a:solidFill>
                  <a:srgbClr val="161818"/>
                </a:solidFill>
                <a:latin typeface="Arial"/>
                <a:cs typeface="Arial"/>
              </a:rPr>
              <a:t> </a:t>
            </a:r>
            <a:r>
              <a:rPr sz="2400" spc="65" dirty="0">
                <a:solidFill>
                  <a:srgbClr val="161818"/>
                </a:solidFill>
                <a:latin typeface="Arial"/>
                <a:cs typeface="Arial"/>
              </a:rPr>
              <a:t>for</a:t>
            </a:r>
            <a:r>
              <a:rPr sz="2400" spc="155" dirty="0">
                <a:solidFill>
                  <a:srgbClr val="161818"/>
                </a:solidFill>
                <a:latin typeface="Arial"/>
                <a:cs typeface="Arial"/>
              </a:rPr>
              <a:t> </a:t>
            </a:r>
            <a:r>
              <a:rPr sz="2400" spc="95" dirty="0">
                <a:solidFill>
                  <a:srgbClr val="050708"/>
                </a:solidFill>
                <a:latin typeface="Arial"/>
                <a:cs typeface="Arial"/>
              </a:rPr>
              <a:t>limits</a:t>
            </a:r>
            <a:r>
              <a:rPr sz="2400" spc="-30" dirty="0">
                <a:solidFill>
                  <a:srgbClr val="050708"/>
                </a:solidFill>
                <a:latin typeface="Arial"/>
                <a:cs typeface="Arial"/>
              </a:rPr>
              <a:t> </a:t>
            </a:r>
            <a:r>
              <a:rPr sz="2400" spc="110" dirty="0">
                <a:solidFill>
                  <a:srgbClr val="161818"/>
                </a:solidFill>
                <a:latin typeface="Arial"/>
                <a:cs typeface="Arial"/>
              </a:rPr>
              <a:t>on </a:t>
            </a:r>
            <a:r>
              <a:rPr sz="2400" spc="105" dirty="0">
                <a:solidFill>
                  <a:srgbClr val="161818"/>
                </a:solidFill>
                <a:latin typeface="Arial"/>
                <a:cs typeface="Arial"/>
              </a:rPr>
              <a:t>data</a:t>
            </a:r>
            <a:r>
              <a:rPr sz="2400" spc="15" dirty="0">
                <a:solidFill>
                  <a:srgbClr val="161818"/>
                </a:solidFill>
                <a:latin typeface="Arial"/>
                <a:cs typeface="Arial"/>
              </a:rPr>
              <a:t> </a:t>
            </a:r>
            <a:r>
              <a:rPr sz="2400" spc="70" dirty="0">
                <a:solidFill>
                  <a:srgbClr val="161818"/>
                </a:solidFill>
                <a:latin typeface="Arial"/>
                <a:cs typeface="Arial"/>
              </a:rPr>
              <a:t>usage.</a:t>
            </a:r>
            <a:endParaRPr sz="2400" dirty="0">
              <a:latin typeface="Arial"/>
              <a:cs typeface="Arial"/>
            </a:endParaRPr>
          </a:p>
          <a:p>
            <a:pPr marL="469900" marR="15875" indent="-457200">
              <a:lnSpc>
                <a:spcPct val="99600"/>
              </a:lnSpc>
              <a:spcBef>
                <a:spcPts val="635"/>
              </a:spcBef>
              <a:buFont typeface="Wingdings" panose="05000000000000000000" pitchFamily="2" charset="2"/>
              <a:buChar char="q"/>
              <a:tabLst>
                <a:tab pos="457200" algn="l"/>
              </a:tabLst>
            </a:pPr>
            <a:r>
              <a:rPr sz="2800" b="1" spc="-55" dirty="0">
                <a:solidFill>
                  <a:srgbClr val="050708"/>
                </a:solidFill>
                <a:latin typeface="Arial"/>
                <a:cs typeface="Arial"/>
              </a:rPr>
              <a:t>Confidentiality</a:t>
            </a:r>
            <a:r>
              <a:rPr sz="2750" b="1" spc="-55" dirty="0">
                <a:solidFill>
                  <a:srgbClr val="050708"/>
                </a:solidFill>
                <a:latin typeface="Arial"/>
                <a:cs typeface="Arial"/>
              </a:rPr>
              <a:t>:</a:t>
            </a:r>
            <a:r>
              <a:rPr sz="2750" b="1" spc="-235" dirty="0">
                <a:solidFill>
                  <a:srgbClr val="050708"/>
                </a:solidFill>
                <a:latin typeface="Arial"/>
                <a:cs typeface="Arial"/>
              </a:rPr>
              <a:t> </a:t>
            </a:r>
            <a:r>
              <a:rPr sz="2400" spc="55" dirty="0">
                <a:solidFill>
                  <a:srgbClr val="161818"/>
                </a:solidFill>
                <a:latin typeface="Arial"/>
                <a:cs typeface="Arial"/>
              </a:rPr>
              <a:t>Right</a:t>
            </a:r>
            <a:r>
              <a:rPr sz="2400" spc="135" dirty="0">
                <a:solidFill>
                  <a:srgbClr val="161818"/>
                </a:solidFill>
                <a:latin typeface="Arial"/>
                <a:cs typeface="Arial"/>
              </a:rPr>
              <a:t> </a:t>
            </a:r>
            <a:r>
              <a:rPr sz="2400" spc="50" dirty="0">
                <a:solidFill>
                  <a:srgbClr val="050708"/>
                </a:solidFill>
                <a:latin typeface="Arial"/>
                <a:cs typeface="Arial"/>
              </a:rPr>
              <a:t>to</a:t>
            </a:r>
            <a:r>
              <a:rPr sz="2400" spc="260" dirty="0">
                <a:solidFill>
                  <a:srgbClr val="050708"/>
                </a:solidFill>
                <a:latin typeface="Arial"/>
                <a:cs typeface="Arial"/>
              </a:rPr>
              <a:t> </a:t>
            </a:r>
            <a:r>
              <a:rPr sz="2400" spc="65" dirty="0">
                <a:solidFill>
                  <a:srgbClr val="161818"/>
                </a:solidFill>
                <a:latin typeface="Arial"/>
                <a:cs typeface="Arial"/>
              </a:rPr>
              <a:t>request </a:t>
            </a:r>
            <a:r>
              <a:rPr sz="2400" spc="90" dirty="0">
                <a:solidFill>
                  <a:srgbClr val="161818"/>
                </a:solidFill>
                <a:latin typeface="Arial"/>
                <a:cs typeface="Arial"/>
              </a:rPr>
              <a:t>alternative</a:t>
            </a:r>
            <a:r>
              <a:rPr sz="2400" spc="-30" dirty="0">
                <a:solidFill>
                  <a:srgbClr val="161818"/>
                </a:solidFill>
                <a:latin typeface="Arial"/>
                <a:cs typeface="Arial"/>
              </a:rPr>
              <a:t> </a:t>
            </a:r>
            <a:r>
              <a:rPr sz="2400" spc="100" dirty="0">
                <a:solidFill>
                  <a:srgbClr val="161818"/>
                </a:solidFill>
                <a:latin typeface="Arial"/>
                <a:cs typeface="Arial"/>
              </a:rPr>
              <a:t>communication</a:t>
            </a:r>
            <a:r>
              <a:rPr sz="2400" spc="125" dirty="0">
                <a:solidFill>
                  <a:srgbClr val="161818"/>
                </a:solidFill>
                <a:latin typeface="Arial"/>
                <a:cs typeface="Arial"/>
              </a:rPr>
              <a:t> </a:t>
            </a:r>
            <a:r>
              <a:rPr sz="2400" spc="100" dirty="0">
                <a:solidFill>
                  <a:srgbClr val="161818"/>
                </a:solidFill>
                <a:latin typeface="Arial"/>
                <a:cs typeface="Arial"/>
              </a:rPr>
              <a:t>methods.</a:t>
            </a:r>
            <a:endParaRPr sz="2550" dirty="0">
              <a:latin typeface="Arial"/>
              <a:cs typeface="Arial"/>
            </a:endParaRPr>
          </a:p>
        </p:txBody>
      </p:sp>
      <p:sp>
        <p:nvSpPr>
          <p:cNvPr id="5" name="object 5"/>
          <p:cNvSpPr txBox="1"/>
          <p:nvPr/>
        </p:nvSpPr>
        <p:spPr>
          <a:xfrm>
            <a:off x="9325325" y="2367931"/>
            <a:ext cx="6944995" cy="2129173"/>
          </a:xfrm>
          <a:prstGeom prst="rect">
            <a:avLst/>
          </a:prstGeom>
        </p:spPr>
        <p:txBody>
          <a:bodyPr vert="horz" wrap="square" lIns="0" tIns="274320" rIns="0" bIns="0" rtlCol="0">
            <a:spAutoFit/>
          </a:bodyPr>
          <a:lstStyle/>
          <a:p>
            <a:pPr marL="15875">
              <a:lnSpc>
                <a:spcPct val="100000"/>
              </a:lnSpc>
              <a:spcBef>
                <a:spcPts val="2160"/>
              </a:spcBef>
            </a:pPr>
            <a:r>
              <a:rPr sz="2800" b="1" spc="114" dirty="0">
                <a:solidFill>
                  <a:srgbClr val="052146"/>
                </a:solidFill>
                <a:latin typeface="Arial"/>
                <a:cs typeface="Arial"/>
              </a:rPr>
              <a:t>The</a:t>
            </a:r>
            <a:r>
              <a:rPr sz="2800" b="1" spc="-215" dirty="0">
                <a:solidFill>
                  <a:srgbClr val="052146"/>
                </a:solidFill>
                <a:latin typeface="Arial"/>
                <a:cs typeface="Arial"/>
              </a:rPr>
              <a:t> </a:t>
            </a:r>
            <a:r>
              <a:rPr sz="2800" b="1" spc="70" dirty="0">
                <a:solidFill>
                  <a:srgbClr val="052146"/>
                </a:solidFill>
                <a:latin typeface="Arial"/>
                <a:cs typeface="Arial"/>
              </a:rPr>
              <a:t>Notice</a:t>
            </a:r>
            <a:r>
              <a:rPr sz="2800" b="1" spc="5" dirty="0">
                <a:solidFill>
                  <a:srgbClr val="052146"/>
                </a:solidFill>
                <a:latin typeface="Arial"/>
                <a:cs typeface="Arial"/>
              </a:rPr>
              <a:t> </a:t>
            </a:r>
            <a:r>
              <a:rPr sz="2800" b="1" dirty="0">
                <a:solidFill>
                  <a:srgbClr val="052146"/>
                </a:solidFill>
                <a:latin typeface="Arial"/>
                <a:cs typeface="Arial"/>
              </a:rPr>
              <a:t>of</a:t>
            </a:r>
            <a:r>
              <a:rPr sz="2800" b="1" spc="5" dirty="0">
                <a:solidFill>
                  <a:srgbClr val="052146"/>
                </a:solidFill>
                <a:latin typeface="Arial"/>
                <a:cs typeface="Arial"/>
              </a:rPr>
              <a:t> </a:t>
            </a:r>
            <a:r>
              <a:rPr sz="2800" b="1" dirty="0">
                <a:solidFill>
                  <a:srgbClr val="052146"/>
                </a:solidFill>
                <a:latin typeface="Arial"/>
                <a:cs typeface="Arial"/>
              </a:rPr>
              <a:t>Privacy</a:t>
            </a:r>
            <a:r>
              <a:rPr sz="2800" b="1" spc="-45" dirty="0">
                <a:solidFill>
                  <a:srgbClr val="052146"/>
                </a:solidFill>
                <a:latin typeface="Arial"/>
                <a:cs typeface="Arial"/>
              </a:rPr>
              <a:t> </a:t>
            </a:r>
            <a:r>
              <a:rPr sz="2800" b="1" spc="50" dirty="0">
                <a:solidFill>
                  <a:srgbClr val="052146"/>
                </a:solidFill>
                <a:latin typeface="Arial"/>
                <a:cs typeface="Arial"/>
              </a:rPr>
              <a:t>Practices</a:t>
            </a:r>
            <a:r>
              <a:rPr sz="2800" b="1" spc="-10" dirty="0">
                <a:solidFill>
                  <a:srgbClr val="052146"/>
                </a:solidFill>
                <a:latin typeface="Arial"/>
                <a:cs typeface="Arial"/>
              </a:rPr>
              <a:t> (NPP)</a:t>
            </a:r>
            <a:endParaRPr sz="2800" dirty="0">
              <a:latin typeface="Arial"/>
              <a:cs typeface="Arial"/>
            </a:endParaRPr>
          </a:p>
          <a:p>
            <a:pPr marL="12700" marR="5080">
              <a:lnSpc>
                <a:spcPct val="113300"/>
              </a:lnSpc>
              <a:spcBef>
                <a:spcPts val="1380"/>
              </a:spcBef>
            </a:pPr>
            <a:r>
              <a:rPr sz="2400" spc="120" dirty="0">
                <a:solidFill>
                  <a:srgbClr val="161818"/>
                </a:solidFill>
                <a:latin typeface="Arial"/>
                <a:cs typeface="Arial"/>
              </a:rPr>
              <a:t>Must</a:t>
            </a:r>
            <a:r>
              <a:rPr sz="2400" spc="95" dirty="0">
                <a:solidFill>
                  <a:srgbClr val="161818"/>
                </a:solidFill>
                <a:latin typeface="Arial"/>
                <a:cs typeface="Arial"/>
              </a:rPr>
              <a:t> </a:t>
            </a:r>
            <a:r>
              <a:rPr sz="2400" spc="120" dirty="0">
                <a:solidFill>
                  <a:srgbClr val="161818"/>
                </a:solidFill>
                <a:latin typeface="Arial"/>
                <a:cs typeface="Arial"/>
              </a:rPr>
              <a:t>be</a:t>
            </a:r>
            <a:r>
              <a:rPr sz="2400" spc="-10" dirty="0">
                <a:solidFill>
                  <a:srgbClr val="161818"/>
                </a:solidFill>
                <a:latin typeface="Arial"/>
                <a:cs typeface="Arial"/>
              </a:rPr>
              <a:t> </a:t>
            </a:r>
            <a:r>
              <a:rPr sz="2400" spc="130" dirty="0">
                <a:solidFill>
                  <a:srgbClr val="161818"/>
                </a:solidFill>
                <a:latin typeface="Arial"/>
                <a:cs typeface="Arial"/>
              </a:rPr>
              <a:t>offered</a:t>
            </a:r>
            <a:r>
              <a:rPr sz="2400" spc="10" dirty="0">
                <a:solidFill>
                  <a:srgbClr val="161818"/>
                </a:solidFill>
                <a:latin typeface="Arial"/>
                <a:cs typeface="Arial"/>
              </a:rPr>
              <a:t> </a:t>
            </a:r>
            <a:r>
              <a:rPr sz="2400" spc="165" dirty="0">
                <a:solidFill>
                  <a:srgbClr val="161818"/>
                </a:solidFill>
                <a:latin typeface="Arial"/>
                <a:cs typeface="Arial"/>
              </a:rPr>
              <a:t>on</a:t>
            </a:r>
            <a:r>
              <a:rPr sz="2400" spc="-135" dirty="0">
                <a:solidFill>
                  <a:srgbClr val="161818"/>
                </a:solidFill>
                <a:latin typeface="Arial"/>
                <a:cs typeface="Arial"/>
              </a:rPr>
              <a:t> </a:t>
            </a:r>
            <a:r>
              <a:rPr sz="2400" spc="135" dirty="0">
                <a:solidFill>
                  <a:srgbClr val="161818"/>
                </a:solidFill>
                <a:latin typeface="Arial"/>
                <a:cs typeface="Arial"/>
              </a:rPr>
              <a:t>the</a:t>
            </a:r>
            <a:r>
              <a:rPr sz="2400" spc="-55" dirty="0">
                <a:solidFill>
                  <a:srgbClr val="161818"/>
                </a:solidFill>
                <a:latin typeface="Arial"/>
                <a:cs typeface="Arial"/>
              </a:rPr>
              <a:t> </a:t>
            </a:r>
            <a:r>
              <a:rPr sz="2400" spc="125" dirty="0">
                <a:solidFill>
                  <a:srgbClr val="161818"/>
                </a:solidFill>
                <a:latin typeface="Arial"/>
                <a:cs typeface="Arial"/>
              </a:rPr>
              <a:t>first</a:t>
            </a:r>
            <a:r>
              <a:rPr sz="2400" spc="145" dirty="0">
                <a:solidFill>
                  <a:srgbClr val="161818"/>
                </a:solidFill>
                <a:latin typeface="Arial"/>
                <a:cs typeface="Arial"/>
              </a:rPr>
              <a:t> </a:t>
            </a:r>
            <a:r>
              <a:rPr sz="2400" spc="85" dirty="0">
                <a:solidFill>
                  <a:srgbClr val="161818"/>
                </a:solidFill>
                <a:latin typeface="Arial"/>
                <a:cs typeface="Arial"/>
              </a:rPr>
              <a:t>visit. </a:t>
            </a:r>
            <a:r>
              <a:rPr sz="2400" spc="120" dirty="0">
                <a:solidFill>
                  <a:srgbClr val="161818"/>
                </a:solidFill>
                <a:latin typeface="Arial"/>
                <a:cs typeface="Arial"/>
              </a:rPr>
              <a:t>Acknowledgement</a:t>
            </a:r>
            <a:r>
              <a:rPr sz="2400" spc="-170" dirty="0">
                <a:solidFill>
                  <a:srgbClr val="161818"/>
                </a:solidFill>
                <a:latin typeface="Arial"/>
                <a:cs typeface="Arial"/>
              </a:rPr>
              <a:t> </a:t>
            </a:r>
            <a:r>
              <a:rPr sz="2400" spc="90" dirty="0">
                <a:solidFill>
                  <a:srgbClr val="161818"/>
                </a:solidFill>
                <a:latin typeface="Arial"/>
                <a:cs typeface="Arial"/>
              </a:rPr>
              <a:t>of</a:t>
            </a:r>
            <a:r>
              <a:rPr sz="2400" spc="210" dirty="0">
                <a:solidFill>
                  <a:srgbClr val="161818"/>
                </a:solidFill>
                <a:latin typeface="Arial"/>
                <a:cs typeface="Arial"/>
              </a:rPr>
              <a:t> </a:t>
            </a:r>
            <a:r>
              <a:rPr sz="2400" spc="90" dirty="0">
                <a:solidFill>
                  <a:srgbClr val="050708"/>
                </a:solidFill>
                <a:latin typeface="Arial"/>
                <a:cs typeface="Arial"/>
              </a:rPr>
              <a:t>receipt</a:t>
            </a:r>
            <a:r>
              <a:rPr sz="2400" spc="65" dirty="0">
                <a:solidFill>
                  <a:srgbClr val="050708"/>
                </a:solidFill>
                <a:latin typeface="Arial"/>
                <a:cs typeface="Arial"/>
              </a:rPr>
              <a:t> </a:t>
            </a:r>
            <a:r>
              <a:rPr sz="2400" spc="120" dirty="0">
                <a:solidFill>
                  <a:srgbClr val="161818"/>
                </a:solidFill>
                <a:latin typeface="Arial"/>
                <a:cs typeface="Arial"/>
              </a:rPr>
              <a:t>must</a:t>
            </a:r>
            <a:r>
              <a:rPr sz="2400" spc="85" dirty="0">
                <a:solidFill>
                  <a:srgbClr val="161818"/>
                </a:solidFill>
                <a:latin typeface="Arial"/>
                <a:cs typeface="Arial"/>
              </a:rPr>
              <a:t> </a:t>
            </a:r>
            <a:r>
              <a:rPr sz="2400" spc="120" dirty="0">
                <a:solidFill>
                  <a:srgbClr val="161818"/>
                </a:solidFill>
                <a:latin typeface="Arial"/>
                <a:cs typeface="Arial"/>
              </a:rPr>
              <a:t>be</a:t>
            </a:r>
            <a:r>
              <a:rPr sz="2400" spc="-5" dirty="0">
                <a:solidFill>
                  <a:srgbClr val="161818"/>
                </a:solidFill>
                <a:latin typeface="Arial"/>
                <a:cs typeface="Arial"/>
              </a:rPr>
              <a:t> </a:t>
            </a:r>
            <a:r>
              <a:rPr sz="2400" spc="80" dirty="0">
                <a:solidFill>
                  <a:srgbClr val="161818"/>
                </a:solidFill>
                <a:latin typeface="Arial"/>
                <a:cs typeface="Arial"/>
              </a:rPr>
              <a:t>signed </a:t>
            </a:r>
            <a:r>
              <a:rPr sz="2400" spc="120" dirty="0">
                <a:solidFill>
                  <a:srgbClr val="161818"/>
                </a:solidFill>
                <a:latin typeface="Arial"/>
                <a:cs typeface="Arial"/>
              </a:rPr>
              <a:t>and</a:t>
            </a:r>
            <a:r>
              <a:rPr sz="2400" spc="-65" dirty="0">
                <a:solidFill>
                  <a:srgbClr val="161818"/>
                </a:solidFill>
                <a:latin typeface="Arial"/>
                <a:cs typeface="Arial"/>
              </a:rPr>
              <a:t> </a:t>
            </a:r>
            <a:r>
              <a:rPr sz="2400" spc="100" dirty="0">
                <a:solidFill>
                  <a:srgbClr val="161818"/>
                </a:solidFill>
                <a:latin typeface="Arial"/>
                <a:cs typeface="Arial"/>
              </a:rPr>
              <a:t>filed</a:t>
            </a:r>
            <a:r>
              <a:rPr sz="2550" spc="100" dirty="0">
                <a:solidFill>
                  <a:srgbClr val="161818"/>
                </a:solidFill>
                <a:latin typeface="Arial"/>
                <a:cs typeface="Arial"/>
              </a:rPr>
              <a:t>.</a:t>
            </a:r>
            <a:endParaRPr sz="2550" dirty="0">
              <a:latin typeface="Arial"/>
              <a:cs typeface="Arial"/>
            </a:endParaRPr>
          </a:p>
        </p:txBody>
      </p:sp>
      <p:pic>
        <p:nvPicPr>
          <p:cNvPr id="126" name="Picture 125">
            <a:extLst>
              <a:ext uri="{FF2B5EF4-FFF2-40B4-BE49-F238E27FC236}">
                <a16:creationId xmlns:a16="http://schemas.microsoft.com/office/drawing/2014/main" id="{2731C677-F711-8030-43B8-D563921FA383}"/>
              </a:ext>
            </a:extLst>
          </p:cNvPr>
          <p:cNvPicPr>
            <a:picLocks noChangeAspect="1"/>
          </p:cNvPicPr>
          <p:nvPr/>
        </p:nvPicPr>
        <p:blipFill>
          <a:blip r:embed="rId3"/>
          <a:stretch>
            <a:fillRect/>
          </a:stretch>
        </p:blipFill>
        <p:spPr>
          <a:xfrm>
            <a:off x="11024419" y="4489730"/>
            <a:ext cx="2948641" cy="36830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9E453A-1274-3026-51CA-F65C8DC5CD22}"/>
            </a:ext>
          </a:extLst>
        </p:cNvPr>
        <p:cNvGrpSpPr/>
        <p:nvPr/>
      </p:nvGrpSpPr>
      <p:grpSpPr>
        <a:xfrm>
          <a:off x="0" y="0"/>
          <a:ext cx="0" cy="0"/>
          <a:chOff x="0" y="0"/>
          <a:chExt cx="0" cy="0"/>
        </a:xfrm>
      </p:grpSpPr>
      <p:sp>
        <p:nvSpPr>
          <p:cNvPr id="3" name="object 3" descr="$PPTXTitle">
            <a:extLst>
              <a:ext uri="{FF2B5EF4-FFF2-40B4-BE49-F238E27FC236}">
                <a16:creationId xmlns:a16="http://schemas.microsoft.com/office/drawing/2014/main" id="{538459C6-853D-848A-35EE-DEC3E59A5ED2}"/>
              </a:ext>
            </a:extLst>
          </p:cNvPr>
          <p:cNvSpPr txBox="1">
            <a:spLocks noGrp="1"/>
          </p:cNvSpPr>
          <p:nvPr>
            <p:ph type="title"/>
          </p:nvPr>
        </p:nvSpPr>
        <p:spPr>
          <a:xfrm>
            <a:off x="2451415" y="217299"/>
            <a:ext cx="12572365" cy="2643031"/>
          </a:xfrm>
          <a:prstGeom prst="rect">
            <a:avLst/>
          </a:prstGeom>
        </p:spPr>
        <p:txBody>
          <a:bodyPr vert="horz" wrap="square" lIns="0" tIns="173990" rIns="0" bIns="0" rtlCol="0">
            <a:spAutoFit/>
          </a:bodyPr>
          <a:lstStyle/>
          <a:p>
            <a:pPr algn="ctr">
              <a:lnSpc>
                <a:spcPct val="100000"/>
              </a:lnSpc>
              <a:spcBef>
                <a:spcPts val="1370"/>
              </a:spcBef>
            </a:pPr>
            <a:r>
              <a:rPr sz="4400" spc="185" dirty="0">
                <a:solidFill>
                  <a:srgbClr val="070708"/>
                </a:solidFill>
              </a:rPr>
              <a:t>The</a:t>
            </a:r>
            <a:r>
              <a:rPr sz="4400" spc="-290" dirty="0">
                <a:solidFill>
                  <a:srgbClr val="070708"/>
                </a:solidFill>
              </a:rPr>
              <a:t> </a:t>
            </a:r>
            <a:r>
              <a:rPr sz="4400" spc="55" dirty="0">
                <a:solidFill>
                  <a:srgbClr val="070708"/>
                </a:solidFill>
              </a:rPr>
              <a:t>Golden</a:t>
            </a:r>
            <a:r>
              <a:rPr sz="4400" spc="-190" dirty="0">
                <a:solidFill>
                  <a:srgbClr val="070708"/>
                </a:solidFill>
              </a:rPr>
              <a:t> </a:t>
            </a:r>
            <a:r>
              <a:rPr sz="4400" dirty="0">
                <a:solidFill>
                  <a:srgbClr val="070708"/>
                </a:solidFill>
              </a:rPr>
              <a:t>Rule:</a:t>
            </a:r>
            <a:r>
              <a:rPr sz="4400" spc="-400" dirty="0">
                <a:solidFill>
                  <a:srgbClr val="070708"/>
                </a:solidFill>
              </a:rPr>
              <a:t> </a:t>
            </a:r>
            <a:r>
              <a:rPr sz="4400" spc="125" dirty="0">
                <a:solidFill>
                  <a:srgbClr val="070708"/>
                </a:solidFill>
              </a:rPr>
              <a:t>Minimum</a:t>
            </a:r>
            <a:r>
              <a:rPr sz="4400" spc="-55" dirty="0">
                <a:solidFill>
                  <a:srgbClr val="070708"/>
                </a:solidFill>
              </a:rPr>
              <a:t> </a:t>
            </a:r>
            <a:r>
              <a:rPr sz="4400" spc="100" dirty="0">
                <a:solidFill>
                  <a:srgbClr val="070708"/>
                </a:solidFill>
              </a:rPr>
              <a:t>Necessary</a:t>
            </a:r>
            <a:br>
              <a:rPr lang="en-US" sz="5300" spc="100" dirty="0">
                <a:solidFill>
                  <a:srgbClr val="070708"/>
                </a:solidFill>
              </a:rPr>
            </a:br>
            <a:endParaRPr sz="5300" dirty="0"/>
          </a:p>
          <a:p>
            <a:pPr marL="177800" marR="184150" algn="ctr">
              <a:lnSpc>
                <a:spcPts val="3320"/>
              </a:lnSpc>
              <a:spcBef>
                <a:spcPts val="1010"/>
              </a:spcBef>
              <a:tabLst>
                <a:tab pos="4097020" algn="l"/>
                <a:tab pos="6220460" algn="l"/>
                <a:tab pos="9557385" algn="l"/>
              </a:tabLst>
            </a:pPr>
            <a:r>
              <a:rPr sz="2800" spc="70" dirty="0">
                <a:solidFill>
                  <a:srgbClr val="161618"/>
                </a:solidFill>
                <a:latin typeface="+mn-lt"/>
                <a:cs typeface="Times New Roman"/>
              </a:rPr>
              <a:t>Use</a:t>
            </a:r>
            <a:r>
              <a:rPr sz="2800" spc="-130" dirty="0">
                <a:solidFill>
                  <a:srgbClr val="161618"/>
                </a:solidFill>
                <a:latin typeface="+mn-lt"/>
                <a:cs typeface="Times New Roman"/>
              </a:rPr>
              <a:t> </a:t>
            </a:r>
            <a:r>
              <a:rPr sz="2800" spc="60" dirty="0">
                <a:solidFill>
                  <a:srgbClr val="161618"/>
                </a:solidFill>
                <a:latin typeface="+mn-lt"/>
                <a:cs typeface="Times New Roman"/>
              </a:rPr>
              <a:t>or</a:t>
            </a:r>
            <a:r>
              <a:rPr sz="2800" spc="200" dirty="0">
                <a:solidFill>
                  <a:srgbClr val="161618"/>
                </a:solidFill>
                <a:latin typeface="+mn-lt"/>
                <a:cs typeface="Times New Roman"/>
              </a:rPr>
              <a:t> </a:t>
            </a:r>
            <a:r>
              <a:rPr sz="2800" spc="65" dirty="0">
                <a:solidFill>
                  <a:srgbClr val="161618"/>
                </a:solidFill>
                <a:latin typeface="+mn-lt"/>
                <a:cs typeface="Times New Roman"/>
              </a:rPr>
              <a:t>disclose</a:t>
            </a:r>
            <a:r>
              <a:rPr sz="2800" spc="110" dirty="0">
                <a:solidFill>
                  <a:srgbClr val="161618"/>
                </a:solidFill>
                <a:latin typeface="+mn-lt"/>
                <a:cs typeface="Times New Roman"/>
              </a:rPr>
              <a:t> </a:t>
            </a:r>
            <a:r>
              <a:rPr sz="2800" spc="65" dirty="0">
                <a:solidFill>
                  <a:srgbClr val="161618"/>
                </a:solidFill>
                <a:latin typeface="+mn-lt"/>
                <a:cs typeface="Times New Roman"/>
              </a:rPr>
              <a:t>only</a:t>
            </a:r>
            <a:r>
              <a:rPr sz="2800" spc="-165" dirty="0">
                <a:solidFill>
                  <a:srgbClr val="161618"/>
                </a:solidFill>
                <a:latin typeface="+mn-lt"/>
                <a:cs typeface="Times New Roman"/>
              </a:rPr>
              <a:t> </a:t>
            </a:r>
            <a:r>
              <a:rPr sz="2800" spc="30" dirty="0">
                <a:solidFill>
                  <a:srgbClr val="161618"/>
                </a:solidFill>
                <a:latin typeface="+mn-lt"/>
                <a:cs typeface="Times New Roman"/>
              </a:rPr>
              <a:t>the</a:t>
            </a:r>
            <a:r>
              <a:rPr sz="2800" dirty="0">
                <a:solidFill>
                  <a:srgbClr val="161618"/>
                </a:solidFill>
                <a:latin typeface="+mn-lt"/>
                <a:cs typeface="Times New Roman"/>
              </a:rPr>
              <a:t>	</a:t>
            </a:r>
            <a:r>
              <a:rPr sz="2800" spc="50" dirty="0">
                <a:solidFill>
                  <a:srgbClr val="161618"/>
                </a:solidFill>
                <a:latin typeface="+mn-lt"/>
                <a:cs typeface="Times New Roman"/>
              </a:rPr>
              <a:t>specific</a:t>
            </a:r>
            <a:r>
              <a:rPr sz="2800" spc="-10" dirty="0">
                <a:solidFill>
                  <a:srgbClr val="161618"/>
                </a:solidFill>
                <a:latin typeface="+mn-lt"/>
                <a:cs typeface="Times New Roman"/>
              </a:rPr>
              <a:t> </a:t>
            </a:r>
            <a:r>
              <a:rPr sz="2800" spc="140" dirty="0">
                <a:solidFill>
                  <a:srgbClr val="161618"/>
                </a:solidFill>
                <a:latin typeface="+mn-lt"/>
                <a:cs typeface="Times New Roman"/>
              </a:rPr>
              <a:t>amount</a:t>
            </a:r>
            <a:r>
              <a:rPr sz="2800" spc="-60" dirty="0">
                <a:solidFill>
                  <a:srgbClr val="161618"/>
                </a:solidFill>
                <a:latin typeface="+mn-lt"/>
                <a:cs typeface="Times New Roman"/>
              </a:rPr>
              <a:t> </a:t>
            </a:r>
            <a:r>
              <a:rPr sz="2800" dirty="0">
                <a:solidFill>
                  <a:srgbClr val="161618"/>
                </a:solidFill>
                <a:latin typeface="+mn-lt"/>
                <a:cs typeface="Times New Roman"/>
              </a:rPr>
              <a:t>of</a:t>
            </a:r>
            <a:r>
              <a:rPr sz="2800" spc="90" dirty="0">
                <a:solidFill>
                  <a:srgbClr val="161618"/>
                </a:solidFill>
                <a:latin typeface="+mn-lt"/>
                <a:cs typeface="Times New Roman"/>
              </a:rPr>
              <a:t> </a:t>
            </a:r>
            <a:r>
              <a:rPr sz="2800" dirty="0">
                <a:solidFill>
                  <a:srgbClr val="070708"/>
                </a:solidFill>
                <a:latin typeface="+mn-lt"/>
                <a:cs typeface="Times New Roman"/>
              </a:rPr>
              <a:t>PHI</a:t>
            </a:r>
            <a:r>
              <a:rPr sz="2800" spc="75" dirty="0">
                <a:solidFill>
                  <a:srgbClr val="070708"/>
                </a:solidFill>
                <a:latin typeface="+mn-lt"/>
                <a:cs typeface="Times New Roman"/>
              </a:rPr>
              <a:t> </a:t>
            </a:r>
            <a:r>
              <a:rPr sz="2800" spc="100" dirty="0">
                <a:solidFill>
                  <a:srgbClr val="161618"/>
                </a:solidFill>
                <a:latin typeface="+mn-lt"/>
                <a:cs typeface="Times New Roman"/>
              </a:rPr>
              <a:t>necessary</a:t>
            </a:r>
            <a:r>
              <a:rPr sz="2800" spc="70" dirty="0">
                <a:solidFill>
                  <a:srgbClr val="161618"/>
                </a:solidFill>
                <a:latin typeface="+mn-lt"/>
                <a:cs typeface="Times New Roman"/>
              </a:rPr>
              <a:t> </a:t>
            </a:r>
            <a:r>
              <a:rPr sz="2800" spc="90" dirty="0">
                <a:solidFill>
                  <a:srgbClr val="161618"/>
                </a:solidFill>
                <a:latin typeface="+mn-lt"/>
                <a:cs typeface="Times New Roman"/>
              </a:rPr>
              <a:t>to</a:t>
            </a:r>
            <a:r>
              <a:rPr sz="2800" spc="110" dirty="0">
                <a:solidFill>
                  <a:srgbClr val="161618"/>
                </a:solidFill>
                <a:latin typeface="+mn-lt"/>
                <a:cs typeface="Times New Roman"/>
              </a:rPr>
              <a:t> </a:t>
            </a:r>
            <a:r>
              <a:rPr sz="2800" spc="80" dirty="0">
                <a:solidFill>
                  <a:srgbClr val="161618"/>
                </a:solidFill>
                <a:latin typeface="+mn-lt"/>
                <a:cs typeface="Times New Roman"/>
              </a:rPr>
              <a:t>accomplish</a:t>
            </a:r>
            <a:r>
              <a:rPr sz="2800" spc="100" dirty="0">
                <a:solidFill>
                  <a:srgbClr val="161618"/>
                </a:solidFill>
                <a:latin typeface="+mn-lt"/>
                <a:cs typeface="Times New Roman"/>
              </a:rPr>
              <a:t> </a:t>
            </a:r>
            <a:r>
              <a:rPr sz="2800" spc="40" dirty="0">
                <a:solidFill>
                  <a:srgbClr val="161618"/>
                </a:solidFill>
                <a:latin typeface="+mn-lt"/>
                <a:cs typeface="Times New Roman"/>
              </a:rPr>
              <a:t>the </a:t>
            </a:r>
            <a:r>
              <a:rPr sz="2800" spc="75" dirty="0">
                <a:solidFill>
                  <a:srgbClr val="070708"/>
                </a:solidFill>
                <a:latin typeface="+mn-lt"/>
                <a:cs typeface="Times New Roman"/>
              </a:rPr>
              <a:t>immediate</a:t>
            </a:r>
            <a:r>
              <a:rPr sz="2800" spc="305" dirty="0">
                <a:solidFill>
                  <a:srgbClr val="070708"/>
                </a:solidFill>
                <a:latin typeface="+mn-lt"/>
                <a:cs typeface="Times New Roman"/>
              </a:rPr>
              <a:t> </a:t>
            </a:r>
            <a:r>
              <a:rPr sz="2800" spc="95" dirty="0">
                <a:solidFill>
                  <a:srgbClr val="161618"/>
                </a:solidFill>
                <a:latin typeface="+mn-lt"/>
                <a:cs typeface="Times New Roman"/>
              </a:rPr>
              <a:t>task.</a:t>
            </a:r>
            <a:r>
              <a:rPr sz="2800" spc="-5" dirty="0">
                <a:solidFill>
                  <a:srgbClr val="161618"/>
                </a:solidFill>
                <a:latin typeface="+mn-lt"/>
                <a:cs typeface="Times New Roman"/>
              </a:rPr>
              <a:t> </a:t>
            </a:r>
            <a:r>
              <a:rPr sz="2800" dirty="0">
                <a:solidFill>
                  <a:srgbClr val="161618"/>
                </a:solidFill>
                <a:latin typeface="+mn-lt"/>
                <a:cs typeface="Times New Roman"/>
              </a:rPr>
              <a:t>Distinguish</a:t>
            </a:r>
            <a:r>
              <a:rPr sz="2800" spc="135" dirty="0">
                <a:solidFill>
                  <a:srgbClr val="161618"/>
                </a:solidFill>
                <a:latin typeface="+mn-lt"/>
                <a:cs typeface="Times New Roman"/>
              </a:rPr>
              <a:t> </a:t>
            </a:r>
            <a:r>
              <a:rPr sz="2800" dirty="0">
                <a:solidFill>
                  <a:srgbClr val="2D2F31"/>
                </a:solidFill>
                <a:latin typeface="+mn-lt"/>
                <a:cs typeface="Times New Roman"/>
              </a:rPr>
              <a:t>"</a:t>
            </a:r>
            <a:r>
              <a:rPr sz="2800" dirty="0">
                <a:solidFill>
                  <a:srgbClr val="161618"/>
                </a:solidFill>
                <a:latin typeface="+mn-lt"/>
                <a:cs typeface="Times New Roman"/>
              </a:rPr>
              <a:t>Need</a:t>
            </a:r>
            <a:r>
              <a:rPr sz="2800" spc="290" dirty="0">
                <a:solidFill>
                  <a:srgbClr val="161618"/>
                </a:solidFill>
                <a:latin typeface="+mn-lt"/>
                <a:cs typeface="Times New Roman"/>
              </a:rPr>
              <a:t> </a:t>
            </a:r>
            <a:r>
              <a:rPr sz="2800" spc="-25" dirty="0">
                <a:solidFill>
                  <a:srgbClr val="161618"/>
                </a:solidFill>
                <a:latin typeface="+mn-lt"/>
                <a:cs typeface="Times New Roman"/>
              </a:rPr>
              <a:t>to</a:t>
            </a:r>
            <a:r>
              <a:rPr sz="2800" dirty="0">
                <a:solidFill>
                  <a:srgbClr val="161618"/>
                </a:solidFill>
                <a:latin typeface="+mn-lt"/>
                <a:cs typeface="Times New Roman"/>
              </a:rPr>
              <a:t>	</a:t>
            </a:r>
            <a:r>
              <a:rPr sz="2800" spc="-60" dirty="0">
                <a:solidFill>
                  <a:srgbClr val="161618"/>
                </a:solidFill>
                <a:latin typeface="+mn-lt"/>
                <a:cs typeface="Times New Roman"/>
              </a:rPr>
              <a:t>Know"</a:t>
            </a:r>
            <a:r>
              <a:rPr sz="2800" spc="-265" dirty="0">
                <a:solidFill>
                  <a:srgbClr val="161618"/>
                </a:solidFill>
                <a:latin typeface="+mn-lt"/>
                <a:cs typeface="Times New Roman"/>
              </a:rPr>
              <a:t> </a:t>
            </a:r>
            <a:r>
              <a:rPr sz="2800" spc="95" dirty="0">
                <a:solidFill>
                  <a:srgbClr val="161618"/>
                </a:solidFill>
                <a:latin typeface="+mn-lt"/>
                <a:cs typeface="Times New Roman"/>
              </a:rPr>
              <a:t>from</a:t>
            </a:r>
            <a:r>
              <a:rPr sz="2800" spc="-185" dirty="0">
                <a:solidFill>
                  <a:srgbClr val="161618"/>
                </a:solidFill>
                <a:latin typeface="+mn-lt"/>
                <a:cs typeface="Times New Roman"/>
              </a:rPr>
              <a:t> </a:t>
            </a:r>
            <a:r>
              <a:rPr sz="2800" dirty="0">
                <a:solidFill>
                  <a:srgbClr val="2D2F31"/>
                </a:solidFill>
                <a:latin typeface="+mn-lt"/>
                <a:cs typeface="Times New Roman"/>
              </a:rPr>
              <a:t>"</a:t>
            </a:r>
            <a:r>
              <a:rPr sz="2800" dirty="0">
                <a:solidFill>
                  <a:srgbClr val="161618"/>
                </a:solidFill>
                <a:latin typeface="+mn-lt"/>
                <a:cs typeface="Times New Roman"/>
              </a:rPr>
              <a:t>Nice</a:t>
            </a:r>
            <a:r>
              <a:rPr sz="2800" spc="10" dirty="0">
                <a:solidFill>
                  <a:srgbClr val="161618"/>
                </a:solidFill>
                <a:latin typeface="+mn-lt"/>
                <a:cs typeface="Times New Roman"/>
              </a:rPr>
              <a:t> </a:t>
            </a:r>
            <a:r>
              <a:rPr sz="2800" spc="-25" dirty="0">
                <a:solidFill>
                  <a:srgbClr val="161618"/>
                </a:solidFill>
                <a:latin typeface="+mn-lt"/>
                <a:cs typeface="Times New Roman"/>
              </a:rPr>
              <a:t>to</a:t>
            </a:r>
            <a:r>
              <a:rPr sz="2800" dirty="0">
                <a:solidFill>
                  <a:srgbClr val="161618"/>
                </a:solidFill>
                <a:latin typeface="+mn-lt"/>
                <a:cs typeface="Times New Roman"/>
              </a:rPr>
              <a:t>	</a:t>
            </a:r>
            <a:r>
              <a:rPr sz="2800" spc="-10" dirty="0">
                <a:solidFill>
                  <a:srgbClr val="161618"/>
                </a:solidFill>
                <a:latin typeface="+mn-lt"/>
                <a:cs typeface="Times New Roman"/>
              </a:rPr>
              <a:t>Know</a:t>
            </a:r>
            <a:r>
              <a:rPr sz="2800" spc="-10" dirty="0">
                <a:solidFill>
                  <a:srgbClr val="2D2F31"/>
                </a:solidFill>
                <a:latin typeface="+mn-lt"/>
                <a:cs typeface="Times New Roman"/>
              </a:rPr>
              <a:t>"</a:t>
            </a:r>
            <a:r>
              <a:rPr sz="2800" spc="-10" dirty="0">
                <a:solidFill>
                  <a:srgbClr val="161618"/>
                </a:solidFill>
                <a:latin typeface="+mn-lt"/>
                <a:cs typeface="Times New Roman"/>
              </a:rPr>
              <a:t>.</a:t>
            </a:r>
            <a:endParaRPr sz="2800" dirty="0">
              <a:latin typeface="+mn-lt"/>
              <a:cs typeface="Times New Roman"/>
            </a:endParaRPr>
          </a:p>
        </p:txBody>
      </p:sp>
      <p:sp>
        <p:nvSpPr>
          <p:cNvPr id="8" name="object 8">
            <a:extLst>
              <a:ext uri="{FF2B5EF4-FFF2-40B4-BE49-F238E27FC236}">
                <a16:creationId xmlns:a16="http://schemas.microsoft.com/office/drawing/2014/main" id="{0B12CBBB-62E4-9227-366F-9C34859BAE11}"/>
              </a:ext>
            </a:extLst>
          </p:cNvPr>
          <p:cNvSpPr txBox="1"/>
          <p:nvPr/>
        </p:nvSpPr>
        <p:spPr>
          <a:xfrm>
            <a:off x="2725442" y="8073461"/>
            <a:ext cx="12024312" cy="507189"/>
          </a:xfrm>
          <a:prstGeom prst="rect">
            <a:avLst/>
          </a:prstGeom>
        </p:spPr>
        <p:txBody>
          <a:bodyPr vert="horz" wrap="square" lIns="0" tIns="14604" rIns="0" bIns="0" rtlCol="0">
            <a:spAutoFit/>
          </a:bodyPr>
          <a:lstStyle/>
          <a:p>
            <a:pPr marL="12700" algn="ctr">
              <a:lnSpc>
                <a:spcPct val="100000"/>
              </a:lnSpc>
              <a:spcBef>
                <a:spcPts val="114"/>
              </a:spcBef>
            </a:pPr>
            <a:r>
              <a:rPr sz="3200" b="1" spc="-25" dirty="0">
                <a:solidFill>
                  <a:srgbClr val="4B5259"/>
                </a:solidFill>
                <a:latin typeface="+mn-lt"/>
                <a:cs typeface="Times New Roman"/>
              </a:rPr>
              <a:t>"Every</a:t>
            </a:r>
            <a:r>
              <a:rPr sz="3200" b="1" spc="-85" dirty="0">
                <a:solidFill>
                  <a:srgbClr val="4B5259"/>
                </a:solidFill>
                <a:latin typeface="+mn-lt"/>
                <a:cs typeface="Times New Roman"/>
              </a:rPr>
              <a:t> </a:t>
            </a:r>
            <a:r>
              <a:rPr sz="3200" b="1" spc="60" dirty="0">
                <a:solidFill>
                  <a:srgbClr val="4B5259"/>
                </a:solidFill>
                <a:latin typeface="+mn-lt"/>
                <a:cs typeface="Times New Roman"/>
              </a:rPr>
              <a:t>action</a:t>
            </a:r>
            <a:r>
              <a:rPr sz="3200" b="1" spc="45" dirty="0">
                <a:solidFill>
                  <a:srgbClr val="4B5259"/>
                </a:solidFill>
                <a:latin typeface="+mn-lt"/>
                <a:cs typeface="Times New Roman"/>
              </a:rPr>
              <a:t> </a:t>
            </a:r>
            <a:r>
              <a:rPr sz="3200" b="1" dirty="0">
                <a:solidFill>
                  <a:srgbClr val="4B5259"/>
                </a:solidFill>
                <a:latin typeface="+mn-lt"/>
                <a:cs typeface="Times New Roman"/>
              </a:rPr>
              <a:t>you</a:t>
            </a:r>
            <a:r>
              <a:rPr sz="3200" b="1" spc="-25" dirty="0">
                <a:solidFill>
                  <a:srgbClr val="4B5259"/>
                </a:solidFill>
                <a:latin typeface="+mn-lt"/>
                <a:cs typeface="Times New Roman"/>
              </a:rPr>
              <a:t> </a:t>
            </a:r>
            <a:r>
              <a:rPr sz="3200" b="1" dirty="0">
                <a:solidFill>
                  <a:srgbClr val="4B5259"/>
                </a:solidFill>
                <a:latin typeface="+mn-lt"/>
                <a:cs typeface="Times New Roman"/>
              </a:rPr>
              <a:t>take</a:t>
            </a:r>
            <a:r>
              <a:rPr sz="3200" b="1" spc="35" dirty="0">
                <a:solidFill>
                  <a:srgbClr val="4B5259"/>
                </a:solidFill>
                <a:latin typeface="+mn-lt"/>
                <a:cs typeface="Times New Roman"/>
              </a:rPr>
              <a:t> </a:t>
            </a:r>
            <a:r>
              <a:rPr sz="3200" b="1" dirty="0">
                <a:solidFill>
                  <a:srgbClr val="4B5259"/>
                </a:solidFill>
                <a:latin typeface="+mn-lt"/>
                <a:cs typeface="Times New Roman"/>
              </a:rPr>
              <a:t>with</a:t>
            </a:r>
            <a:r>
              <a:rPr sz="3200" b="1" spc="110" dirty="0">
                <a:solidFill>
                  <a:srgbClr val="4B5259"/>
                </a:solidFill>
                <a:latin typeface="+mn-lt"/>
                <a:cs typeface="Times New Roman"/>
              </a:rPr>
              <a:t> </a:t>
            </a:r>
            <a:r>
              <a:rPr sz="3200" b="1" spc="45" dirty="0">
                <a:solidFill>
                  <a:srgbClr val="3B4449"/>
                </a:solidFill>
                <a:latin typeface="+mn-lt"/>
                <a:cs typeface="Times New Roman"/>
              </a:rPr>
              <a:t>pat</a:t>
            </a:r>
            <a:r>
              <a:rPr sz="3200" b="1" spc="45" dirty="0">
                <a:solidFill>
                  <a:srgbClr val="2D2F31"/>
                </a:solidFill>
                <a:latin typeface="+mn-lt"/>
                <a:cs typeface="Times New Roman"/>
              </a:rPr>
              <a:t>i</a:t>
            </a:r>
            <a:r>
              <a:rPr sz="3200" b="1" spc="45" dirty="0">
                <a:solidFill>
                  <a:srgbClr val="4B5259"/>
                </a:solidFill>
                <a:latin typeface="+mn-lt"/>
                <a:cs typeface="Times New Roman"/>
              </a:rPr>
              <a:t>ent</a:t>
            </a:r>
            <a:r>
              <a:rPr sz="3200" b="1" spc="145" dirty="0">
                <a:solidFill>
                  <a:srgbClr val="4B5259"/>
                </a:solidFill>
                <a:latin typeface="+mn-lt"/>
                <a:cs typeface="Times New Roman"/>
              </a:rPr>
              <a:t> </a:t>
            </a:r>
            <a:r>
              <a:rPr sz="3200" b="1" dirty="0">
                <a:solidFill>
                  <a:srgbClr val="4B5259"/>
                </a:solidFill>
                <a:latin typeface="+mn-lt"/>
                <a:cs typeface="Times New Roman"/>
              </a:rPr>
              <a:t>information</a:t>
            </a:r>
            <a:r>
              <a:rPr sz="3200" b="1" spc="90" dirty="0">
                <a:solidFill>
                  <a:srgbClr val="4B5259"/>
                </a:solidFill>
                <a:latin typeface="+mn-lt"/>
                <a:cs typeface="Times New Roman"/>
              </a:rPr>
              <a:t> </a:t>
            </a:r>
            <a:r>
              <a:rPr sz="3200" b="1" spc="75" dirty="0">
                <a:solidFill>
                  <a:srgbClr val="3B4449"/>
                </a:solidFill>
                <a:latin typeface="+mn-lt"/>
                <a:cs typeface="Times New Roman"/>
              </a:rPr>
              <a:t>has</a:t>
            </a:r>
            <a:r>
              <a:rPr sz="3200" b="1" spc="-145" dirty="0">
                <a:solidFill>
                  <a:srgbClr val="3B4449"/>
                </a:solidFill>
                <a:latin typeface="+mn-lt"/>
                <a:cs typeface="Times New Roman"/>
              </a:rPr>
              <a:t> </a:t>
            </a:r>
            <a:r>
              <a:rPr sz="3200" b="1" spc="75" dirty="0">
                <a:solidFill>
                  <a:srgbClr val="4B5259"/>
                </a:solidFill>
                <a:latin typeface="+mn-lt"/>
                <a:cs typeface="Times New Roman"/>
              </a:rPr>
              <a:t>a</a:t>
            </a:r>
            <a:r>
              <a:rPr sz="3200" b="1" spc="125" dirty="0">
                <a:solidFill>
                  <a:srgbClr val="4B5259"/>
                </a:solidFill>
                <a:latin typeface="+mn-lt"/>
                <a:cs typeface="Times New Roman"/>
              </a:rPr>
              <a:t> </a:t>
            </a:r>
            <a:r>
              <a:rPr sz="3200" b="1" dirty="0">
                <a:solidFill>
                  <a:srgbClr val="3B4449"/>
                </a:solidFill>
                <a:latin typeface="+mn-lt"/>
                <a:cs typeface="Times New Roman"/>
              </a:rPr>
              <a:t>ripple</a:t>
            </a:r>
            <a:r>
              <a:rPr sz="3200" b="1" spc="-10" dirty="0">
                <a:solidFill>
                  <a:srgbClr val="3B4449"/>
                </a:solidFill>
                <a:latin typeface="+mn-lt"/>
                <a:cs typeface="Times New Roman"/>
              </a:rPr>
              <a:t> </a:t>
            </a:r>
            <a:r>
              <a:rPr sz="3200" b="1" spc="-10" dirty="0">
                <a:solidFill>
                  <a:srgbClr val="4B5259"/>
                </a:solidFill>
                <a:latin typeface="+mn-lt"/>
                <a:cs typeface="Times New Roman"/>
              </a:rPr>
              <a:t>effect."</a:t>
            </a:r>
            <a:endParaRPr sz="3200" b="1" dirty="0">
              <a:latin typeface="+mn-lt"/>
              <a:cs typeface="Times New Roman"/>
            </a:endParaRPr>
          </a:p>
        </p:txBody>
      </p:sp>
      <p:graphicFrame>
        <p:nvGraphicFramePr>
          <p:cNvPr id="15" name="Table 14">
            <a:extLst>
              <a:ext uri="{FF2B5EF4-FFF2-40B4-BE49-F238E27FC236}">
                <a16:creationId xmlns:a16="http://schemas.microsoft.com/office/drawing/2014/main" id="{BC9F8729-D84D-5432-3B3B-879D8CFCA557}"/>
              </a:ext>
            </a:extLst>
          </p:cNvPr>
          <p:cNvGraphicFramePr>
            <a:graphicFrameLocks noGrp="1"/>
          </p:cNvGraphicFramePr>
          <p:nvPr>
            <p:extLst>
              <p:ext uri="{D42A27DB-BD31-4B8C-83A1-F6EECF244321}">
                <p14:modId xmlns:p14="http://schemas.microsoft.com/office/powerpoint/2010/main" val="560538744"/>
              </p:ext>
            </p:extLst>
          </p:nvPr>
        </p:nvGraphicFramePr>
        <p:xfrm>
          <a:off x="2172666" y="3295325"/>
          <a:ext cx="13129862" cy="4123717"/>
        </p:xfrm>
        <a:graphic>
          <a:graphicData uri="http://schemas.openxmlformats.org/drawingml/2006/table">
            <a:tbl>
              <a:tblPr firstRow="1" bandRow="1">
                <a:tableStyleId>{69012ECD-51FC-41F1-AA8D-1B2483CD663E}</a:tableStyleId>
              </a:tblPr>
              <a:tblGrid>
                <a:gridCol w="8566006">
                  <a:extLst>
                    <a:ext uri="{9D8B030D-6E8A-4147-A177-3AD203B41FA5}">
                      <a16:colId xmlns:a16="http://schemas.microsoft.com/office/drawing/2014/main" val="2652392013"/>
                    </a:ext>
                  </a:extLst>
                </a:gridCol>
                <a:gridCol w="4563856">
                  <a:extLst>
                    <a:ext uri="{9D8B030D-6E8A-4147-A177-3AD203B41FA5}">
                      <a16:colId xmlns:a16="http://schemas.microsoft.com/office/drawing/2014/main" val="3493808626"/>
                    </a:ext>
                  </a:extLst>
                </a:gridCol>
              </a:tblGrid>
              <a:tr h="553920">
                <a:tc gridSpan="2">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800" b="1" dirty="0">
                          <a:solidFill>
                            <a:srgbClr val="081C3F"/>
                          </a:solidFill>
                          <a:latin typeface="Arial"/>
                          <a:cs typeface="Arial"/>
                        </a:rPr>
                        <a:t>Operational</a:t>
                      </a:r>
                      <a:r>
                        <a:rPr lang="en-US" sz="2800" b="1" spc="365" dirty="0">
                          <a:solidFill>
                            <a:srgbClr val="081C3F"/>
                          </a:solidFill>
                          <a:latin typeface="Arial"/>
                          <a:cs typeface="Arial"/>
                        </a:rPr>
                        <a:t> </a:t>
                      </a:r>
                      <a:r>
                        <a:rPr lang="en-US" sz="2800" b="1" spc="-10" dirty="0">
                          <a:solidFill>
                            <a:srgbClr val="081C3F"/>
                          </a:solidFill>
                          <a:latin typeface="Arial"/>
                          <a:cs typeface="Arial"/>
                        </a:rPr>
                        <a:t>Scenarios</a:t>
                      </a:r>
                      <a:endParaRPr lang="en-US" sz="2800" dirty="0">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2339070"/>
                  </a:ext>
                </a:extLst>
              </a:tr>
              <a:tr h="553920">
                <a:tc>
                  <a:txBody>
                    <a:bodyPr/>
                    <a:lstStyle/>
                    <a:p>
                      <a:pPr algn="l"/>
                      <a:r>
                        <a:rPr lang="en-US" sz="2800" b="1" spc="-10" dirty="0">
                          <a:solidFill>
                            <a:srgbClr val="081C3F"/>
                          </a:solidFill>
                          <a:latin typeface="Arial"/>
                          <a:cs typeface="Arial"/>
                        </a:rPr>
                        <a:t>Scenario</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en-US" sz="2800" b="1" spc="-10" dirty="0">
                          <a:solidFill>
                            <a:srgbClr val="081C3F"/>
                          </a:solidFill>
                          <a:latin typeface="Arial"/>
                          <a:ea typeface="+mn-ea"/>
                          <a:cs typeface="Arial"/>
                        </a:rPr>
                        <a:t>Verdict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97779476"/>
                  </a:ext>
                </a:extLst>
              </a:tr>
              <a:tr h="682915">
                <a:tc>
                  <a:txBody>
                    <a:bodyPr/>
                    <a:lstStyle/>
                    <a:p>
                      <a:r>
                        <a:rPr lang="en-US" sz="2400" dirty="0"/>
                        <a:t>Doctors/Nurses sharing full history for care?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2400" b="1" dirty="0">
                          <a:solidFill>
                            <a:srgbClr val="00B050"/>
                          </a:solidFill>
                          <a:latin typeface="+mn-lt"/>
                          <a:ea typeface="+mn-ea"/>
                          <a:cs typeface="+mn-cs"/>
                        </a:rPr>
                        <a:t>        Allowed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86324018"/>
                  </a:ext>
                </a:extLst>
              </a:tr>
              <a:tr h="734005">
                <a:tc>
                  <a:txBody>
                    <a:bodyPr/>
                    <a:lstStyle/>
                    <a:p>
                      <a:pPr marL="0"/>
                      <a:r>
                        <a:rPr lang="en-US" sz="2400" dirty="0">
                          <a:solidFill>
                            <a:schemeClr val="tx1"/>
                          </a:solidFill>
                          <a:latin typeface="+mn-lt"/>
                          <a:ea typeface="+mn-ea"/>
                          <a:cs typeface="+mn-cs"/>
                        </a:rPr>
                        <a:t>Billing sending full clinical notes when only a diagnostic code is needed?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2400" b="1" dirty="0">
                          <a:solidFill>
                            <a:srgbClr val="C00000"/>
                          </a:solidFill>
                          <a:latin typeface="+mn-lt"/>
                          <a:ea typeface="+mn-ea"/>
                          <a:cs typeface="+mn-cs"/>
                        </a:rPr>
                        <a:t>         Violation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79851506"/>
                  </a:ext>
                </a:extLst>
              </a:tr>
              <a:tr h="553920">
                <a:tc>
                  <a:txBody>
                    <a:bodyPr/>
                    <a:lstStyle/>
                    <a:p>
                      <a:pPr marL="0"/>
                      <a:r>
                        <a:rPr lang="en-US" sz="2400" dirty="0">
                          <a:solidFill>
                            <a:schemeClr val="tx1"/>
                          </a:solidFill>
                          <a:latin typeface="+mn-lt"/>
                          <a:ea typeface="+mn-ea"/>
                          <a:cs typeface="+mn-cs"/>
                        </a:rPr>
                        <a:t>Discussing a patient by name in a crowded waiting room?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2400" b="1" dirty="0">
                          <a:solidFill>
                            <a:srgbClr val="C00000"/>
                          </a:solidFill>
                          <a:latin typeface="+mn-lt"/>
                          <a:ea typeface="+mn-ea"/>
                          <a:cs typeface="+mn-cs"/>
                        </a:rPr>
                        <a:t>          Violation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66771734"/>
                  </a:ext>
                </a:extLst>
              </a:tr>
              <a:tr h="956082">
                <a:tc>
                  <a:txBody>
                    <a:bodyPr/>
                    <a:lstStyle/>
                    <a:p>
                      <a:pPr marL="0"/>
                      <a:r>
                        <a:rPr lang="en-US" sz="2400" dirty="0">
                          <a:solidFill>
                            <a:schemeClr val="tx1"/>
                          </a:solidFill>
                          <a:latin typeface="+mn-lt"/>
                          <a:ea typeface="+mn-ea"/>
                          <a:cs typeface="+mn-cs"/>
                        </a:rPr>
                        <a:t>Accessing a colleague's or family member's record out of curiosity?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2400" b="1" dirty="0">
                          <a:solidFill>
                            <a:srgbClr val="C00000"/>
                          </a:solidFill>
                          <a:latin typeface="+mn-lt"/>
                          <a:ea typeface="+mn-ea"/>
                          <a:cs typeface="+mn-cs"/>
                        </a:rPr>
                        <a:t>         Major Violation</a:t>
                      </a:r>
                    </a:p>
                    <a:p>
                      <a:r>
                        <a:rPr lang="en-US" sz="2400" b="1" dirty="0">
                          <a:solidFill>
                            <a:srgbClr val="C00000"/>
                          </a:solidFill>
                          <a:latin typeface="+mn-lt"/>
                          <a:ea typeface="+mn-ea"/>
                          <a:cs typeface="+mn-cs"/>
                        </a:rPr>
                        <a:t>         (Termination Offence)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95002777"/>
                  </a:ext>
                </a:extLst>
              </a:tr>
            </a:tbl>
          </a:graphicData>
        </a:graphic>
      </p:graphicFrame>
      <p:pic>
        <p:nvPicPr>
          <p:cNvPr id="17" name="Graphic 16" descr="Checkbox Checked with solid fill">
            <a:extLst>
              <a:ext uri="{FF2B5EF4-FFF2-40B4-BE49-F238E27FC236}">
                <a16:creationId xmlns:a16="http://schemas.microsoft.com/office/drawing/2014/main" id="{D6F519AC-64AD-0A99-77A6-171A586E36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38442" y="4289240"/>
            <a:ext cx="762000" cy="762000"/>
          </a:xfrm>
          <a:prstGeom prst="rect">
            <a:avLst/>
          </a:prstGeom>
        </p:spPr>
      </p:pic>
      <p:pic>
        <p:nvPicPr>
          <p:cNvPr id="19" name="Graphic 18" descr="Badge Cross with solid fill">
            <a:extLst>
              <a:ext uri="{FF2B5EF4-FFF2-40B4-BE49-F238E27FC236}">
                <a16:creationId xmlns:a16="http://schemas.microsoft.com/office/drawing/2014/main" id="{4A025B77-5FF8-C9A2-4762-9C2FCB1CBDC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71200" y="5112788"/>
            <a:ext cx="488793" cy="488793"/>
          </a:xfrm>
          <a:prstGeom prst="rect">
            <a:avLst/>
          </a:prstGeom>
        </p:spPr>
      </p:pic>
      <p:pic>
        <p:nvPicPr>
          <p:cNvPr id="20" name="Graphic 19" descr="Badge Cross with solid fill">
            <a:extLst>
              <a:ext uri="{FF2B5EF4-FFF2-40B4-BE49-F238E27FC236}">
                <a16:creationId xmlns:a16="http://schemas.microsoft.com/office/drawing/2014/main" id="{53997DF3-8DC0-072D-B293-D52EE71372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71200" y="5907526"/>
            <a:ext cx="478972" cy="478972"/>
          </a:xfrm>
          <a:prstGeom prst="rect">
            <a:avLst/>
          </a:prstGeom>
        </p:spPr>
      </p:pic>
      <p:pic>
        <p:nvPicPr>
          <p:cNvPr id="24" name="Graphic 23" descr="Thumbs Down with solid fill">
            <a:extLst>
              <a:ext uri="{FF2B5EF4-FFF2-40B4-BE49-F238E27FC236}">
                <a16:creationId xmlns:a16="http://schemas.microsoft.com/office/drawing/2014/main" id="{7003C00E-C224-2634-AF41-F56CD4BF1A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81020" y="6940069"/>
            <a:ext cx="478973" cy="478973"/>
          </a:xfrm>
          <a:prstGeom prst="rect">
            <a:avLst/>
          </a:prstGeom>
        </p:spPr>
      </p:pic>
      <p:pic>
        <p:nvPicPr>
          <p:cNvPr id="25" name="Graphic 24" descr="Badge Cross with solid fill">
            <a:extLst>
              <a:ext uri="{FF2B5EF4-FFF2-40B4-BE49-F238E27FC236}">
                <a16:creationId xmlns:a16="http://schemas.microsoft.com/office/drawing/2014/main" id="{0CB52333-1BE6-B644-5F6E-C91B28623CD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71200" y="6509595"/>
            <a:ext cx="478972" cy="478972"/>
          </a:xfrm>
          <a:prstGeom prst="rect">
            <a:avLst/>
          </a:prstGeom>
        </p:spPr>
      </p:pic>
      <p:sp>
        <p:nvSpPr>
          <p:cNvPr id="2" name="object 17">
            <a:extLst>
              <a:ext uri="{FF2B5EF4-FFF2-40B4-BE49-F238E27FC236}">
                <a16:creationId xmlns:a16="http://schemas.microsoft.com/office/drawing/2014/main" id="{AF8DB053-FB45-0F30-1984-E5007EC84419}"/>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extLst>
      <p:ext uri="{BB962C8B-B14F-4D97-AF65-F5344CB8AC3E}">
        <p14:creationId xmlns:p14="http://schemas.microsoft.com/office/powerpoint/2010/main" val="4077593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1C36B1D8-F4AC-58A7-0DD1-756ECF53E6F2}"/>
              </a:ext>
            </a:extLst>
          </p:cNvPr>
          <p:cNvSpPr/>
          <p:nvPr/>
        </p:nvSpPr>
        <p:spPr>
          <a:xfrm>
            <a:off x="13004800" y="543766"/>
            <a:ext cx="3475289" cy="949742"/>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194F243F-D8E6-312D-2B98-1912819188F4}"/>
              </a:ext>
            </a:extLst>
          </p:cNvPr>
          <p:cNvSpPr/>
          <p:nvPr/>
        </p:nvSpPr>
        <p:spPr>
          <a:xfrm>
            <a:off x="584201" y="2438603"/>
            <a:ext cx="15895888" cy="2023100"/>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B7BF5409-7656-537C-2F7E-DC77B0D7E6E4}"/>
              </a:ext>
            </a:extLst>
          </p:cNvPr>
          <p:cNvSpPr/>
          <p:nvPr/>
        </p:nvSpPr>
        <p:spPr>
          <a:xfrm>
            <a:off x="6017544" y="4887686"/>
            <a:ext cx="5029200" cy="4191000"/>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8E3EEC64-F5C6-B611-3581-9754A93A9B76}"/>
              </a:ext>
            </a:extLst>
          </p:cNvPr>
          <p:cNvSpPr/>
          <p:nvPr/>
        </p:nvSpPr>
        <p:spPr>
          <a:xfrm>
            <a:off x="11450889" y="4876800"/>
            <a:ext cx="5029200" cy="4191000"/>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64EADEDF-E584-4734-F428-5886F7978A15}"/>
              </a:ext>
            </a:extLst>
          </p:cNvPr>
          <p:cNvSpPr/>
          <p:nvPr/>
        </p:nvSpPr>
        <p:spPr>
          <a:xfrm>
            <a:off x="584200" y="4876800"/>
            <a:ext cx="5029200" cy="4191000"/>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bject 16" descr="$PPTXTitle"/>
          <p:cNvSpPr txBox="1">
            <a:spLocks noGrp="1"/>
          </p:cNvSpPr>
          <p:nvPr>
            <p:ph type="title"/>
          </p:nvPr>
        </p:nvSpPr>
        <p:spPr>
          <a:xfrm>
            <a:off x="764060" y="434380"/>
            <a:ext cx="10619740" cy="1535870"/>
          </a:xfrm>
          <a:prstGeom prst="rect">
            <a:avLst/>
          </a:prstGeom>
        </p:spPr>
        <p:txBody>
          <a:bodyPr vert="horz" wrap="square" lIns="0" tIns="15875" rIns="0" bIns="0" rtlCol="0">
            <a:spAutoFit/>
          </a:bodyPr>
          <a:lstStyle/>
          <a:p>
            <a:pPr marL="17780">
              <a:lnSpc>
                <a:spcPts val="6215"/>
              </a:lnSpc>
              <a:spcBef>
                <a:spcPts val="125"/>
              </a:spcBef>
            </a:pPr>
            <a:r>
              <a:rPr sz="4400" dirty="0">
                <a:solidFill>
                  <a:srgbClr val="032346"/>
                </a:solidFill>
              </a:rPr>
              <a:t>CRITICAL</a:t>
            </a:r>
            <a:r>
              <a:rPr sz="4400" spc="-85" dirty="0">
                <a:solidFill>
                  <a:srgbClr val="032346"/>
                </a:solidFill>
              </a:rPr>
              <a:t> </a:t>
            </a:r>
            <a:r>
              <a:rPr sz="4400" spc="-25" dirty="0">
                <a:solidFill>
                  <a:srgbClr val="032346"/>
                </a:solidFill>
              </a:rPr>
              <a:t>UPDATE:</a:t>
            </a:r>
            <a:r>
              <a:rPr sz="4400" spc="-180" dirty="0">
                <a:solidFill>
                  <a:srgbClr val="032346"/>
                </a:solidFill>
              </a:rPr>
              <a:t> </a:t>
            </a:r>
            <a:r>
              <a:rPr sz="4400" spc="475" dirty="0">
                <a:solidFill>
                  <a:srgbClr val="032346"/>
                </a:solidFill>
              </a:rPr>
              <a:t>2024/2025</a:t>
            </a:r>
            <a:endParaRPr sz="4400" dirty="0"/>
          </a:p>
          <a:p>
            <a:pPr marL="12700">
              <a:lnSpc>
                <a:spcPts val="6215"/>
              </a:lnSpc>
            </a:pPr>
            <a:r>
              <a:rPr sz="4400" spc="80" dirty="0">
                <a:solidFill>
                  <a:srgbClr val="032346"/>
                </a:solidFill>
              </a:rPr>
              <a:t>Reproductive</a:t>
            </a:r>
            <a:r>
              <a:rPr sz="4400" spc="210" dirty="0">
                <a:solidFill>
                  <a:srgbClr val="032346"/>
                </a:solidFill>
              </a:rPr>
              <a:t> </a:t>
            </a:r>
            <a:r>
              <a:rPr sz="4400" spc="135" dirty="0">
                <a:solidFill>
                  <a:srgbClr val="032346"/>
                </a:solidFill>
              </a:rPr>
              <a:t>Health</a:t>
            </a:r>
            <a:r>
              <a:rPr sz="4400" spc="-330" dirty="0">
                <a:solidFill>
                  <a:srgbClr val="032346"/>
                </a:solidFill>
              </a:rPr>
              <a:t> </a:t>
            </a:r>
            <a:r>
              <a:rPr sz="4400" spc="-10" dirty="0">
                <a:solidFill>
                  <a:srgbClr val="032346"/>
                </a:solidFill>
              </a:rPr>
              <a:t>Privacy</a:t>
            </a:r>
            <a:endParaRPr sz="4400" dirty="0"/>
          </a:p>
        </p:txBody>
      </p:sp>
      <p:sp>
        <p:nvSpPr>
          <p:cNvPr id="17" name="object 17"/>
          <p:cNvSpPr txBox="1"/>
          <p:nvPr/>
        </p:nvSpPr>
        <p:spPr>
          <a:xfrm>
            <a:off x="13845189" y="767177"/>
            <a:ext cx="1794510" cy="502920"/>
          </a:xfrm>
          <a:prstGeom prst="rect">
            <a:avLst/>
          </a:prstGeom>
          <a:noFill/>
        </p:spPr>
        <p:txBody>
          <a:bodyPr vert="horz" wrap="square" lIns="0" tIns="20955" rIns="0" bIns="0" rtlCol="0">
            <a:spAutoFit/>
          </a:bodyPr>
          <a:lstStyle/>
          <a:p>
            <a:pPr>
              <a:lnSpc>
                <a:spcPct val="100000"/>
              </a:lnSpc>
              <a:spcBef>
                <a:spcPts val="165"/>
              </a:spcBef>
            </a:pPr>
            <a:r>
              <a:rPr sz="2750" b="1" spc="125" dirty="0">
                <a:solidFill>
                  <a:srgbClr val="FDF4F2"/>
                </a:solidFill>
                <a:latin typeface="Arial"/>
                <a:cs typeface="Arial"/>
              </a:rPr>
              <a:t>NEW</a:t>
            </a:r>
            <a:r>
              <a:rPr sz="2750" b="1" spc="-70" dirty="0">
                <a:solidFill>
                  <a:srgbClr val="FDF4F2"/>
                </a:solidFill>
                <a:latin typeface="Arial"/>
                <a:cs typeface="Arial"/>
              </a:rPr>
              <a:t> </a:t>
            </a:r>
            <a:r>
              <a:rPr sz="2750" b="1" spc="50" dirty="0">
                <a:solidFill>
                  <a:srgbClr val="FDF4F2"/>
                </a:solidFill>
                <a:latin typeface="Arial"/>
                <a:cs typeface="Arial"/>
              </a:rPr>
              <a:t>LAW</a:t>
            </a:r>
            <a:endParaRPr sz="2750" dirty="0">
              <a:latin typeface="Arial"/>
              <a:cs typeface="Arial"/>
            </a:endParaRPr>
          </a:p>
        </p:txBody>
      </p:sp>
      <p:sp>
        <p:nvSpPr>
          <p:cNvPr id="18" name="object 18"/>
          <p:cNvSpPr txBox="1"/>
          <p:nvPr/>
        </p:nvSpPr>
        <p:spPr>
          <a:xfrm>
            <a:off x="738741" y="2323702"/>
            <a:ext cx="16036290" cy="1940275"/>
          </a:xfrm>
          <a:prstGeom prst="rect">
            <a:avLst/>
          </a:prstGeom>
          <a:ln w="25473">
            <a:noFill/>
          </a:ln>
        </p:spPr>
        <p:txBody>
          <a:bodyPr vert="horz" wrap="square" lIns="0" tIns="295910" rIns="0" bIns="0" rtlCol="0">
            <a:spAutoFit/>
          </a:bodyPr>
          <a:lstStyle/>
          <a:p>
            <a:pPr marL="511809">
              <a:lnSpc>
                <a:spcPct val="100000"/>
              </a:lnSpc>
              <a:spcBef>
                <a:spcPts val="2330"/>
              </a:spcBef>
            </a:pPr>
            <a:r>
              <a:rPr sz="3500" b="1" spc="100" dirty="0">
                <a:solidFill>
                  <a:srgbClr val="032346"/>
                </a:solidFill>
                <a:latin typeface="Arial"/>
                <a:cs typeface="Arial"/>
              </a:rPr>
              <a:t>The</a:t>
            </a:r>
            <a:r>
              <a:rPr sz="3500" b="1" spc="-280" dirty="0">
                <a:solidFill>
                  <a:srgbClr val="032346"/>
                </a:solidFill>
                <a:latin typeface="Arial"/>
                <a:cs typeface="Arial"/>
              </a:rPr>
              <a:t> </a:t>
            </a:r>
            <a:r>
              <a:rPr sz="3500" b="1" spc="114" dirty="0">
                <a:solidFill>
                  <a:srgbClr val="032346"/>
                </a:solidFill>
                <a:latin typeface="Arial"/>
                <a:cs typeface="Arial"/>
              </a:rPr>
              <a:t>New</a:t>
            </a:r>
            <a:r>
              <a:rPr sz="3500" b="1" spc="-204" dirty="0">
                <a:solidFill>
                  <a:srgbClr val="032346"/>
                </a:solidFill>
                <a:latin typeface="Arial"/>
                <a:cs typeface="Arial"/>
              </a:rPr>
              <a:t> </a:t>
            </a:r>
            <a:r>
              <a:rPr sz="3500" b="1" spc="75" dirty="0">
                <a:solidFill>
                  <a:srgbClr val="032346"/>
                </a:solidFill>
                <a:latin typeface="Arial"/>
                <a:cs typeface="Arial"/>
              </a:rPr>
              <a:t>Mandate</a:t>
            </a:r>
            <a:r>
              <a:rPr sz="3500" b="1" spc="150" dirty="0">
                <a:solidFill>
                  <a:srgbClr val="032346"/>
                </a:solidFill>
                <a:latin typeface="Arial"/>
                <a:cs typeface="Arial"/>
              </a:rPr>
              <a:t> </a:t>
            </a:r>
            <a:r>
              <a:rPr sz="3500" b="1" spc="50" dirty="0">
                <a:solidFill>
                  <a:srgbClr val="032346"/>
                </a:solidFill>
                <a:latin typeface="Arial"/>
                <a:cs typeface="Arial"/>
              </a:rPr>
              <a:t>(Dec</a:t>
            </a:r>
            <a:r>
              <a:rPr sz="3500" b="1" spc="-75" dirty="0">
                <a:solidFill>
                  <a:srgbClr val="032346"/>
                </a:solidFill>
                <a:latin typeface="Arial"/>
                <a:cs typeface="Arial"/>
              </a:rPr>
              <a:t> </a:t>
            </a:r>
            <a:r>
              <a:rPr sz="3500" b="1" spc="265" dirty="0">
                <a:solidFill>
                  <a:srgbClr val="032346"/>
                </a:solidFill>
                <a:latin typeface="Arial"/>
                <a:cs typeface="Arial"/>
              </a:rPr>
              <a:t>2024</a:t>
            </a:r>
            <a:r>
              <a:rPr sz="3500" b="1" spc="-310" dirty="0">
                <a:solidFill>
                  <a:srgbClr val="032346"/>
                </a:solidFill>
                <a:latin typeface="Arial"/>
                <a:cs typeface="Arial"/>
              </a:rPr>
              <a:t> </a:t>
            </a:r>
            <a:r>
              <a:rPr sz="3500" b="1" spc="-10" dirty="0">
                <a:solidFill>
                  <a:srgbClr val="032346"/>
                </a:solidFill>
                <a:latin typeface="Arial"/>
                <a:cs typeface="Arial"/>
              </a:rPr>
              <a:t>Deadline)</a:t>
            </a:r>
            <a:endParaRPr sz="3500" dirty="0">
              <a:latin typeface="Arial"/>
              <a:cs typeface="Arial"/>
            </a:endParaRPr>
          </a:p>
          <a:p>
            <a:pPr marL="508634" marR="967105" indent="5715">
              <a:lnSpc>
                <a:spcPts val="3820"/>
              </a:lnSpc>
              <a:spcBef>
                <a:spcPts val="965"/>
              </a:spcBef>
            </a:pPr>
            <a:r>
              <a:rPr sz="3450" spc="-40" dirty="0">
                <a:solidFill>
                  <a:srgbClr val="131315"/>
                </a:solidFill>
                <a:latin typeface="+mn-lt"/>
                <a:cs typeface="Times New Roman"/>
              </a:rPr>
              <a:t>PHI</a:t>
            </a:r>
            <a:r>
              <a:rPr sz="3450" spc="50" dirty="0">
                <a:solidFill>
                  <a:srgbClr val="131315"/>
                </a:solidFill>
                <a:latin typeface="+mn-lt"/>
                <a:cs typeface="Times New Roman"/>
              </a:rPr>
              <a:t> </a:t>
            </a:r>
            <a:r>
              <a:rPr sz="3450" spc="65" dirty="0">
                <a:solidFill>
                  <a:srgbClr val="131315"/>
                </a:solidFill>
                <a:latin typeface="+mn-lt"/>
                <a:cs typeface="Times New Roman"/>
              </a:rPr>
              <a:t>related</a:t>
            </a:r>
            <a:r>
              <a:rPr sz="3450" spc="-10" dirty="0">
                <a:solidFill>
                  <a:srgbClr val="131315"/>
                </a:solidFill>
                <a:latin typeface="+mn-lt"/>
                <a:cs typeface="Times New Roman"/>
              </a:rPr>
              <a:t> </a:t>
            </a:r>
            <a:r>
              <a:rPr sz="3450" spc="80" dirty="0">
                <a:solidFill>
                  <a:srgbClr val="131315"/>
                </a:solidFill>
                <a:latin typeface="+mn-lt"/>
                <a:cs typeface="Times New Roman"/>
              </a:rPr>
              <a:t>to</a:t>
            </a:r>
            <a:r>
              <a:rPr sz="3450" spc="130" dirty="0">
                <a:solidFill>
                  <a:srgbClr val="131315"/>
                </a:solidFill>
                <a:latin typeface="+mn-lt"/>
                <a:cs typeface="Times New Roman"/>
              </a:rPr>
              <a:t> </a:t>
            </a:r>
            <a:r>
              <a:rPr sz="3450" dirty="0">
                <a:solidFill>
                  <a:srgbClr val="131315"/>
                </a:solidFill>
                <a:latin typeface="+mn-lt"/>
                <a:cs typeface="Times New Roman"/>
              </a:rPr>
              <a:t>lawful </a:t>
            </a:r>
            <a:r>
              <a:rPr sz="3450" spc="65" dirty="0">
                <a:solidFill>
                  <a:srgbClr val="131315"/>
                </a:solidFill>
                <a:latin typeface="+mn-lt"/>
                <a:cs typeface="Times New Roman"/>
              </a:rPr>
              <a:t>reproductive</a:t>
            </a:r>
            <a:r>
              <a:rPr sz="3450" spc="180" dirty="0">
                <a:solidFill>
                  <a:srgbClr val="131315"/>
                </a:solidFill>
                <a:latin typeface="+mn-lt"/>
                <a:cs typeface="Times New Roman"/>
              </a:rPr>
              <a:t> </a:t>
            </a:r>
            <a:r>
              <a:rPr sz="3450" spc="95" dirty="0">
                <a:solidFill>
                  <a:srgbClr val="131315"/>
                </a:solidFill>
                <a:latin typeface="+mn-lt"/>
                <a:cs typeface="Times New Roman"/>
              </a:rPr>
              <a:t>health</a:t>
            </a:r>
            <a:r>
              <a:rPr sz="3450" spc="-75" dirty="0">
                <a:solidFill>
                  <a:srgbClr val="131315"/>
                </a:solidFill>
                <a:latin typeface="+mn-lt"/>
                <a:cs typeface="Times New Roman"/>
              </a:rPr>
              <a:t> </a:t>
            </a:r>
            <a:r>
              <a:rPr sz="3450" spc="125" dirty="0">
                <a:solidFill>
                  <a:srgbClr val="131315"/>
                </a:solidFill>
                <a:latin typeface="+mn-lt"/>
                <a:cs typeface="Times New Roman"/>
              </a:rPr>
              <a:t>care</a:t>
            </a:r>
            <a:r>
              <a:rPr sz="3450" spc="-65" dirty="0">
                <a:solidFill>
                  <a:srgbClr val="131315"/>
                </a:solidFill>
                <a:latin typeface="+mn-lt"/>
                <a:cs typeface="Times New Roman"/>
              </a:rPr>
              <a:t> </a:t>
            </a:r>
            <a:r>
              <a:rPr sz="3450" spc="100" dirty="0">
                <a:solidFill>
                  <a:srgbClr val="131315"/>
                </a:solidFill>
                <a:latin typeface="+mn-lt"/>
                <a:cs typeface="Times New Roman"/>
              </a:rPr>
              <a:t>cannot</a:t>
            </a:r>
            <a:r>
              <a:rPr sz="3450" spc="55" dirty="0">
                <a:solidFill>
                  <a:srgbClr val="131315"/>
                </a:solidFill>
                <a:latin typeface="+mn-lt"/>
                <a:cs typeface="Times New Roman"/>
              </a:rPr>
              <a:t> </a:t>
            </a:r>
            <a:r>
              <a:rPr sz="3450" spc="140" dirty="0">
                <a:solidFill>
                  <a:srgbClr val="131315"/>
                </a:solidFill>
                <a:latin typeface="+mn-lt"/>
                <a:cs typeface="Times New Roman"/>
              </a:rPr>
              <a:t>be</a:t>
            </a:r>
            <a:r>
              <a:rPr sz="3450" spc="-15" dirty="0">
                <a:solidFill>
                  <a:srgbClr val="131315"/>
                </a:solidFill>
                <a:latin typeface="+mn-lt"/>
                <a:cs typeface="Times New Roman"/>
              </a:rPr>
              <a:t> </a:t>
            </a:r>
            <a:r>
              <a:rPr sz="3450" spc="75" dirty="0">
                <a:solidFill>
                  <a:srgbClr val="131315"/>
                </a:solidFill>
                <a:latin typeface="+mn-lt"/>
                <a:cs typeface="Times New Roman"/>
              </a:rPr>
              <a:t>used</a:t>
            </a:r>
            <a:r>
              <a:rPr sz="3450" spc="-10" dirty="0">
                <a:solidFill>
                  <a:srgbClr val="131315"/>
                </a:solidFill>
                <a:latin typeface="+mn-lt"/>
                <a:cs typeface="Times New Roman"/>
              </a:rPr>
              <a:t> </a:t>
            </a:r>
            <a:r>
              <a:rPr sz="3450" spc="70" dirty="0">
                <a:solidFill>
                  <a:srgbClr val="131315"/>
                </a:solidFill>
                <a:latin typeface="+mn-lt"/>
                <a:cs typeface="Times New Roman"/>
              </a:rPr>
              <a:t>or</a:t>
            </a:r>
            <a:r>
              <a:rPr sz="3450" spc="135" dirty="0">
                <a:solidFill>
                  <a:srgbClr val="131315"/>
                </a:solidFill>
                <a:latin typeface="+mn-lt"/>
                <a:cs typeface="Times New Roman"/>
              </a:rPr>
              <a:t> </a:t>
            </a:r>
            <a:r>
              <a:rPr sz="3450" dirty="0">
                <a:solidFill>
                  <a:srgbClr val="131315"/>
                </a:solidFill>
                <a:latin typeface="+mn-lt"/>
                <a:cs typeface="Times New Roman"/>
              </a:rPr>
              <a:t>disclosed </a:t>
            </a:r>
            <a:r>
              <a:rPr sz="3450" spc="40" dirty="0">
                <a:solidFill>
                  <a:srgbClr val="131315"/>
                </a:solidFill>
                <a:latin typeface="+mn-lt"/>
                <a:cs typeface="Times New Roman"/>
              </a:rPr>
              <a:t>for </a:t>
            </a:r>
            <a:r>
              <a:rPr sz="3450" dirty="0">
                <a:solidFill>
                  <a:srgbClr val="131315"/>
                </a:solidFill>
                <a:latin typeface="+mn-lt"/>
                <a:cs typeface="Times New Roman"/>
              </a:rPr>
              <a:t>investigating</a:t>
            </a:r>
            <a:r>
              <a:rPr sz="3450" spc="105" dirty="0">
                <a:solidFill>
                  <a:srgbClr val="131315"/>
                </a:solidFill>
                <a:latin typeface="+mn-lt"/>
                <a:cs typeface="Times New Roman"/>
              </a:rPr>
              <a:t> </a:t>
            </a:r>
            <a:r>
              <a:rPr sz="3450" dirty="0">
                <a:solidFill>
                  <a:srgbClr val="131315"/>
                </a:solidFill>
                <a:latin typeface="+mn-lt"/>
                <a:cs typeface="Times New Roman"/>
              </a:rPr>
              <a:t>or</a:t>
            </a:r>
            <a:r>
              <a:rPr sz="3450" spc="300" dirty="0">
                <a:solidFill>
                  <a:srgbClr val="131315"/>
                </a:solidFill>
                <a:latin typeface="+mn-lt"/>
                <a:cs typeface="Times New Roman"/>
              </a:rPr>
              <a:t> </a:t>
            </a:r>
            <a:r>
              <a:rPr sz="3450" dirty="0">
                <a:solidFill>
                  <a:srgbClr val="131315"/>
                </a:solidFill>
                <a:latin typeface="+mn-lt"/>
                <a:cs typeface="Times New Roman"/>
              </a:rPr>
              <a:t>imposing</a:t>
            </a:r>
            <a:r>
              <a:rPr sz="3450" spc="-15" dirty="0">
                <a:solidFill>
                  <a:srgbClr val="131315"/>
                </a:solidFill>
                <a:latin typeface="+mn-lt"/>
                <a:cs typeface="Times New Roman"/>
              </a:rPr>
              <a:t> </a:t>
            </a:r>
            <a:r>
              <a:rPr sz="3450" dirty="0">
                <a:solidFill>
                  <a:srgbClr val="131315"/>
                </a:solidFill>
                <a:latin typeface="+mn-lt"/>
                <a:cs typeface="Times New Roman"/>
              </a:rPr>
              <a:t>liability</a:t>
            </a:r>
            <a:r>
              <a:rPr sz="3450" spc="65" dirty="0">
                <a:solidFill>
                  <a:srgbClr val="131315"/>
                </a:solidFill>
                <a:latin typeface="+mn-lt"/>
                <a:cs typeface="Times New Roman"/>
              </a:rPr>
              <a:t> </a:t>
            </a:r>
            <a:r>
              <a:rPr sz="3450" spc="120" dirty="0">
                <a:solidFill>
                  <a:srgbClr val="131315"/>
                </a:solidFill>
                <a:latin typeface="+mn-lt"/>
                <a:cs typeface="Times New Roman"/>
              </a:rPr>
              <a:t>on</a:t>
            </a:r>
            <a:r>
              <a:rPr sz="3450" spc="-105" dirty="0">
                <a:solidFill>
                  <a:srgbClr val="131315"/>
                </a:solidFill>
                <a:latin typeface="+mn-lt"/>
                <a:cs typeface="Times New Roman"/>
              </a:rPr>
              <a:t> </a:t>
            </a:r>
            <a:r>
              <a:rPr sz="3450" spc="95" dirty="0">
                <a:solidFill>
                  <a:srgbClr val="131315"/>
                </a:solidFill>
                <a:latin typeface="+mn-lt"/>
                <a:cs typeface="Times New Roman"/>
              </a:rPr>
              <a:t>any</a:t>
            </a:r>
            <a:r>
              <a:rPr sz="3450" spc="-55" dirty="0">
                <a:solidFill>
                  <a:srgbClr val="131315"/>
                </a:solidFill>
                <a:latin typeface="+mn-lt"/>
                <a:cs typeface="Times New Roman"/>
              </a:rPr>
              <a:t> </a:t>
            </a:r>
            <a:r>
              <a:rPr sz="3450" spc="105" dirty="0">
                <a:solidFill>
                  <a:srgbClr val="131315"/>
                </a:solidFill>
                <a:latin typeface="+mn-lt"/>
                <a:cs typeface="Times New Roman"/>
              </a:rPr>
              <a:t>person</a:t>
            </a:r>
            <a:r>
              <a:rPr sz="3450" spc="-35" dirty="0">
                <a:solidFill>
                  <a:srgbClr val="131315"/>
                </a:solidFill>
                <a:latin typeface="+mn-lt"/>
                <a:cs typeface="Times New Roman"/>
              </a:rPr>
              <a:t> </a:t>
            </a:r>
            <a:r>
              <a:rPr sz="3450" spc="75" dirty="0">
                <a:solidFill>
                  <a:srgbClr val="131315"/>
                </a:solidFill>
                <a:latin typeface="+mn-lt"/>
                <a:cs typeface="Times New Roman"/>
              </a:rPr>
              <a:t>seeking</a:t>
            </a:r>
            <a:r>
              <a:rPr sz="3450" spc="-130" dirty="0">
                <a:solidFill>
                  <a:srgbClr val="131315"/>
                </a:solidFill>
                <a:latin typeface="+mn-lt"/>
                <a:cs typeface="Times New Roman"/>
              </a:rPr>
              <a:t> </a:t>
            </a:r>
            <a:r>
              <a:rPr sz="3450" spc="70" dirty="0">
                <a:solidFill>
                  <a:srgbClr val="131315"/>
                </a:solidFill>
                <a:latin typeface="+mn-lt"/>
                <a:cs typeface="Times New Roman"/>
              </a:rPr>
              <a:t>or</a:t>
            </a:r>
            <a:r>
              <a:rPr sz="3450" spc="335" dirty="0">
                <a:solidFill>
                  <a:srgbClr val="131315"/>
                </a:solidFill>
                <a:latin typeface="+mn-lt"/>
                <a:cs typeface="Times New Roman"/>
              </a:rPr>
              <a:t> </a:t>
            </a:r>
            <a:r>
              <a:rPr sz="3450" dirty="0">
                <a:solidFill>
                  <a:srgbClr val="131315"/>
                </a:solidFill>
                <a:latin typeface="+mn-lt"/>
                <a:cs typeface="Times New Roman"/>
              </a:rPr>
              <a:t>providing</a:t>
            </a:r>
            <a:r>
              <a:rPr sz="3450" spc="-45" dirty="0">
                <a:solidFill>
                  <a:srgbClr val="131315"/>
                </a:solidFill>
                <a:latin typeface="+mn-lt"/>
                <a:cs typeface="Times New Roman"/>
              </a:rPr>
              <a:t> </a:t>
            </a:r>
            <a:r>
              <a:rPr sz="3450" spc="90" dirty="0">
                <a:solidFill>
                  <a:srgbClr val="131315"/>
                </a:solidFill>
                <a:latin typeface="+mn-lt"/>
                <a:cs typeface="Times New Roman"/>
              </a:rPr>
              <a:t>such</a:t>
            </a:r>
            <a:r>
              <a:rPr sz="3450" spc="40" dirty="0">
                <a:solidFill>
                  <a:srgbClr val="131315"/>
                </a:solidFill>
                <a:latin typeface="+mn-lt"/>
                <a:cs typeface="Times New Roman"/>
              </a:rPr>
              <a:t> </a:t>
            </a:r>
            <a:r>
              <a:rPr sz="3450" spc="65" dirty="0">
                <a:solidFill>
                  <a:srgbClr val="131315"/>
                </a:solidFill>
                <a:latin typeface="+mn-lt"/>
                <a:cs typeface="Times New Roman"/>
              </a:rPr>
              <a:t>care.</a:t>
            </a:r>
            <a:endParaRPr sz="3450" dirty="0">
              <a:latin typeface="+mn-lt"/>
              <a:cs typeface="Times New Roman"/>
            </a:endParaRPr>
          </a:p>
        </p:txBody>
      </p:sp>
      <p:sp>
        <p:nvSpPr>
          <p:cNvPr id="19" name="object 19"/>
          <p:cNvSpPr txBox="1"/>
          <p:nvPr/>
        </p:nvSpPr>
        <p:spPr>
          <a:xfrm>
            <a:off x="1972476" y="5291897"/>
            <a:ext cx="3896360" cy="3580211"/>
          </a:xfrm>
          <a:prstGeom prst="rect">
            <a:avLst/>
          </a:prstGeom>
        </p:spPr>
        <p:txBody>
          <a:bodyPr vert="horz" wrap="square" lIns="0" tIns="13970" rIns="0" bIns="0" rtlCol="0">
            <a:spAutoFit/>
          </a:bodyPr>
          <a:lstStyle/>
          <a:p>
            <a:pPr marL="24130" marR="1441450" indent="15240">
              <a:lnSpc>
                <a:spcPts val="3820"/>
              </a:lnSpc>
              <a:spcBef>
                <a:spcPts val="110"/>
              </a:spcBef>
            </a:pPr>
            <a:r>
              <a:rPr sz="2800" b="1" spc="40" dirty="0">
                <a:solidFill>
                  <a:srgbClr val="032346"/>
                </a:solidFill>
                <a:latin typeface="Arial"/>
                <a:cs typeface="Arial"/>
              </a:rPr>
              <a:t>Attestation </a:t>
            </a:r>
            <a:r>
              <a:rPr sz="2800" b="1" spc="-10" dirty="0">
                <a:solidFill>
                  <a:srgbClr val="032346"/>
                </a:solidFill>
                <a:latin typeface="Arial"/>
                <a:cs typeface="Arial"/>
              </a:rPr>
              <a:t>Requirement</a:t>
            </a:r>
            <a:endParaRPr sz="2800" dirty="0">
              <a:latin typeface="Arial"/>
              <a:cs typeface="Arial"/>
            </a:endParaRPr>
          </a:p>
          <a:p>
            <a:pPr marL="12700" marR="5080" indent="20955">
              <a:lnSpc>
                <a:spcPct val="88000"/>
              </a:lnSpc>
              <a:spcBef>
                <a:spcPts val="1190"/>
              </a:spcBef>
            </a:pPr>
            <a:r>
              <a:rPr sz="3000" spc="-100" dirty="0">
                <a:solidFill>
                  <a:srgbClr val="131315"/>
                </a:solidFill>
                <a:latin typeface="+mn-lt"/>
                <a:cs typeface="Times New Roman"/>
              </a:rPr>
              <a:t>Must </a:t>
            </a:r>
            <a:r>
              <a:rPr sz="3000" spc="-10" dirty="0">
                <a:solidFill>
                  <a:srgbClr val="131315"/>
                </a:solidFill>
                <a:latin typeface="+mn-lt"/>
                <a:cs typeface="Times New Roman"/>
              </a:rPr>
              <a:t>obtain</a:t>
            </a:r>
            <a:r>
              <a:rPr sz="3000" spc="-114" dirty="0">
                <a:solidFill>
                  <a:srgbClr val="131315"/>
                </a:solidFill>
                <a:latin typeface="+mn-lt"/>
                <a:cs typeface="Times New Roman"/>
              </a:rPr>
              <a:t> </a:t>
            </a:r>
            <a:r>
              <a:rPr sz="3000" spc="-10" dirty="0">
                <a:solidFill>
                  <a:srgbClr val="262628"/>
                </a:solidFill>
                <a:latin typeface="+mn-lt"/>
                <a:cs typeface="Times New Roman"/>
              </a:rPr>
              <a:t>signed </a:t>
            </a:r>
            <a:r>
              <a:rPr sz="3000" dirty="0">
                <a:solidFill>
                  <a:srgbClr val="131315"/>
                </a:solidFill>
                <a:latin typeface="+mn-lt"/>
                <a:cs typeface="Times New Roman"/>
              </a:rPr>
              <a:t>attestation</a:t>
            </a:r>
            <a:r>
              <a:rPr sz="3000" spc="215" dirty="0">
                <a:solidFill>
                  <a:srgbClr val="131315"/>
                </a:solidFill>
                <a:latin typeface="+mn-lt"/>
                <a:cs typeface="Times New Roman"/>
              </a:rPr>
              <a:t> </a:t>
            </a:r>
            <a:r>
              <a:rPr sz="3000" spc="-10" dirty="0">
                <a:solidFill>
                  <a:srgbClr val="131315"/>
                </a:solidFill>
                <a:latin typeface="+mn-lt"/>
                <a:cs typeface="Times New Roman"/>
              </a:rPr>
              <a:t>confirming </a:t>
            </a:r>
            <a:r>
              <a:rPr sz="3000" dirty="0">
                <a:solidFill>
                  <a:srgbClr val="131315"/>
                </a:solidFill>
                <a:latin typeface="+mn-lt"/>
                <a:cs typeface="Times New Roman"/>
              </a:rPr>
              <a:t>requests</a:t>
            </a:r>
            <a:r>
              <a:rPr sz="3000" spc="-20" dirty="0">
                <a:solidFill>
                  <a:srgbClr val="131315"/>
                </a:solidFill>
                <a:latin typeface="+mn-lt"/>
                <a:cs typeface="Times New Roman"/>
              </a:rPr>
              <a:t> </a:t>
            </a:r>
            <a:r>
              <a:rPr sz="3000" dirty="0">
                <a:solidFill>
                  <a:srgbClr val="131315"/>
                </a:solidFill>
                <a:latin typeface="+mn-lt"/>
                <a:cs typeface="Times New Roman"/>
              </a:rPr>
              <a:t>are</a:t>
            </a:r>
            <a:r>
              <a:rPr sz="3000" spc="-5" dirty="0">
                <a:solidFill>
                  <a:srgbClr val="131315"/>
                </a:solidFill>
                <a:latin typeface="+mn-lt"/>
                <a:cs typeface="Times New Roman"/>
              </a:rPr>
              <a:t> </a:t>
            </a:r>
            <a:r>
              <a:rPr sz="3000" spc="-295" dirty="0">
                <a:solidFill>
                  <a:srgbClr val="262628"/>
                </a:solidFill>
                <a:latin typeface="+mn-lt"/>
                <a:cs typeface="Times New Roman"/>
              </a:rPr>
              <a:t>NOT</a:t>
            </a:r>
            <a:r>
              <a:rPr sz="3000" spc="-175" dirty="0">
                <a:solidFill>
                  <a:srgbClr val="262628"/>
                </a:solidFill>
                <a:latin typeface="+mn-lt"/>
                <a:cs typeface="Times New Roman"/>
              </a:rPr>
              <a:t> </a:t>
            </a:r>
            <a:r>
              <a:rPr sz="3000" spc="-25" dirty="0">
                <a:solidFill>
                  <a:srgbClr val="131315"/>
                </a:solidFill>
                <a:latin typeface="+mn-lt"/>
                <a:cs typeface="Times New Roman"/>
              </a:rPr>
              <a:t>for </a:t>
            </a:r>
            <a:r>
              <a:rPr sz="3000" spc="-20" dirty="0">
                <a:solidFill>
                  <a:srgbClr val="131315"/>
                </a:solidFill>
                <a:latin typeface="+mn-lt"/>
                <a:cs typeface="Times New Roman"/>
              </a:rPr>
              <a:t>prohibited</a:t>
            </a:r>
            <a:r>
              <a:rPr sz="3000" spc="-35" dirty="0">
                <a:solidFill>
                  <a:srgbClr val="131315"/>
                </a:solidFill>
                <a:latin typeface="+mn-lt"/>
                <a:cs typeface="Times New Roman"/>
              </a:rPr>
              <a:t> </a:t>
            </a:r>
            <a:r>
              <a:rPr sz="3000" spc="-20" dirty="0">
                <a:solidFill>
                  <a:srgbClr val="131315"/>
                </a:solidFill>
                <a:latin typeface="+mn-lt"/>
                <a:cs typeface="Times New Roman"/>
              </a:rPr>
              <a:t>purposes</a:t>
            </a:r>
            <a:r>
              <a:rPr sz="3000" spc="-170" dirty="0">
                <a:solidFill>
                  <a:srgbClr val="131315"/>
                </a:solidFill>
                <a:latin typeface="+mn-lt"/>
                <a:cs typeface="Times New Roman"/>
              </a:rPr>
              <a:t> </a:t>
            </a:r>
            <a:r>
              <a:rPr sz="3000" spc="-45" dirty="0">
                <a:solidFill>
                  <a:srgbClr val="131315"/>
                </a:solidFill>
                <a:latin typeface="+mn-lt"/>
                <a:cs typeface="Times New Roman"/>
              </a:rPr>
              <a:t>(even </a:t>
            </a:r>
            <a:r>
              <a:rPr sz="3000" spc="-35" dirty="0">
                <a:solidFill>
                  <a:srgbClr val="131315"/>
                </a:solidFill>
                <a:latin typeface="+mn-lt"/>
                <a:cs typeface="Times New Roman"/>
              </a:rPr>
              <a:t>from</a:t>
            </a:r>
            <a:r>
              <a:rPr sz="3000" spc="-125" dirty="0">
                <a:solidFill>
                  <a:srgbClr val="131315"/>
                </a:solidFill>
                <a:latin typeface="+mn-lt"/>
                <a:cs typeface="Times New Roman"/>
              </a:rPr>
              <a:t> </a:t>
            </a:r>
            <a:r>
              <a:rPr sz="3000" spc="-110" dirty="0">
                <a:solidFill>
                  <a:srgbClr val="131315"/>
                </a:solidFill>
                <a:latin typeface="+mn-lt"/>
                <a:cs typeface="Times New Roman"/>
              </a:rPr>
              <a:t>law</a:t>
            </a:r>
            <a:r>
              <a:rPr sz="3000" spc="-185" dirty="0">
                <a:solidFill>
                  <a:srgbClr val="131315"/>
                </a:solidFill>
                <a:latin typeface="+mn-lt"/>
                <a:cs typeface="Times New Roman"/>
              </a:rPr>
              <a:t> </a:t>
            </a:r>
            <a:r>
              <a:rPr sz="3000" spc="-10" dirty="0">
                <a:solidFill>
                  <a:srgbClr val="131315"/>
                </a:solidFill>
                <a:latin typeface="+mn-lt"/>
                <a:cs typeface="Times New Roman"/>
              </a:rPr>
              <a:t>enforcement)</a:t>
            </a:r>
            <a:r>
              <a:rPr sz="3000" spc="-10" dirty="0">
                <a:solidFill>
                  <a:srgbClr val="383838"/>
                </a:solidFill>
                <a:latin typeface="+mn-lt"/>
                <a:cs typeface="Times New Roman"/>
              </a:rPr>
              <a:t>.</a:t>
            </a:r>
            <a:endParaRPr sz="3000" dirty="0">
              <a:latin typeface="+mn-lt"/>
              <a:cs typeface="Times New Roman"/>
            </a:endParaRPr>
          </a:p>
        </p:txBody>
      </p:sp>
      <p:sp>
        <p:nvSpPr>
          <p:cNvPr id="20" name="object 20"/>
          <p:cNvSpPr txBox="1"/>
          <p:nvPr/>
        </p:nvSpPr>
        <p:spPr>
          <a:xfrm>
            <a:off x="7518400" y="5122388"/>
            <a:ext cx="2796540" cy="2610970"/>
          </a:xfrm>
          <a:prstGeom prst="rect">
            <a:avLst/>
          </a:prstGeom>
        </p:spPr>
        <p:txBody>
          <a:bodyPr vert="horz" wrap="square" lIns="0" tIns="220979" rIns="0" bIns="0" rtlCol="0">
            <a:spAutoFit/>
          </a:bodyPr>
          <a:lstStyle/>
          <a:p>
            <a:pPr marL="12700">
              <a:lnSpc>
                <a:spcPct val="100000"/>
              </a:lnSpc>
              <a:spcBef>
                <a:spcPts val="1739"/>
              </a:spcBef>
            </a:pPr>
            <a:r>
              <a:rPr sz="2800" b="1" dirty="0">
                <a:solidFill>
                  <a:srgbClr val="032346"/>
                </a:solidFill>
                <a:latin typeface="Arial"/>
                <a:cs typeface="Arial"/>
              </a:rPr>
              <a:t>NPP</a:t>
            </a:r>
            <a:r>
              <a:rPr sz="2800" b="1" spc="-225" dirty="0">
                <a:solidFill>
                  <a:srgbClr val="032346"/>
                </a:solidFill>
                <a:latin typeface="Arial"/>
                <a:cs typeface="Arial"/>
              </a:rPr>
              <a:t> </a:t>
            </a:r>
            <a:r>
              <a:rPr sz="2800" b="1" spc="70" dirty="0">
                <a:solidFill>
                  <a:srgbClr val="032346"/>
                </a:solidFill>
                <a:latin typeface="Arial"/>
                <a:cs typeface="Arial"/>
              </a:rPr>
              <a:t>Update</a:t>
            </a:r>
            <a:endParaRPr sz="2800" dirty="0">
              <a:latin typeface="Arial"/>
              <a:cs typeface="Arial"/>
            </a:endParaRPr>
          </a:p>
          <a:p>
            <a:pPr marL="20955" marR="5080" indent="12065">
              <a:lnSpc>
                <a:spcPct val="89600"/>
              </a:lnSpc>
              <a:spcBef>
                <a:spcPts val="1989"/>
              </a:spcBef>
            </a:pPr>
            <a:r>
              <a:rPr lang="en-US" sz="3000" spc="-70" dirty="0">
                <a:solidFill>
                  <a:srgbClr val="262628"/>
                </a:solidFill>
                <a:latin typeface="+mn-lt"/>
                <a:cs typeface="Times New Roman"/>
              </a:rPr>
              <a:t>Notice</a:t>
            </a:r>
            <a:r>
              <a:rPr lang="en-US" sz="3000" spc="-120" dirty="0">
                <a:solidFill>
                  <a:srgbClr val="262628"/>
                </a:solidFill>
                <a:latin typeface="+mn-lt"/>
                <a:cs typeface="Times New Roman"/>
              </a:rPr>
              <a:t> </a:t>
            </a:r>
            <a:r>
              <a:rPr lang="en-US" sz="3000" spc="-10" dirty="0">
                <a:solidFill>
                  <a:srgbClr val="131315"/>
                </a:solidFill>
                <a:latin typeface="+mn-lt"/>
                <a:cs typeface="Times New Roman"/>
              </a:rPr>
              <a:t>of</a:t>
            </a:r>
            <a:r>
              <a:rPr lang="en-US" sz="3000" spc="-140" dirty="0">
                <a:solidFill>
                  <a:srgbClr val="131315"/>
                </a:solidFill>
                <a:latin typeface="+mn-lt"/>
                <a:cs typeface="Times New Roman"/>
              </a:rPr>
              <a:t> </a:t>
            </a:r>
            <a:r>
              <a:rPr lang="en-US" sz="3000" spc="-10" dirty="0">
                <a:solidFill>
                  <a:srgbClr val="131315"/>
                </a:solidFill>
                <a:latin typeface="+mn-lt"/>
                <a:cs typeface="Times New Roman"/>
              </a:rPr>
              <a:t>Privacy Practices</a:t>
            </a:r>
            <a:r>
              <a:rPr lang="en-US" sz="3000" spc="-95" dirty="0">
                <a:solidFill>
                  <a:srgbClr val="131315"/>
                </a:solidFill>
                <a:latin typeface="+mn-lt"/>
                <a:cs typeface="Times New Roman"/>
              </a:rPr>
              <a:t> </a:t>
            </a:r>
            <a:r>
              <a:rPr lang="en-US" sz="3000" dirty="0">
                <a:solidFill>
                  <a:srgbClr val="131315"/>
                </a:solidFill>
                <a:latin typeface="+mn-lt"/>
                <a:cs typeface="Times New Roman"/>
              </a:rPr>
              <a:t>must</a:t>
            </a:r>
            <a:r>
              <a:rPr lang="en-US" sz="3000" spc="-165" dirty="0">
                <a:solidFill>
                  <a:srgbClr val="131315"/>
                </a:solidFill>
                <a:latin typeface="+mn-lt"/>
                <a:cs typeface="Times New Roman"/>
              </a:rPr>
              <a:t> </a:t>
            </a:r>
            <a:r>
              <a:rPr lang="en-US" sz="3000" spc="-25" dirty="0">
                <a:solidFill>
                  <a:srgbClr val="131315"/>
                </a:solidFill>
                <a:latin typeface="+mn-lt"/>
                <a:cs typeface="Times New Roman"/>
              </a:rPr>
              <a:t>be </a:t>
            </a:r>
            <a:r>
              <a:rPr lang="en-US" sz="3000" dirty="0">
                <a:solidFill>
                  <a:srgbClr val="131315"/>
                </a:solidFill>
                <a:latin typeface="+mn-lt"/>
                <a:cs typeface="Times New Roman"/>
              </a:rPr>
              <a:t>updated</a:t>
            </a:r>
            <a:r>
              <a:rPr lang="en-US" sz="3000" spc="-40" dirty="0">
                <a:solidFill>
                  <a:srgbClr val="131315"/>
                </a:solidFill>
                <a:latin typeface="+mn-lt"/>
                <a:cs typeface="Times New Roman"/>
              </a:rPr>
              <a:t> </a:t>
            </a:r>
            <a:r>
              <a:rPr lang="en-US" sz="3000" spc="-75" dirty="0">
                <a:solidFill>
                  <a:srgbClr val="131315"/>
                </a:solidFill>
                <a:latin typeface="+mn-lt"/>
                <a:cs typeface="Times New Roman"/>
              </a:rPr>
              <a:t>by</a:t>
            </a:r>
            <a:r>
              <a:rPr lang="en-US" sz="3000" spc="-160" dirty="0">
                <a:solidFill>
                  <a:srgbClr val="131315"/>
                </a:solidFill>
                <a:latin typeface="+mn-lt"/>
                <a:cs typeface="Times New Roman"/>
              </a:rPr>
              <a:t> </a:t>
            </a:r>
            <a:r>
              <a:rPr lang="en-US" sz="3000" spc="-40" dirty="0">
                <a:solidFill>
                  <a:srgbClr val="131315"/>
                </a:solidFill>
                <a:latin typeface="+mn-lt"/>
                <a:cs typeface="Times New Roman"/>
              </a:rPr>
              <a:t>Feb16</a:t>
            </a:r>
            <a:r>
              <a:rPr lang="en-US" sz="3000" spc="-40" dirty="0">
                <a:solidFill>
                  <a:srgbClr val="383838"/>
                </a:solidFill>
                <a:latin typeface="+mn-lt"/>
                <a:cs typeface="Times New Roman"/>
              </a:rPr>
              <a:t>, </a:t>
            </a:r>
            <a:r>
              <a:rPr lang="en-US" sz="2750" spc="-10" dirty="0">
                <a:solidFill>
                  <a:srgbClr val="131315"/>
                </a:solidFill>
                <a:latin typeface="+mn-lt"/>
                <a:cs typeface="Times New Roman"/>
              </a:rPr>
              <a:t>2026.</a:t>
            </a:r>
            <a:endParaRPr sz="2750" dirty="0">
              <a:latin typeface="+mn-lt"/>
              <a:cs typeface="Times New Roman"/>
            </a:endParaRPr>
          </a:p>
        </p:txBody>
      </p:sp>
      <p:sp>
        <p:nvSpPr>
          <p:cNvPr id="21" name="object 21"/>
          <p:cNvSpPr txBox="1"/>
          <p:nvPr/>
        </p:nvSpPr>
        <p:spPr>
          <a:xfrm>
            <a:off x="13004800" y="5119213"/>
            <a:ext cx="3086735" cy="2993126"/>
          </a:xfrm>
          <a:prstGeom prst="rect">
            <a:avLst/>
          </a:prstGeom>
        </p:spPr>
        <p:txBody>
          <a:bodyPr vert="horz" wrap="square" lIns="0" tIns="220979" rIns="0" bIns="0" rtlCol="0">
            <a:spAutoFit/>
          </a:bodyPr>
          <a:lstStyle/>
          <a:p>
            <a:pPr marL="13335">
              <a:lnSpc>
                <a:spcPct val="100000"/>
              </a:lnSpc>
              <a:spcBef>
                <a:spcPts val="1739"/>
              </a:spcBef>
            </a:pPr>
            <a:r>
              <a:rPr sz="2800" b="1" dirty="0">
                <a:solidFill>
                  <a:srgbClr val="032346"/>
                </a:solidFill>
                <a:latin typeface="Arial"/>
                <a:cs typeface="Arial"/>
              </a:rPr>
              <a:t>BAA</a:t>
            </a:r>
            <a:r>
              <a:rPr sz="2800" b="1" spc="-165" dirty="0">
                <a:solidFill>
                  <a:srgbClr val="032346"/>
                </a:solidFill>
                <a:latin typeface="Arial"/>
                <a:cs typeface="Arial"/>
              </a:rPr>
              <a:t> </a:t>
            </a:r>
            <a:r>
              <a:rPr sz="2800" b="1" spc="70" dirty="0">
                <a:solidFill>
                  <a:srgbClr val="032346"/>
                </a:solidFill>
                <a:latin typeface="Arial"/>
                <a:cs typeface="Arial"/>
              </a:rPr>
              <a:t>Updates</a:t>
            </a:r>
            <a:endParaRPr sz="2800" dirty="0">
              <a:latin typeface="Arial"/>
              <a:cs typeface="Arial"/>
            </a:endParaRPr>
          </a:p>
          <a:p>
            <a:pPr marL="25400" marR="5080" indent="-13335">
              <a:lnSpc>
                <a:spcPct val="87500"/>
              </a:lnSpc>
              <a:spcBef>
                <a:spcPts val="2065"/>
              </a:spcBef>
            </a:pPr>
            <a:r>
              <a:rPr sz="3000" spc="-90" dirty="0">
                <a:solidFill>
                  <a:srgbClr val="131315"/>
                </a:solidFill>
                <a:latin typeface="+mn-lt"/>
                <a:cs typeface="Times New Roman"/>
              </a:rPr>
              <a:t>Vendor</a:t>
            </a:r>
            <a:r>
              <a:rPr sz="3000" spc="-85" dirty="0">
                <a:solidFill>
                  <a:srgbClr val="131315"/>
                </a:solidFill>
                <a:latin typeface="+mn-lt"/>
                <a:cs typeface="Times New Roman"/>
              </a:rPr>
              <a:t> </a:t>
            </a:r>
            <a:r>
              <a:rPr sz="3000" spc="-10" dirty="0">
                <a:solidFill>
                  <a:srgbClr val="131315"/>
                </a:solidFill>
                <a:latin typeface="+mn-lt"/>
                <a:cs typeface="Times New Roman"/>
              </a:rPr>
              <a:t>agreements </a:t>
            </a:r>
            <a:r>
              <a:rPr sz="3000" dirty="0">
                <a:solidFill>
                  <a:srgbClr val="131315"/>
                </a:solidFill>
                <a:latin typeface="+mn-lt"/>
                <a:cs typeface="Times New Roman"/>
              </a:rPr>
              <a:t>must</a:t>
            </a:r>
            <a:r>
              <a:rPr sz="3000" spc="-155" dirty="0">
                <a:solidFill>
                  <a:srgbClr val="131315"/>
                </a:solidFill>
                <a:latin typeface="+mn-lt"/>
                <a:cs typeface="Times New Roman"/>
              </a:rPr>
              <a:t> </a:t>
            </a:r>
            <a:r>
              <a:rPr sz="3000" spc="-10" dirty="0">
                <a:solidFill>
                  <a:srgbClr val="131315"/>
                </a:solidFill>
                <a:latin typeface="+mn-lt"/>
                <a:cs typeface="Times New Roman"/>
              </a:rPr>
              <a:t>include reproductive</a:t>
            </a:r>
            <a:r>
              <a:rPr sz="3000" spc="-120" dirty="0">
                <a:solidFill>
                  <a:srgbClr val="131315"/>
                </a:solidFill>
                <a:latin typeface="+mn-lt"/>
                <a:cs typeface="Times New Roman"/>
              </a:rPr>
              <a:t> </a:t>
            </a:r>
            <a:r>
              <a:rPr sz="3000" spc="-10" dirty="0">
                <a:solidFill>
                  <a:srgbClr val="131315"/>
                </a:solidFill>
                <a:latin typeface="+mn-lt"/>
                <a:cs typeface="Times New Roman"/>
              </a:rPr>
              <a:t>health </a:t>
            </a:r>
            <a:r>
              <a:rPr sz="3000" dirty="0">
                <a:solidFill>
                  <a:srgbClr val="131315"/>
                </a:solidFill>
                <a:latin typeface="+mn-lt"/>
                <a:cs typeface="Times New Roman"/>
              </a:rPr>
              <a:t>protection</a:t>
            </a:r>
            <a:r>
              <a:rPr sz="3000" spc="-20" dirty="0">
                <a:solidFill>
                  <a:srgbClr val="131315"/>
                </a:solidFill>
                <a:latin typeface="+mn-lt"/>
                <a:cs typeface="Times New Roman"/>
              </a:rPr>
              <a:t> </a:t>
            </a:r>
            <a:r>
              <a:rPr sz="3000" spc="-70" dirty="0">
                <a:solidFill>
                  <a:srgbClr val="131315"/>
                </a:solidFill>
                <a:latin typeface="+mn-lt"/>
                <a:cs typeface="Times New Roman"/>
              </a:rPr>
              <a:t>language</a:t>
            </a:r>
            <a:r>
              <a:rPr sz="3000" spc="-70" dirty="0">
                <a:solidFill>
                  <a:srgbClr val="131315"/>
                </a:solidFill>
                <a:latin typeface="Times New Roman"/>
                <a:cs typeface="Times New Roman"/>
              </a:rPr>
              <a:t>.</a:t>
            </a:r>
            <a:endParaRPr sz="3000" dirty="0">
              <a:latin typeface="Times New Roman"/>
              <a:cs typeface="Times New Roman"/>
            </a:endParaRPr>
          </a:p>
        </p:txBody>
      </p:sp>
      <p:pic>
        <p:nvPicPr>
          <p:cNvPr id="25" name="Graphic 24" descr="Clipboard outline">
            <a:extLst>
              <a:ext uri="{FF2B5EF4-FFF2-40B4-BE49-F238E27FC236}">
                <a16:creationId xmlns:a16="http://schemas.microsoft.com/office/drawing/2014/main" id="{22393674-0727-9099-02FE-B611208DA1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060" y="5996171"/>
            <a:ext cx="1076805" cy="1076805"/>
          </a:xfrm>
          <a:prstGeom prst="rect">
            <a:avLst/>
          </a:prstGeom>
          <a:effectLst>
            <a:outerShdw blurRad="50800" dist="38100" dir="2700000" algn="tl" rotWithShape="0">
              <a:prstClr val="black">
                <a:alpha val="40000"/>
              </a:prstClr>
            </a:outerShdw>
          </a:effectLst>
        </p:spPr>
      </p:pic>
      <p:pic>
        <p:nvPicPr>
          <p:cNvPr id="27" name="Graphic 26" descr="Daily calendar outline">
            <a:extLst>
              <a:ext uri="{FF2B5EF4-FFF2-40B4-BE49-F238E27FC236}">
                <a16:creationId xmlns:a16="http://schemas.microsoft.com/office/drawing/2014/main" id="{AD1806B6-593E-D2A1-E018-11A3110B19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16097" y="5970672"/>
            <a:ext cx="1102303" cy="1102303"/>
          </a:xfrm>
          <a:prstGeom prst="rect">
            <a:avLst/>
          </a:prstGeom>
          <a:effectLst>
            <a:outerShdw blurRad="50800" dist="38100" dir="2700000" algn="tl" rotWithShape="0">
              <a:prstClr val="black">
                <a:alpha val="40000"/>
              </a:prstClr>
            </a:outerShdw>
          </a:effectLst>
        </p:spPr>
      </p:pic>
      <p:pic>
        <p:nvPicPr>
          <p:cNvPr id="29" name="Graphic 28" descr="Handshake outline">
            <a:extLst>
              <a:ext uri="{FF2B5EF4-FFF2-40B4-BE49-F238E27FC236}">
                <a16:creationId xmlns:a16="http://schemas.microsoft.com/office/drawing/2014/main" id="{C9571E7F-1F50-EE22-72FB-40F42CA85EA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04030" y="5970672"/>
            <a:ext cx="1174874" cy="1174874"/>
          </a:xfrm>
          <a:prstGeom prst="rect">
            <a:avLst/>
          </a:prstGeom>
          <a:effectLst>
            <a:outerShdw blurRad="50800" dist="38100" dir="2700000" algn="tl" rotWithShape="0">
              <a:prstClr val="black">
                <a:alpha val="40000"/>
              </a:prstClr>
            </a:outerShdw>
          </a:effectLst>
        </p:spPr>
      </p:pic>
      <p:sp>
        <p:nvSpPr>
          <p:cNvPr id="2" name="object 17">
            <a:extLst>
              <a:ext uri="{FF2B5EF4-FFF2-40B4-BE49-F238E27FC236}">
                <a16:creationId xmlns:a16="http://schemas.microsoft.com/office/drawing/2014/main" id="{61571859-070F-8B56-445E-6BFAE9946FD6}"/>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FCCB6F91-3A8D-45D3-2B16-F4C4E8B76451}"/>
              </a:ext>
            </a:extLst>
          </p:cNvPr>
          <p:cNvSpPr/>
          <p:nvPr/>
        </p:nvSpPr>
        <p:spPr>
          <a:xfrm>
            <a:off x="1259177" y="7401006"/>
            <a:ext cx="15033813" cy="1930401"/>
          </a:xfrm>
          <a:prstGeom prst="roundRect">
            <a:avLst/>
          </a:prstGeom>
          <a:solidFill>
            <a:schemeClr val="accent2">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bject 10"/>
          <p:cNvSpPr txBox="1"/>
          <p:nvPr/>
        </p:nvSpPr>
        <p:spPr>
          <a:xfrm>
            <a:off x="2039632" y="7482296"/>
            <a:ext cx="14310336" cy="1619674"/>
          </a:xfrm>
          <a:prstGeom prst="rect">
            <a:avLst/>
          </a:prstGeom>
          <a:ln w="38210">
            <a:noFill/>
          </a:ln>
        </p:spPr>
        <p:txBody>
          <a:bodyPr vert="horz" wrap="square" lIns="0" tIns="148590" rIns="0" bIns="0" rtlCol="0">
            <a:spAutoFit/>
          </a:bodyPr>
          <a:lstStyle/>
          <a:p>
            <a:pPr marL="290513">
              <a:lnSpc>
                <a:spcPct val="100000"/>
              </a:lnSpc>
              <a:spcBef>
                <a:spcPts val="1170"/>
              </a:spcBef>
            </a:pPr>
            <a:r>
              <a:rPr sz="3050" b="1" spc="105" dirty="0">
                <a:solidFill>
                  <a:srgbClr val="A3231F"/>
                </a:solidFill>
                <a:latin typeface="Arial"/>
                <a:cs typeface="Arial"/>
              </a:rPr>
              <a:t>Major</a:t>
            </a:r>
            <a:r>
              <a:rPr sz="3050" b="1" spc="-30" dirty="0">
                <a:solidFill>
                  <a:srgbClr val="A3231F"/>
                </a:solidFill>
                <a:latin typeface="Arial"/>
                <a:cs typeface="Arial"/>
              </a:rPr>
              <a:t> </a:t>
            </a:r>
            <a:r>
              <a:rPr sz="3050" b="1" spc="60" dirty="0">
                <a:solidFill>
                  <a:srgbClr val="A3231F"/>
                </a:solidFill>
                <a:latin typeface="Arial"/>
                <a:cs typeface="Arial"/>
              </a:rPr>
              <a:t>Breach</a:t>
            </a:r>
            <a:r>
              <a:rPr sz="3050" b="1" spc="-65" dirty="0">
                <a:solidFill>
                  <a:srgbClr val="A3231F"/>
                </a:solidFill>
                <a:latin typeface="Arial"/>
                <a:cs typeface="Arial"/>
              </a:rPr>
              <a:t> </a:t>
            </a:r>
            <a:r>
              <a:rPr sz="3050" b="1" spc="-20" dirty="0">
                <a:solidFill>
                  <a:srgbClr val="A3231F"/>
                </a:solidFill>
                <a:latin typeface="Arial"/>
                <a:cs typeface="Arial"/>
              </a:rPr>
              <a:t>Rule</a:t>
            </a:r>
            <a:endParaRPr lang="en-US" sz="2750" b="1" spc="-20" dirty="0">
              <a:solidFill>
                <a:srgbClr val="A3231F"/>
              </a:solidFill>
              <a:latin typeface="Times New Roman"/>
              <a:cs typeface="Times New Roman"/>
            </a:endParaRPr>
          </a:p>
          <a:p>
            <a:pPr algn="ctr">
              <a:lnSpc>
                <a:spcPct val="100000"/>
              </a:lnSpc>
              <a:spcBef>
                <a:spcPts val="1170"/>
              </a:spcBef>
            </a:pPr>
            <a:r>
              <a:rPr lang="en-US" sz="2750" spc="-20" dirty="0">
                <a:solidFill>
                  <a:schemeClr val="tx1"/>
                </a:solidFill>
                <a:latin typeface="+mn-lt"/>
                <a:cs typeface="Times New Roman"/>
              </a:rPr>
              <a:t>In Florida, if a breach affects &gt; 500 individuals, we must notify </a:t>
            </a:r>
            <a:r>
              <a:rPr lang="en-US" sz="2750" b="1" spc="-20" dirty="0">
                <a:solidFill>
                  <a:schemeClr val="tx1"/>
                </a:solidFill>
                <a:latin typeface="+mn-lt"/>
                <a:cs typeface="Times New Roman"/>
              </a:rPr>
              <a:t>Florida Department of Legal Affairs </a:t>
            </a:r>
            <a:r>
              <a:rPr lang="en-US" sz="2750" spc="-20" dirty="0">
                <a:solidFill>
                  <a:schemeClr val="tx1"/>
                </a:solidFill>
                <a:latin typeface="+mn-lt"/>
                <a:cs typeface="Times New Roman"/>
              </a:rPr>
              <a:t>AND major media outlets in the area.</a:t>
            </a:r>
            <a:endParaRPr sz="3050" dirty="0">
              <a:solidFill>
                <a:schemeClr val="tx1"/>
              </a:solidFill>
              <a:latin typeface="+mn-lt"/>
              <a:cs typeface="Arial"/>
            </a:endParaRPr>
          </a:p>
        </p:txBody>
      </p:sp>
      <p:sp>
        <p:nvSpPr>
          <p:cNvPr id="13" name="Rectangle: Rounded Corners 12">
            <a:extLst>
              <a:ext uri="{FF2B5EF4-FFF2-40B4-BE49-F238E27FC236}">
                <a16:creationId xmlns:a16="http://schemas.microsoft.com/office/drawing/2014/main" id="{20FD9E90-2EA8-CDD8-D7F7-68F95C824ED0}"/>
              </a:ext>
            </a:extLst>
          </p:cNvPr>
          <p:cNvSpPr/>
          <p:nvPr/>
        </p:nvSpPr>
        <p:spPr>
          <a:xfrm>
            <a:off x="9194800" y="2358723"/>
            <a:ext cx="7098190" cy="475641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9"/>
          <p:cNvSpPr txBox="1"/>
          <p:nvPr/>
        </p:nvSpPr>
        <p:spPr>
          <a:xfrm>
            <a:off x="9005002" y="2259871"/>
            <a:ext cx="7489825" cy="3708066"/>
          </a:xfrm>
          <a:prstGeom prst="rect">
            <a:avLst/>
          </a:prstGeom>
          <a:ln w="38210">
            <a:noFill/>
          </a:ln>
        </p:spPr>
        <p:txBody>
          <a:bodyPr vert="horz" wrap="square" lIns="0" tIns="62865" rIns="0" bIns="0" rtlCol="0">
            <a:spAutoFit/>
          </a:bodyPr>
          <a:lstStyle/>
          <a:p>
            <a:pPr>
              <a:lnSpc>
                <a:spcPct val="100000"/>
              </a:lnSpc>
              <a:spcBef>
                <a:spcPts val="495"/>
              </a:spcBef>
            </a:pPr>
            <a:endParaRPr sz="3650" dirty="0">
              <a:latin typeface="Times New Roman"/>
              <a:cs typeface="Times New Roman"/>
            </a:endParaRPr>
          </a:p>
          <a:p>
            <a:pPr algn="ctr">
              <a:lnSpc>
                <a:spcPct val="100000"/>
              </a:lnSpc>
            </a:pPr>
            <a:r>
              <a:rPr sz="3650" b="1" spc="45" dirty="0">
                <a:solidFill>
                  <a:srgbClr val="031D41"/>
                </a:solidFill>
                <a:latin typeface="Arial"/>
                <a:cs typeface="Arial"/>
              </a:rPr>
              <a:t>Florida</a:t>
            </a:r>
            <a:r>
              <a:rPr sz="3650" b="1" spc="10" dirty="0">
                <a:solidFill>
                  <a:srgbClr val="031D41"/>
                </a:solidFill>
                <a:latin typeface="Arial"/>
                <a:cs typeface="Arial"/>
              </a:rPr>
              <a:t> </a:t>
            </a:r>
            <a:r>
              <a:rPr sz="3650" b="1" spc="135" dirty="0">
                <a:solidFill>
                  <a:srgbClr val="031D41"/>
                </a:solidFill>
                <a:latin typeface="Arial"/>
                <a:cs typeface="Arial"/>
              </a:rPr>
              <a:t>Statute</a:t>
            </a:r>
            <a:r>
              <a:rPr sz="3650" b="1" spc="5" dirty="0">
                <a:solidFill>
                  <a:srgbClr val="031D41"/>
                </a:solidFill>
                <a:latin typeface="Arial"/>
                <a:cs typeface="Arial"/>
              </a:rPr>
              <a:t> </a:t>
            </a:r>
            <a:r>
              <a:rPr sz="3650" b="1" spc="300" dirty="0">
                <a:solidFill>
                  <a:srgbClr val="031D41"/>
                </a:solidFill>
                <a:latin typeface="Arial"/>
                <a:cs typeface="Arial"/>
              </a:rPr>
              <a:t>466.057</a:t>
            </a:r>
            <a:endParaRPr sz="3650" dirty="0">
              <a:latin typeface="Arial"/>
              <a:cs typeface="Arial"/>
            </a:endParaRPr>
          </a:p>
          <a:p>
            <a:pPr>
              <a:lnSpc>
                <a:spcPct val="100000"/>
              </a:lnSpc>
              <a:spcBef>
                <a:spcPts val="765"/>
              </a:spcBef>
            </a:pPr>
            <a:endParaRPr lang="en-US" sz="3650" dirty="0">
              <a:latin typeface="Arial"/>
              <a:cs typeface="Arial"/>
            </a:endParaRPr>
          </a:p>
          <a:p>
            <a:pPr>
              <a:lnSpc>
                <a:spcPct val="100000"/>
              </a:lnSpc>
              <a:spcBef>
                <a:spcPts val="765"/>
              </a:spcBef>
            </a:pPr>
            <a:endParaRPr sz="3650" dirty="0">
              <a:latin typeface="Arial"/>
              <a:cs typeface="Arial"/>
            </a:endParaRPr>
          </a:p>
          <a:p>
            <a:pPr marL="556895" marR="524510" indent="-15240" algn="just">
              <a:lnSpc>
                <a:spcPts val="3120"/>
              </a:lnSpc>
              <a:spcBef>
                <a:spcPts val="5"/>
              </a:spcBef>
            </a:pPr>
            <a:r>
              <a:rPr sz="2750" b="1" dirty="0">
                <a:solidFill>
                  <a:srgbClr val="0C0E0F"/>
                </a:solidFill>
                <a:latin typeface="+mn-lt"/>
                <a:cs typeface="Times New Roman"/>
              </a:rPr>
              <a:t>Strict</a:t>
            </a:r>
            <a:r>
              <a:rPr sz="2750" b="1" spc="15" dirty="0">
                <a:solidFill>
                  <a:srgbClr val="0C0E0F"/>
                </a:solidFill>
                <a:latin typeface="+mn-lt"/>
                <a:cs typeface="Times New Roman"/>
              </a:rPr>
              <a:t> </a:t>
            </a:r>
            <a:r>
              <a:rPr sz="2750" b="1" spc="-20" dirty="0">
                <a:solidFill>
                  <a:srgbClr val="0C0E0F"/>
                </a:solidFill>
                <a:latin typeface="+mn-lt"/>
                <a:cs typeface="Times New Roman"/>
              </a:rPr>
              <a:t>confidentiality.</a:t>
            </a:r>
            <a:r>
              <a:rPr sz="2750" b="1" spc="-55" dirty="0">
                <a:solidFill>
                  <a:srgbClr val="0C0E0F"/>
                </a:solidFill>
                <a:latin typeface="+mn-lt"/>
                <a:cs typeface="Times New Roman"/>
              </a:rPr>
              <a:t> </a:t>
            </a:r>
            <a:r>
              <a:rPr sz="2750" dirty="0">
                <a:solidFill>
                  <a:srgbClr val="1F2121"/>
                </a:solidFill>
                <a:latin typeface="+mn-lt"/>
                <a:cs typeface="Times New Roman"/>
              </a:rPr>
              <a:t>Ownership</a:t>
            </a:r>
            <a:r>
              <a:rPr sz="2750" spc="10" dirty="0">
                <a:solidFill>
                  <a:srgbClr val="1F2121"/>
                </a:solidFill>
                <a:latin typeface="+mn-lt"/>
                <a:cs typeface="Times New Roman"/>
              </a:rPr>
              <a:t> </a:t>
            </a:r>
            <a:r>
              <a:rPr sz="2750" dirty="0">
                <a:solidFill>
                  <a:srgbClr val="1F2121"/>
                </a:solidFill>
                <a:latin typeface="+mn-lt"/>
                <a:cs typeface="Times New Roman"/>
              </a:rPr>
              <a:t>of</a:t>
            </a:r>
            <a:r>
              <a:rPr sz="2750" spc="145" dirty="0">
                <a:solidFill>
                  <a:srgbClr val="1F2121"/>
                </a:solidFill>
                <a:latin typeface="+mn-lt"/>
                <a:cs typeface="Times New Roman"/>
              </a:rPr>
              <a:t> </a:t>
            </a:r>
            <a:r>
              <a:rPr sz="2750" spc="40" dirty="0">
                <a:solidFill>
                  <a:srgbClr val="1F2121"/>
                </a:solidFill>
                <a:latin typeface="+mn-lt"/>
                <a:cs typeface="Times New Roman"/>
              </a:rPr>
              <a:t>records </a:t>
            </a:r>
            <a:r>
              <a:rPr sz="2750" dirty="0">
                <a:solidFill>
                  <a:srgbClr val="0C0E0F"/>
                </a:solidFill>
                <a:latin typeface="+mn-lt"/>
                <a:cs typeface="Times New Roman"/>
              </a:rPr>
              <a:t>belongs</a:t>
            </a:r>
            <a:r>
              <a:rPr sz="2750" spc="-20" dirty="0">
                <a:solidFill>
                  <a:srgbClr val="0C0E0F"/>
                </a:solidFill>
                <a:latin typeface="+mn-lt"/>
                <a:cs typeface="Times New Roman"/>
              </a:rPr>
              <a:t> </a:t>
            </a:r>
            <a:r>
              <a:rPr sz="2750" dirty="0">
                <a:solidFill>
                  <a:srgbClr val="1F2121"/>
                </a:solidFill>
                <a:latin typeface="+mn-lt"/>
                <a:cs typeface="Times New Roman"/>
              </a:rPr>
              <a:t>to</a:t>
            </a:r>
            <a:r>
              <a:rPr sz="2750" spc="210" dirty="0">
                <a:solidFill>
                  <a:srgbClr val="1F2121"/>
                </a:solidFill>
                <a:latin typeface="+mn-lt"/>
                <a:cs typeface="Times New Roman"/>
              </a:rPr>
              <a:t> </a:t>
            </a:r>
            <a:r>
              <a:rPr sz="2750" dirty="0">
                <a:solidFill>
                  <a:srgbClr val="1F2121"/>
                </a:solidFill>
                <a:latin typeface="+mn-lt"/>
                <a:cs typeface="Times New Roman"/>
              </a:rPr>
              <a:t>the</a:t>
            </a:r>
            <a:r>
              <a:rPr sz="2750" spc="335" dirty="0">
                <a:solidFill>
                  <a:srgbClr val="1F2121"/>
                </a:solidFill>
                <a:latin typeface="+mn-lt"/>
                <a:cs typeface="Times New Roman"/>
              </a:rPr>
              <a:t> </a:t>
            </a:r>
            <a:r>
              <a:rPr sz="2750" dirty="0">
                <a:solidFill>
                  <a:srgbClr val="1F2121"/>
                </a:solidFill>
                <a:latin typeface="+mn-lt"/>
                <a:cs typeface="Times New Roman"/>
              </a:rPr>
              <a:t>provider;</a:t>
            </a:r>
            <a:r>
              <a:rPr sz="2750" spc="-15" dirty="0">
                <a:solidFill>
                  <a:srgbClr val="1F2121"/>
                </a:solidFill>
                <a:latin typeface="+mn-lt"/>
                <a:cs typeface="Times New Roman"/>
              </a:rPr>
              <a:t> </a:t>
            </a:r>
            <a:r>
              <a:rPr sz="2750" spc="65" dirty="0">
                <a:solidFill>
                  <a:srgbClr val="1F2121"/>
                </a:solidFill>
                <a:latin typeface="+mn-lt"/>
                <a:cs typeface="Times New Roman"/>
              </a:rPr>
              <a:t>access</a:t>
            </a:r>
            <a:r>
              <a:rPr sz="2750" spc="-85" dirty="0">
                <a:solidFill>
                  <a:srgbClr val="1F2121"/>
                </a:solidFill>
                <a:latin typeface="+mn-lt"/>
                <a:cs typeface="Times New Roman"/>
              </a:rPr>
              <a:t> </a:t>
            </a:r>
            <a:r>
              <a:rPr sz="2750" dirty="0">
                <a:solidFill>
                  <a:srgbClr val="1F2121"/>
                </a:solidFill>
                <a:latin typeface="+mn-lt"/>
                <a:cs typeface="Times New Roman"/>
              </a:rPr>
              <a:t>rights</a:t>
            </a:r>
            <a:r>
              <a:rPr sz="2750" spc="-35" dirty="0">
                <a:solidFill>
                  <a:srgbClr val="1F2121"/>
                </a:solidFill>
                <a:latin typeface="+mn-lt"/>
                <a:cs typeface="Times New Roman"/>
              </a:rPr>
              <a:t> </a:t>
            </a:r>
            <a:r>
              <a:rPr sz="2750" spc="-10" dirty="0">
                <a:solidFill>
                  <a:srgbClr val="0C0E0F"/>
                </a:solidFill>
                <a:latin typeface="+mn-lt"/>
                <a:cs typeface="Times New Roman"/>
              </a:rPr>
              <a:t>belong </a:t>
            </a:r>
            <a:r>
              <a:rPr sz="2750" dirty="0">
                <a:solidFill>
                  <a:srgbClr val="0C0E0F"/>
                </a:solidFill>
                <a:latin typeface="+mn-lt"/>
                <a:cs typeface="Times New Roman"/>
              </a:rPr>
              <a:t>to</a:t>
            </a:r>
            <a:r>
              <a:rPr sz="2750" spc="150" dirty="0">
                <a:solidFill>
                  <a:srgbClr val="0C0E0F"/>
                </a:solidFill>
                <a:latin typeface="+mn-lt"/>
                <a:cs typeface="Times New Roman"/>
              </a:rPr>
              <a:t> </a:t>
            </a:r>
            <a:r>
              <a:rPr sz="2750" spc="95" dirty="0">
                <a:solidFill>
                  <a:srgbClr val="1F2121"/>
                </a:solidFill>
                <a:latin typeface="+mn-lt"/>
                <a:cs typeface="Times New Roman"/>
              </a:rPr>
              <a:t>the</a:t>
            </a:r>
            <a:r>
              <a:rPr sz="2750" spc="25" dirty="0">
                <a:solidFill>
                  <a:srgbClr val="1F2121"/>
                </a:solidFill>
                <a:latin typeface="+mn-lt"/>
                <a:cs typeface="Times New Roman"/>
              </a:rPr>
              <a:t> </a:t>
            </a:r>
            <a:r>
              <a:rPr sz="2750" spc="40" dirty="0">
                <a:solidFill>
                  <a:srgbClr val="1F2121"/>
                </a:solidFill>
                <a:latin typeface="+mn-lt"/>
                <a:cs typeface="Times New Roman"/>
              </a:rPr>
              <a:t>patient.</a:t>
            </a:r>
            <a:endParaRPr sz="2750" dirty="0">
              <a:latin typeface="+mn-lt"/>
              <a:cs typeface="Times New Roman"/>
            </a:endParaRPr>
          </a:p>
        </p:txBody>
      </p:sp>
      <p:sp>
        <p:nvSpPr>
          <p:cNvPr id="12" name="Rectangle: Rounded Corners 11">
            <a:extLst>
              <a:ext uri="{FF2B5EF4-FFF2-40B4-BE49-F238E27FC236}">
                <a16:creationId xmlns:a16="http://schemas.microsoft.com/office/drawing/2014/main" id="{BEC27D7C-FE9D-A363-1747-BCA9039D08DC}"/>
              </a:ext>
            </a:extLst>
          </p:cNvPr>
          <p:cNvSpPr/>
          <p:nvPr/>
        </p:nvSpPr>
        <p:spPr>
          <a:xfrm>
            <a:off x="1182210" y="2362200"/>
            <a:ext cx="7098190" cy="475641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8"/>
          <p:cNvSpPr txBox="1"/>
          <p:nvPr/>
        </p:nvSpPr>
        <p:spPr>
          <a:xfrm>
            <a:off x="993479" y="2259871"/>
            <a:ext cx="7489825" cy="4598054"/>
          </a:xfrm>
          <a:prstGeom prst="rect">
            <a:avLst/>
          </a:prstGeom>
          <a:ln w="38210">
            <a:noFill/>
          </a:ln>
        </p:spPr>
        <p:txBody>
          <a:bodyPr vert="horz" wrap="square" lIns="0" tIns="400685" rIns="0" bIns="0" rtlCol="0">
            <a:spAutoFit/>
          </a:bodyPr>
          <a:lstStyle/>
          <a:p>
            <a:pPr marL="831850" marR="897255" algn="ctr">
              <a:lnSpc>
                <a:spcPts val="4220"/>
              </a:lnSpc>
              <a:spcBef>
                <a:spcPts val="3155"/>
              </a:spcBef>
            </a:pPr>
            <a:r>
              <a:rPr sz="3650" b="1" dirty="0">
                <a:solidFill>
                  <a:srgbClr val="031D41"/>
                </a:solidFill>
                <a:latin typeface="Arial"/>
                <a:cs typeface="Arial"/>
              </a:rPr>
              <a:t>FIPA</a:t>
            </a:r>
            <a:r>
              <a:rPr sz="3650" b="1" spc="-10" dirty="0">
                <a:solidFill>
                  <a:srgbClr val="031D41"/>
                </a:solidFill>
                <a:latin typeface="Arial"/>
                <a:cs typeface="Arial"/>
              </a:rPr>
              <a:t> </a:t>
            </a:r>
            <a:r>
              <a:rPr sz="3650" b="1" spc="45" dirty="0">
                <a:solidFill>
                  <a:srgbClr val="031D41"/>
                </a:solidFill>
                <a:latin typeface="Arial"/>
                <a:cs typeface="Arial"/>
              </a:rPr>
              <a:t>(Florida</a:t>
            </a:r>
            <a:r>
              <a:rPr sz="3650" b="1" dirty="0">
                <a:solidFill>
                  <a:srgbClr val="031D41"/>
                </a:solidFill>
                <a:latin typeface="Arial"/>
                <a:cs typeface="Arial"/>
              </a:rPr>
              <a:t> </a:t>
            </a:r>
            <a:r>
              <a:rPr sz="3650" b="1" spc="75" dirty="0">
                <a:solidFill>
                  <a:srgbClr val="031D41"/>
                </a:solidFill>
                <a:latin typeface="Arial"/>
                <a:cs typeface="Arial"/>
              </a:rPr>
              <a:t>Information </a:t>
            </a:r>
            <a:r>
              <a:rPr sz="3650" b="1" spc="100" dirty="0">
                <a:solidFill>
                  <a:srgbClr val="031D41"/>
                </a:solidFill>
                <a:latin typeface="Arial"/>
                <a:cs typeface="Arial"/>
              </a:rPr>
              <a:t>Protection</a:t>
            </a:r>
            <a:r>
              <a:rPr sz="3650" b="1" spc="85" dirty="0">
                <a:solidFill>
                  <a:srgbClr val="031D41"/>
                </a:solidFill>
                <a:latin typeface="Arial"/>
                <a:cs typeface="Arial"/>
              </a:rPr>
              <a:t> </a:t>
            </a:r>
            <a:r>
              <a:rPr sz="3650" b="1" spc="100" dirty="0">
                <a:solidFill>
                  <a:srgbClr val="031D41"/>
                </a:solidFill>
                <a:latin typeface="Arial"/>
                <a:cs typeface="Arial"/>
              </a:rPr>
              <a:t>Act)</a:t>
            </a:r>
            <a:endParaRPr sz="3650" dirty="0">
              <a:latin typeface="Arial"/>
              <a:cs typeface="Arial"/>
            </a:endParaRPr>
          </a:p>
          <a:p>
            <a:pPr marL="730885" marR="593725" indent="-279400">
              <a:lnSpc>
                <a:spcPts val="3120"/>
              </a:lnSpc>
              <a:spcBef>
                <a:spcPts val="2505"/>
              </a:spcBef>
              <a:buFont typeface="Times New Roman"/>
              <a:buChar char="•"/>
              <a:tabLst>
                <a:tab pos="742950" algn="l"/>
              </a:tabLst>
            </a:pPr>
            <a:endParaRPr lang="en-US" sz="2750" b="1" spc="-105" dirty="0">
              <a:solidFill>
                <a:srgbClr val="0C0E0F"/>
              </a:solidFill>
              <a:latin typeface="Times New Roman"/>
              <a:cs typeface="Times New Roman"/>
            </a:endParaRPr>
          </a:p>
          <a:p>
            <a:pPr marL="730885" marR="593725" indent="-279400">
              <a:lnSpc>
                <a:spcPts val="3120"/>
              </a:lnSpc>
              <a:spcBef>
                <a:spcPts val="2505"/>
              </a:spcBef>
              <a:buFont typeface="Times New Roman"/>
              <a:buChar char="•"/>
              <a:tabLst>
                <a:tab pos="742950" algn="l"/>
              </a:tabLst>
            </a:pPr>
            <a:r>
              <a:rPr sz="2750" b="1" spc="-105" dirty="0">
                <a:solidFill>
                  <a:srgbClr val="0C0E0F"/>
                </a:solidFill>
                <a:latin typeface="+mn-lt"/>
                <a:cs typeface="Times New Roman"/>
              </a:rPr>
              <a:t>Broader</a:t>
            </a:r>
            <a:r>
              <a:rPr sz="2750" b="1" spc="20" dirty="0">
                <a:solidFill>
                  <a:srgbClr val="0C0E0F"/>
                </a:solidFill>
                <a:latin typeface="+mn-lt"/>
                <a:cs typeface="Times New Roman"/>
              </a:rPr>
              <a:t> </a:t>
            </a:r>
            <a:r>
              <a:rPr sz="2750" b="1" spc="-40" dirty="0">
                <a:solidFill>
                  <a:srgbClr val="0C0E0F"/>
                </a:solidFill>
                <a:latin typeface="+mn-lt"/>
                <a:cs typeface="Times New Roman"/>
              </a:rPr>
              <a:t>Scope:</a:t>
            </a:r>
            <a:r>
              <a:rPr sz="2750" b="1" spc="-85" dirty="0">
                <a:solidFill>
                  <a:srgbClr val="0C0E0F"/>
                </a:solidFill>
                <a:latin typeface="+mn-lt"/>
                <a:cs typeface="Times New Roman"/>
              </a:rPr>
              <a:t> </a:t>
            </a:r>
            <a:r>
              <a:rPr sz="2750" dirty="0">
                <a:solidFill>
                  <a:srgbClr val="0C0E0F"/>
                </a:solidFill>
                <a:latin typeface="+mn-lt"/>
                <a:cs typeface="Times New Roman"/>
              </a:rPr>
              <a:t>Personal</a:t>
            </a:r>
            <a:r>
              <a:rPr sz="2750" spc="10" dirty="0">
                <a:solidFill>
                  <a:srgbClr val="0C0E0F"/>
                </a:solidFill>
                <a:latin typeface="+mn-lt"/>
                <a:cs typeface="Times New Roman"/>
              </a:rPr>
              <a:t> </a:t>
            </a:r>
            <a:r>
              <a:rPr sz="2750" dirty="0">
                <a:solidFill>
                  <a:srgbClr val="1F2121"/>
                </a:solidFill>
                <a:latin typeface="+mn-lt"/>
                <a:cs typeface="Times New Roman"/>
              </a:rPr>
              <a:t>info</a:t>
            </a:r>
            <a:r>
              <a:rPr sz="2750" spc="-105" dirty="0">
                <a:solidFill>
                  <a:srgbClr val="1F2121"/>
                </a:solidFill>
                <a:latin typeface="+mn-lt"/>
                <a:cs typeface="Times New Roman"/>
              </a:rPr>
              <a:t> </a:t>
            </a:r>
            <a:r>
              <a:rPr sz="2750" dirty="0">
                <a:solidFill>
                  <a:srgbClr val="1F2121"/>
                </a:solidFill>
                <a:latin typeface="+mn-lt"/>
                <a:cs typeface="Times New Roman"/>
              </a:rPr>
              <a:t>includes</a:t>
            </a:r>
            <a:r>
              <a:rPr sz="2750" spc="130" dirty="0">
                <a:solidFill>
                  <a:srgbClr val="1F2121"/>
                </a:solidFill>
                <a:latin typeface="+mn-lt"/>
                <a:cs typeface="Times New Roman"/>
              </a:rPr>
              <a:t> </a:t>
            </a:r>
            <a:r>
              <a:rPr sz="2750" spc="-20" dirty="0">
                <a:solidFill>
                  <a:srgbClr val="1F2121"/>
                </a:solidFill>
                <a:latin typeface="+mn-lt"/>
                <a:cs typeface="Times New Roman"/>
              </a:rPr>
              <a:t>User 	</a:t>
            </a:r>
            <a:r>
              <a:rPr sz="2750" dirty="0">
                <a:solidFill>
                  <a:srgbClr val="1F2121"/>
                </a:solidFill>
                <a:latin typeface="+mn-lt"/>
                <a:cs typeface="Times New Roman"/>
              </a:rPr>
              <a:t>Name/Email</a:t>
            </a:r>
            <a:r>
              <a:rPr sz="2750" spc="229" dirty="0">
                <a:solidFill>
                  <a:srgbClr val="1F2121"/>
                </a:solidFill>
                <a:latin typeface="+mn-lt"/>
                <a:cs typeface="Times New Roman"/>
              </a:rPr>
              <a:t> </a:t>
            </a:r>
            <a:r>
              <a:rPr sz="2300" dirty="0">
                <a:solidFill>
                  <a:srgbClr val="1F2121"/>
                </a:solidFill>
                <a:latin typeface="+mn-lt"/>
                <a:cs typeface="Times New Roman"/>
              </a:rPr>
              <a:t>+</a:t>
            </a:r>
            <a:r>
              <a:rPr sz="2300" spc="45" dirty="0">
                <a:solidFill>
                  <a:srgbClr val="1F2121"/>
                </a:solidFill>
                <a:latin typeface="+mn-lt"/>
                <a:cs typeface="Times New Roman"/>
              </a:rPr>
              <a:t> </a:t>
            </a:r>
            <a:r>
              <a:rPr sz="2750" spc="70" dirty="0">
                <a:solidFill>
                  <a:srgbClr val="0C0E0F"/>
                </a:solidFill>
                <a:latin typeface="+mn-lt"/>
                <a:cs typeface="Times New Roman"/>
              </a:rPr>
              <a:t>Password/Security</a:t>
            </a:r>
            <a:r>
              <a:rPr sz="2750" spc="-265" dirty="0">
                <a:solidFill>
                  <a:srgbClr val="0C0E0F"/>
                </a:solidFill>
                <a:latin typeface="+mn-lt"/>
                <a:cs typeface="Times New Roman"/>
              </a:rPr>
              <a:t> </a:t>
            </a:r>
            <a:r>
              <a:rPr sz="2750" spc="-10" dirty="0">
                <a:solidFill>
                  <a:srgbClr val="1F2121"/>
                </a:solidFill>
                <a:latin typeface="+mn-lt"/>
                <a:cs typeface="Times New Roman"/>
              </a:rPr>
              <a:t>Answer.</a:t>
            </a:r>
            <a:endParaRPr sz="2750" dirty="0">
              <a:latin typeface="+mn-lt"/>
              <a:cs typeface="Times New Roman"/>
            </a:endParaRPr>
          </a:p>
          <a:p>
            <a:pPr marL="720090" marR="489584" indent="-268605">
              <a:lnSpc>
                <a:spcPts val="3120"/>
              </a:lnSpc>
              <a:spcBef>
                <a:spcPts val="695"/>
              </a:spcBef>
              <a:buFont typeface="Times New Roman"/>
              <a:buChar char="•"/>
              <a:tabLst>
                <a:tab pos="731520" algn="l"/>
              </a:tabLst>
            </a:pPr>
            <a:r>
              <a:rPr sz="2750" b="1" dirty="0">
                <a:solidFill>
                  <a:srgbClr val="0C0E0F"/>
                </a:solidFill>
                <a:latin typeface="+mn-lt"/>
                <a:cs typeface="Times New Roman"/>
              </a:rPr>
              <a:t>Stricter</a:t>
            </a:r>
            <a:r>
              <a:rPr sz="2750" b="1" spc="-160" dirty="0">
                <a:solidFill>
                  <a:srgbClr val="0C0E0F"/>
                </a:solidFill>
                <a:latin typeface="+mn-lt"/>
                <a:cs typeface="Times New Roman"/>
              </a:rPr>
              <a:t> </a:t>
            </a:r>
            <a:r>
              <a:rPr sz="2750" b="1" spc="-35" dirty="0">
                <a:solidFill>
                  <a:srgbClr val="0C0E0F"/>
                </a:solidFill>
                <a:latin typeface="+mn-lt"/>
                <a:cs typeface="Times New Roman"/>
              </a:rPr>
              <a:t>Notification:</a:t>
            </a:r>
            <a:r>
              <a:rPr sz="2750" b="1" dirty="0">
                <a:solidFill>
                  <a:srgbClr val="0C0E0F"/>
                </a:solidFill>
                <a:latin typeface="+mn-lt"/>
                <a:cs typeface="Times New Roman"/>
              </a:rPr>
              <a:t> </a:t>
            </a:r>
            <a:r>
              <a:rPr sz="2750" spc="-260" dirty="0">
                <a:solidFill>
                  <a:srgbClr val="1F2121"/>
                </a:solidFill>
                <a:latin typeface="+mn-lt"/>
                <a:cs typeface="Times New Roman"/>
              </a:rPr>
              <a:t>HIPAA</a:t>
            </a:r>
            <a:r>
              <a:rPr sz="2750" spc="-185" dirty="0">
                <a:solidFill>
                  <a:srgbClr val="1F2121"/>
                </a:solidFill>
                <a:latin typeface="+mn-lt"/>
                <a:cs typeface="Times New Roman"/>
              </a:rPr>
              <a:t> </a:t>
            </a:r>
            <a:r>
              <a:rPr sz="2750" spc="-10" dirty="0">
                <a:solidFill>
                  <a:srgbClr val="0C0E0F"/>
                </a:solidFill>
                <a:latin typeface="+mn-lt"/>
                <a:cs typeface="Times New Roman"/>
              </a:rPr>
              <a:t>allows</a:t>
            </a:r>
            <a:r>
              <a:rPr sz="2750" spc="-114" dirty="0">
                <a:solidFill>
                  <a:srgbClr val="0C0E0F"/>
                </a:solidFill>
                <a:latin typeface="+mn-lt"/>
                <a:cs typeface="Times New Roman"/>
              </a:rPr>
              <a:t> </a:t>
            </a:r>
            <a:r>
              <a:rPr sz="2750" spc="120" dirty="0">
                <a:solidFill>
                  <a:srgbClr val="1F2121"/>
                </a:solidFill>
                <a:latin typeface="+mn-lt"/>
                <a:cs typeface="Times New Roman"/>
              </a:rPr>
              <a:t>60</a:t>
            </a:r>
            <a:r>
              <a:rPr sz="2750" spc="-170" dirty="0">
                <a:solidFill>
                  <a:srgbClr val="1F2121"/>
                </a:solidFill>
                <a:latin typeface="+mn-lt"/>
                <a:cs typeface="Times New Roman"/>
              </a:rPr>
              <a:t> </a:t>
            </a:r>
            <a:r>
              <a:rPr sz="2750" spc="-10" dirty="0">
                <a:solidFill>
                  <a:srgbClr val="0C0E0F"/>
                </a:solidFill>
                <a:latin typeface="+mn-lt"/>
                <a:cs typeface="Times New Roman"/>
              </a:rPr>
              <a:t>days. 	</a:t>
            </a:r>
            <a:r>
              <a:rPr sz="2750" spc="-10" dirty="0">
                <a:solidFill>
                  <a:srgbClr val="1F2121"/>
                </a:solidFill>
                <a:latin typeface="+mn-lt"/>
                <a:cs typeface="Times New Roman"/>
              </a:rPr>
              <a:t>Florida</a:t>
            </a:r>
            <a:r>
              <a:rPr sz="2750" spc="110" dirty="0">
                <a:solidFill>
                  <a:srgbClr val="1F2121"/>
                </a:solidFill>
                <a:latin typeface="+mn-lt"/>
                <a:cs typeface="Times New Roman"/>
              </a:rPr>
              <a:t> </a:t>
            </a:r>
            <a:r>
              <a:rPr sz="2750" dirty="0">
                <a:solidFill>
                  <a:srgbClr val="0C0E0F"/>
                </a:solidFill>
                <a:latin typeface="+mn-lt"/>
                <a:cs typeface="Times New Roman"/>
              </a:rPr>
              <a:t>requires</a:t>
            </a:r>
            <a:r>
              <a:rPr sz="2750" spc="85" dirty="0">
                <a:solidFill>
                  <a:srgbClr val="0C0E0F"/>
                </a:solidFill>
                <a:latin typeface="+mn-lt"/>
                <a:cs typeface="Times New Roman"/>
              </a:rPr>
              <a:t> </a:t>
            </a:r>
            <a:r>
              <a:rPr sz="2750" dirty="0">
                <a:solidFill>
                  <a:srgbClr val="0C0E0F"/>
                </a:solidFill>
                <a:latin typeface="+mn-lt"/>
                <a:cs typeface="Times New Roman"/>
              </a:rPr>
              <a:t>notification</a:t>
            </a:r>
            <a:r>
              <a:rPr sz="2750" spc="120" dirty="0">
                <a:solidFill>
                  <a:srgbClr val="0C0E0F"/>
                </a:solidFill>
                <a:latin typeface="+mn-lt"/>
                <a:cs typeface="Times New Roman"/>
              </a:rPr>
              <a:t> </a:t>
            </a:r>
            <a:r>
              <a:rPr sz="2750" dirty="0">
                <a:solidFill>
                  <a:srgbClr val="1F2121"/>
                </a:solidFill>
                <a:latin typeface="+mn-lt"/>
                <a:cs typeface="Times New Roman"/>
              </a:rPr>
              <a:t>to</a:t>
            </a:r>
            <a:r>
              <a:rPr sz="2750" spc="160" dirty="0">
                <a:solidFill>
                  <a:srgbClr val="1F2121"/>
                </a:solidFill>
                <a:latin typeface="+mn-lt"/>
                <a:cs typeface="Times New Roman"/>
              </a:rPr>
              <a:t> </a:t>
            </a:r>
            <a:r>
              <a:rPr sz="2750" dirty="0">
                <a:solidFill>
                  <a:srgbClr val="1F2121"/>
                </a:solidFill>
                <a:latin typeface="+mn-lt"/>
                <a:cs typeface="Times New Roman"/>
              </a:rPr>
              <a:t>the</a:t>
            </a:r>
            <a:r>
              <a:rPr sz="2750" spc="330" dirty="0">
                <a:solidFill>
                  <a:srgbClr val="1F2121"/>
                </a:solidFill>
                <a:latin typeface="+mn-lt"/>
                <a:cs typeface="Times New Roman"/>
              </a:rPr>
              <a:t> </a:t>
            </a:r>
            <a:r>
              <a:rPr sz="2750" dirty="0">
                <a:solidFill>
                  <a:srgbClr val="1F2121"/>
                </a:solidFill>
                <a:latin typeface="+mn-lt"/>
                <a:cs typeface="Times New Roman"/>
              </a:rPr>
              <a:t>Dept.</a:t>
            </a:r>
            <a:r>
              <a:rPr sz="2750" spc="-175" dirty="0">
                <a:solidFill>
                  <a:srgbClr val="1F2121"/>
                </a:solidFill>
                <a:latin typeface="+mn-lt"/>
                <a:cs typeface="Times New Roman"/>
              </a:rPr>
              <a:t> </a:t>
            </a:r>
            <a:r>
              <a:rPr sz="2750" spc="-25" dirty="0">
                <a:solidFill>
                  <a:srgbClr val="1F2121"/>
                </a:solidFill>
                <a:latin typeface="+mn-lt"/>
                <a:cs typeface="Times New Roman"/>
              </a:rPr>
              <a:t>of 	</a:t>
            </a:r>
            <a:r>
              <a:rPr sz="2750" spc="-90" dirty="0">
                <a:solidFill>
                  <a:srgbClr val="1F2121"/>
                </a:solidFill>
                <a:latin typeface="+mn-lt"/>
                <a:cs typeface="Times New Roman"/>
              </a:rPr>
              <a:t>Legal</a:t>
            </a:r>
            <a:r>
              <a:rPr sz="2750" spc="-10" dirty="0">
                <a:solidFill>
                  <a:srgbClr val="1F2121"/>
                </a:solidFill>
                <a:latin typeface="+mn-lt"/>
                <a:cs typeface="Times New Roman"/>
              </a:rPr>
              <a:t> </a:t>
            </a:r>
            <a:r>
              <a:rPr sz="2750" spc="-80" dirty="0">
                <a:solidFill>
                  <a:srgbClr val="1F2121"/>
                </a:solidFill>
                <a:latin typeface="+mn-lt"/>
                <a:cs typeface="Times New Roman"/>
              </a:rPr>
              <a:t>Affairs</a:t>
            </a:r>
            <a:r>
              <a:rPr sz="2750" spc="-30" dirty="0">
                <a:solidFill>
                  <a:srgbClr val="1F2121"/>
                </a:solidFill>
                <a:latin typeface="+mn-lt"/>
                <a:cs typeface="Times New Roman"/>
              </a:rPr>
              <a:t> </a:t>
            </a:r>
            <a:r>
              <a:rPr sz="2750" dirty="0">
                <a:solidFill>
                  <a:srgbClr val="1F2121"/>
                </a:solidFill>
                <a:latin typeface="+mn-lt"/>
                <a:cs typeface="Times New Roman"/>
              </a:rPr>
              <a:t>within</a:t>
            </a:r>
            <a:r>
              <a:rPr sz="2750" spc="15" dirty="0">
                <a:solidFill>
                  <a:srgbClr val="1F2121"/>
                </a:solidFill>
                <a:latin typeface="+mn-lt"/>
                <a:cs typeface="Times New Roman"/>
              </a:rPr>
              <a:t> </a:t>
            </a:r>
            <a:r>
              <a:rPr sz="2750" spc="110" dirty="0">
                <a:solidFill>
                  <a:srgbClr val="1F2121"/>
                </a:solidFill>
                <a:latin typeface="+mn-lt"/>
                <a:cs typeface="Times New Roman"/>
              </a:rPr>
              <a:t>30</a:t>
            </a:r>
            <a:r>
              <a:rPr sz="2750" spc="-100" dirty="0">
                <a:solidFill>
                  <a:srgbClr val="1F2121"/>
                </a:solidFill>
                <a:latin typeface="+mn-lt"/>
                <a:cs typeface="Times New Roman"/>
              </a:rPr>
              <a:t> </a:t>
            </a:r>
            <a:r>
              <a:rPr sz="2750" spc="-305" dirty="0">
                <a:solidFill>
                  <a:srgbClr val="0C0E0F"/>
                </a:solidFill>
                <a:latin typeface="+mn-lt"/>
                <a:cs typeface="Times New Roman"/>
              </a:rPr>
              <a:t>DAYS.</a:t>
            </a:r>
            <a:endParaRPr sz="2750" dirty="0">
              <a:latin typeface="+mn-lt"/>
              <a:cs typeface="Times New Roman"/>
            </a:endParaRPr>
          </a:p>
        </p:txBody>
      </p:sp>
      <p:sp>
        <p:nvSpPr>
          <p:cNvPr id="6" name="object 6" descr="$PPTXTitle"/>
          <p:cNvSpPr txBox="1">
            <a:spLocks noGrp="1"/>
          </p:cNvSpPr>
          <p:nvPr>
            <p:ph type="title"/>
          </p:nvPr>
        </p:nvSpPr>
        <p:spPr>
          <a:prstGeom prst="rect">
            <a:avLst/>
          </a:prstGeom>
        </p:spPr>
        <p:txBody>
          <a:bodyPr vert="horz" wrap="square" lIns="0" tIns="386727" rIns="0" bIns="0" rtlCol="0">
            <a:spAutoFit/>
          </a:bodyPr>
          <a:lstStyle/>
          <a:p>
            <a:pPr marL="25400">
              <a:lnSpc>
                <a:spcPct val="100000"/>
              </a:lnSpc>
              <a:spcBef>
                <a:spcPts val="130"/>
              </a:spcBef>
            </a:pPr>
            <a:r>
              <a:rPr sz="5750" spc="235" dirty="0">
                <a:solidFill>
                  <a:srgbClr val="031D41"/>
                </a:solidFill>
              </a:rPr>
              <a:t>The</a:t>
            </a:r>
            <a:r>
              <a:rPr sz="5750" spc="-400" dirty="0">
                <a:solidFill>
                  <a:srgbClr val="031D41"/>
                </a:solidFill>
              </a:rPr>
              <a:t> </a:t>
            </a:r>
            <a:r>
              <a:rPr sz="5750" spc="50" dirty="0">
                <a:solidFill>
                  <a:srgbClr val="031D41"/>
                </a:solidFill>
              </a:rPr>
              <a:t>Florida</a:t>
            </a:r>
            <a:r>
              <a:rPr sz="5750" spc="-204" dirty="0">
                <a:solidFill>
                  <a:srgbClr val="031D41"/>
                </a:solidFill>
              </a:rPr>
              <a:t> </a:t>
            </a:r>
            <a:r>
              <a:rPr sz="5750" spc="85" dirty="0">
                <a:solidFill>
                  <a:srgbClr val="031D41"/>
                </a:solidFill>
              </a:rPr>
              <a:t>Layer:</a:t>
            </a:r>
            <a:r>
              <a:rPr sz="5750" spc="-450" dirty="0">
                <a:solidFill>
                  <a:srgbClr val="031D41"/>
                </a:solidFill>
              </a:rPr>
              <a:t> </a:t>
            </a:r>
            <a:r>
              <a:rPr sz="5750" spc="-10" dirty="0">
                <a:solidFill>
                  <a:srgbClr val="031D41"/>
                </a:solidFill>
              </a:rPr>
              <a:t>FIPA</a:t>
            </a:r>
            <a:r>
              <a:rPr sz="5750" spc="-75" dirty="0">
                <a:solidFill>
                  <a:srgbClr val="031D41"/>
                </a:solidFill>
              </a:rPr>
              <a:t> </a:t>
            </a:r>
            <a:r>
              <a:rPr sz="6300" b="0" spc="-735" dirty="0">
                <a:solidFill>
                  <a:srgbClr val="031D41"/>
                </a:solidFill>
                <a:latin typeface="Times New Roman"/>
                <a:cs typeface="Times New Roman"/>
              </a:rPr>
              <a:t>&amp;</a:t>
            </a:r>
            <a:r>
              <a:rPr sz="6300" b="0" spc="-405" dirty="0">
                <a:solidFill>
                  <a:srgbClr val="031D41"/>
                </a:solidFill>
                <a:latin typeface="Times New Roman"/>
                <a:cs typeface="Times New Roman"/>
              </a:rPr>
              <a:t> </a:t>
            </a:r>
            <a:r>
              <a:rPr sz="5750" spc="190" dirty="0">
                <a:solidFill>
                  <a:srgbClr val="031D41"/>
                </a:solidFill>
              </a:rPr>
              <a:t>State</a:t>
            </a:r>
            <a:r>
              <a:rPr sz="5750" spc="-100" dirty="0">
                <a:solidFill>
                  <a:srgbClr val="031D41"/>
                </a:solidFill>
              </a:rPr>
              <a:t> </a:t>
            </a:r>
            <a:r>
              <a:rPr sz="5750" spc="180" dirty="0">
                <a:solidFill>
                  <a:srgbClr val="031D41"/>
                </a:solidFill>
              </a:rPr>
              <a:t>Statutes</a:t>
            </a:r>
            <a:endParaRPr sz="5750">
              <a:latin typeface="Times New Roman"/>
              <a:cs typeface="Times New Roman"/>
            </a:endParaRPr>
          </a:p>
        </p:txBody>
      </p:sp>
      <p:pic>
        <p:nvPicPr>
          <p:cNvPr id="17" name="Graphic 16" descr="Shield Tick outline">
            <a:extLst>
              <a:ext uri="{FF2B5EF4-FFF2-40B4-BE49-F238E27FC236}">
                <a16:creationId xmlns:a16="http://schemas.microsoft.com/office/drawing/2014/main" id="{BF65A44F-A5C1-2415-78D9-AB4E02DB07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13200" y="3680784"/>
            <a:ext cx="1066800" cy="1066800"/>
          </a:xfrm>
          <a:prstGeom prst="rect">
            <a:avLst/>
          </a:prstGeom>
          <a:effectLst>
            <a:outerShdw blurRad="50800" dist="38100" dir="2700000" algn="tl" rotWithShape="0">
              <a:prstClr val="black">
                <a:alpha val="40000"/>
              </a:prstClr>
            </a:outerShdw>
          </a:effectLst>
        </p:spPr>
      </p:pic>
      <p:pic>
        <p:nvPicPr>
          <p:cNvPr id="18" name="Graphic 1" descr="Contract outline">
            <a:extLst>
              <a:ext uri="{FF2B5EF4-FFF2-40B4-BE49-F238E27FC236}">
                <a16:creationId xmlns:a16="http://schemas.microsoft.com/office/drawing/2014/main" id="{2773BBE0-BFA6-234E-3D95-3CB38C07A42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86694" y="3551857"/>
            <a:ext cx="1022905" cy="1022905"/>
          </a:xfrm>
          <a:prstGeom prst="rect">
            <a:avLst/>
          </a:prstGeom>
          <a:effectLst>
            <a:outerShdw blurRad="50800" dist="38100" dir="2700000" algn="tl" rotWithShape="0">
              <a:prstClr val="black">
                <a:alpha val="40000"/>
              </a:prstClr>
            </a:outerShdw>
          </a:effectLst>
        </p:spPr>
      </p:pic>
      <p:pic>
        <p:nvPicPr>
          <p:cNvPr id="20" name="Graphic 19" descr="Megaphone outline">
            <a:extLst>
              <a:ext uri="{FF2B5EF4-FFF2-40B4-BE49-F238E27FC236}">
                <a16:creationId xmlns:a16="http://schemas.microsoft.com/office/drawing/2014/main" id="{8ECF384C-6C17-AE3F-AD7A-406BA2E685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6433" y="8029820"/>
            <a:ext cx="914400" cy="914400"/>
          </a:xfrm>
          <a:prstGeom prst="rect">
            <a:avLst/>
          </a:prstGeom>
          <a:effectLst>
            <a:outerShdw blurRad="50800" dist="38100" dir="2700000" algn="tl" rotWithShape="0">
              <a:prstClr val="black">
                <a:alpha val="40000"/>
              </a:prstClr>
            </a:outerShdw>
          </a:effectLst>
        </p:spPr>
      </p:pic>
      <p:pic>
        <p:nvPicPr>
          <p:cNvPr id="23" name="Picture 22">
            <a:extLst>
              <a:ext uri="{FF2B5EF4-FFF2-40B4-BE49-F238E27FC236}">
                <a16:creationId xmlns:a16="http://schemas.microsoft.com/office/drawing/2014/main" id="{659A2C26-5252-68A0-35A1-5C9C3CE03397}"/>
              </a:ext>
            </a:extLst>
          </p:cNvPr>
          <p:cNvPicPr>
            <a:picLocks noChangeAspect="1"/>
          </p:cNvPicPr>
          <p:nvPr/>
        </p:nvPicPr>
        <p:blipFill>
          <a:blip r:embed="rId9">
            <a:alphaModFix amt="12000"/>
          </a:blip>
          <a:stretch>
            <a:fillRect/>
          </a:stretch>
        </p:blipFill>
        <p:spPr>
          <a:xfrm>
            <a:off x="2266651" y="943855"/>
            <a:ext cx="9629815" cy="8795231"/>
          </a:xfrm>
          <a:prstGeom prst="rect">
            <a:avLst/>
          </a:prstGeom>
        </p:spPr>
      </p:pic>
      <p:sp>
        <p:nvSpPr>
          <p:cNvPr id="2" name="object 17">
            <a:extLst>
              <a:ext uri="{FF2B5EF4-FFF2-40B4-BE49-F238E27FC236}">
                <a16:creationId xmlns:a16="http://schemas.microsoft.com/office/drawing/2014/main" id="{D61D02EC-32C7-EB5A-E499-FFAFC8DE92AC}"/>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C8574AE5-7D8A-1E4C-E3DA-415792D7E01B}"/>
              </a:ext>
            </a:extLst>
          </p:cNvPr>
          <p:cNvSpPr/>
          <p:nvPr/>
        </p:nvSpPr>
        <p:spPr>
          <a:xfrm>
            <a:off x="9339946" y="2640169"/>
            <a:ext cx="7098190" cy="5157857"/>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FC41AAAA-B0C6-6A85-DA1F-65F55A260F3D}"/>
              </a:ext>
            </a:extLst>
          </p:cNvPr>
          <p:cNvSpPr/>
          <p:nvPr/>
        </p:nvSpPr>
        <p:spPr>
          <a:xfrm>
            <a:off x="1203678" y="2636540"/>
            <a:ext cx="7098190" cy="5157857"/>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A41C13F9-3B68-FDF2-AD11-A6C75BD275AD}"/>
              </a:ext>
            </a:extLst>
          </p:cNvPr>
          <p:cNvSpPr/>
          <p:nvPr/>
        </p:nvSpPr>
        <p:spPr>
          <a:xfrm>
            <a:off x="1716522" y="4474676"/>
            <a:ext cx="4178935" cy="402124"/>
          </a:xfrm>
          <a:prstGeom prst="roundRect">
            <a:avLst/>
          </a:prstGeom>
          <a:solidFill>
            <a:srgbClr val="FFFFFF"/>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bject 12" descr="$PPTXTitle"/>
          <p:cNvSpPr txBox="1">
            <a:spLocks noGrp="1"/>
          </p:cNvSpPr>
          <p:nvPr>
            <p:ph type="title"/>
          </p:nvPr>
        </p:nvSpPr>
        <p:spPr>
          <a:prstGeom prst="rect">
            <a:avLst/>
          </a:prstGeom>
        </p:spPr>
        <p:txBody>
          <a:bodyPr vert="horz" wrap="square" lIns="0" tIns="444175" rIns="0" bIns="0" rtlCol="0">
            <a:spAutoFit/>
          </a:bodyPr>
          <a:lstStyle/>
          <a:p>
            <a:pPr marL="153035">
              <a:lnSpc>
                <a:spcPct val="100000"/>
              </a:lnSpc>
              <a:spcBef>
                <a:spcPts val="130"/>
              </a:spcBef>
            </a:pPr>
            <a:r>
              <a:rPr sz="5850" spc="90" dirty="0">
                <a:solidFill>
                  <a:srgbClr val="031D3B"/>
                </a:solidFill>
              </a:rPr>
              <a:t>Digital</a:t>
            </a:r>
            <a:r>
              <a:rPr sz="5850" spc="-170" dirty="0">
                <a:solidFill>
                  <a:srgbClr val="031D3B"/>
                </a:solidFill>
              </a:rPr>
              <a:t> </a:t>
            </a:r>
            <a:r>
              <a:rPr sz="5850" spc="120" dirty="0">
                <a:solidFill>
                  <a:srgbClr val="031D3B"/>
                </a:solidFill>
              </a:rPr>
              <a:t>Hygiene:</a:t>
            </a:r>
            <a:r>
              <a:rPr sz="5850" spc="-215" dirty="0">
                <a:solidFill>
                  <a:srgbClr val="031D3B"/>
                </a:solidFill>
              </a:rPr>
              <a:t> </a:t>
            </a:r>
            <a:r>
              <a:rPr sz="5850" spc="65" dirty="0">
                <a:solidFill>
                  <a:srgbClr val="031D3B"/>
                </a:solidFill>
              </a:rPr>
              <a:t>Keys</a:t>
            </a:r>
            <a:r>
              <a:rPr sz="5850" spc="-220" dirty="0">
                <a:solidFill>
                  <a:srgbClr val="031D3B"/>
                </a:solidFill>
              </a:rPr>
              <a:t> </a:t>
            </a:r>
            <a:r>
              <a:rPr sz="5850" spc="240" dirty="0">
                <a:solidFill>
                  <a:srgbClr val="031D3B"/>
                </a:solidFill>
              </a:rPr>
              <a:t>to</a:t>
            </a:r>
            <a:r>
              <a:rPr sz="5850" spc="-320" dirty="0">
                <a:solidFill>
                  <a:srgbClr val="031D3B"/>
                </a:solidFill>
              </a:rPr>
              <a:t> </a:t>
            </a:r>
            <a:r>
              <a:rPr sz="5850" spc="285" dirty="0">
                <a:solidFill>
                  <a:srgbClr val="031D3B"/>
                </a:solidFill>
              </a:rPr>
              <a:t>the</a:t>
            </a:r>
            <a:r>
              <a:rPr sz="5850" spc="-345" dirty="0">
                <a:solidFill>
                  <a:srgbClr val="031D3B"/>
                </a:solidFill>
              </a:rPr>
              <a:t> </a:t>
            </a:r>
            <a:r>
              <a:rPr sz="5850" spc="160" dirty="0">
                <a:solidFill>
                  <a:srgbClr val="031D3B"/>
                </a:solidFill>
              </a:rPr>
              <a:t>Castle</a:t>
            </a:r>
            <a:endParaRPr sz="5850"/>
          </a:p>
        </p:txBody>
      </p:sp>
      <p:sp>
        <p:nvSpPr>
          <p:cNvPr id="13" name="object 13"/>
          <p:cNvSpPr txBox="1"/>
          <p:nvPr/>
        </p:nvSpPr>
        <p:spPr>
          <a:xfrm>
            <a:off x="2205471" y="2841223"/>
            <a:ext cx="5094605" cy="615315"/>
          </a:xfrm>
          <a:prstGeom prst="rect">
            <a:avLst/>
          </a:prstGeom>
        </p:spPr>
        <p:txBody>
          <a:bodyPr vert="horz" wrap="square" lIns="0" tIns="15240" rIns="0" bIns="0" rtlCol="0">
            <a:spAutoFit/>
          </a:bodyPr>
          <a:lstStyle/>
          <a:p>
            <a:pPr marL="12700">
              <a:lnSpc>
                <a:spcPct val="100000"/>
              </a:lnSpc>
              <a:spcBef>
                <a:spcPts val="120"/>
              </a:spcBef>
            </a:pPr>
            <a:r>
              <a:rPr sz="3850" b="1" spc="175" dirty="0">
                <a:solidFill>
                  <a:srgbClr val="031D3B"/>
                </a:solidFill>
                <a:latin typeface="Arial"/>
                <a:cs typeface="Arial"/>
              </a:rPr>
              <a:t>The</a:t>
            </a:r>
            <a:r>
              <a:rPr sz="3850" b="1" spc="-240" dirty="0">
                <a:solidFill>
                  <a:srgbClr val="031D3B"/>
                </a:solidFill>
                <a:latin typeface="Arial"/>
                <a:cs typeface="Arial"/>
              </a:rPr>
              <a:t> </a:t>
            </a:r>
            <a:r>
              <a:rPr sz="3850" b="1" spc="60" dirty="0">
                <a:solidFill>
                  <a:srgbClr val="031D3B"/>
                </a:solidFill>
                <a:latin typeface="Arial"/>
                <a:cs typeface="Arial"/>
              </a:rPr>
              <a:t>Password</a:t>
            </a:r>
            <a:r>
              <a:rPr sz="3850" b="1" spc="45" dirty="0">
                <a:solidFill>
                  <a:srgbClr val="031D3B"/>
                </a:solidFill>
                <a:latin typeface="Arial"/>
                <a:cs typeface="Arial"/>
              </a:rPr>
              <a:t> </a:t>
            </a:r>
            <a:r>
              <a:rPr sz="3850" b="1" spc="60" dirty="0">
                <a:solidFill>
                  <a:srgbClr val="031D3B"/>
                </a:solidFill>
                <a:latin typeface="Arial"/>
                <a:cs typeface="Arial"/>
              </a:rPr>
              <a:t>Policy</a:t>
            </a:r>
            <a:endParaRPr sz="3850" dirty="0">
              <a:latin typeface="Arial"/>
              <a:cs typeface="Arial"/>
            </a:endParaRPr>
          </a:p>
        </p:txBody>
      </p:sp>
      <p:sp>
        <p:nvSpPr>
          <p:cNvPr id="14" name="object 14"/>
          <p:cNvSpPr txBox="1"/>
          <p:nvPr/>
        </p:nvSpPr>
        <p:spPr>
          <a:xfrm>
            <a:off x="1716522" y="4474676"/>
            <a:ext cx="4178935" cy="1053465"/>
          </a:xfrm>
          <a:prstGeom prst="rect">
            <a:avLst/>
          </a:prstGeom>
        </p:spPr>
        <p:txBody>
          <a:bodyPr vert="horz" wrap="square" lIns="0" tIns="13970" rIns="0" bIns="0" rtlCol="0">
            <a:spAutoFit/>
          </a:bodyPr>
          <a:lstStyle/>
          <a:p>
            <a:pPr marL="183515">
              <a:lnSpc>
                <a:spcPct val="100000"/>
              </a:lnSpc>
              <a:spcBef>
                <a:spcPts val="110"/>
              </a:spcBef>
            </a:pPr>
            <a:r>
              <a:rPr sz="2300" dirty="0">
                <a:solidFill>
                  <a:srgbClr val="262626"/>
                </a:solidFill>
                <a:latin typeface="Arial"/>
                <a:cs typeface="Arial"/>
              </a:rPr>
              <a:t>Correct-</a:t>
            </a:r>
            <a:r>
              <a:rPr sz="2300" spc="50" dirty="0">
                <a:solidFill>
                  <a:srgbClr val="262626"/>
                </a:solidFill>
                <a:latin typeface="Arial"/>
                <a:cs typeface="Arial"/>
              </a:rPr>
              <a:t>Horse-</a:t>
            </a:r>
            <a:r>
              <a:rPr sz="2300" dirty="0">
                <a:solidFill>
                  <a:srgbClr val="262626"/>
                </a:solidFill>
                <a:latin typeface="Arial"/>
                <a:cs typeface="Arial"/>
              </a:rPr>
              <a:t>Battery-</a:t>
            </a:r>
            <a:r>
              <a:rPr sz="2300" spc="-10" dirty="0">
                <a:solidFill>
                  <a:srgbClr val="262626"/>
                </a:solidFill>
                <a:latin typeface="Arial"/>
                <a:cs typeface="Arial"/>
              </a:rPr>
              <a:t>Staple</a:t>
            </a:r>
            <a:endParaRPr sz="2300" dirty="0">
              <a:latin typeface="Arial"/>
              <a:cs typeface="Arial"/>
            </a:endParaRPr>
          </a:p>
          <a:p>
            <a:pPr marL="12700">
              <a:lnSpc>
                <a:spcPct val="100000"/>
              </a:lnSpc>
              <a:spcBef>
                <a:spcPts val="215"/>
              </a:spcBef>
            </a:pPr>
            <a:r>
              <a:rPr sz="4250" spc="-730" dirty="0">
                <a:solidFill>
                  <a:srgbClr val="031D3B"/>
                </a:solidFill>
                <a:latin typeface="Courier New"/>
                <a:cs typeface="Courier New"/>
              </a:rPr>
              <a:t>••••••••••</a:t>
            </a:r>
            <a:endParaRPr sz="4250" dirty="0">
              <a:latin typeface="Courier New"/>
              <a:cs typeface="Courier New"/>
            </a:endParaRPr>
          </a:p>
        </p:txBody>
      </p:sp>
      <p:sp>
        <p:nvSpPr>
          <p:cNvPr id="18" name="object 18"/>
          <p:cNvSpPr txBox="1"/>
          <p:nvPr/>
        </p:nvSpPr>
        <p:spPr>
          <a:xfrm>
            <a:off x="1716522" y="5745686"/>
            <a:ext cx="6072505" cy="1879600"/>
          </a:xfrm>
          <a:prstGeom prst="rect">
            <a:avLst/>
          </a:prstGeom>
        </p:spPr>
        <p:txBody>
          <a:bodyPr vert="horz" wrap="square" lIns="0" tIns="14604" rIns="0" bIns="0" rtlCol="0">
            <a:spAutoFit/>
          </a:bodyPr>
          <a:lstStyle/>
          <a:p>
            <a:pPr marL="318770" indent="-306070">
              <a:lnSpc>
                <a:spcPct val="100000"/>
              </a:lnSpc>
              <a:spcBef>
                <a:spcPts val="114"/>
              </a:spcBef>
              <a:buFont typeface="Times New Roman"/>
              <a:buChar char="•"/>
              <a:tabLst>
                <a:tab pos="318770" algn="l"/>
              </a:tabLst>
            </a:pPr>
            <a:r>
              <a:rPr sz="3050" b="1" spc="-120" dirty="0">
                <a:solidFill>
                  <a:srgbClr val="0F1111"/>
                </a:solidFill>
                <a:latin typeface="+mn-lt"/>
                <a:cs typeface="Times New Roman"/>
              </a:rPr>
              <a:t>Length:</a:t>
            </a:r>
            <a:r>
              <a:rPr sz="3050" b="1" spc="-70" dirty="0">
                <a:solidFill>
                  <a:srgbClr val="0F1111"/>
                </a:solidFill>
                <a:latin typeface="+mn-lt"/>
                <a:cs typeface="Times New Roman"/>
              </a:rPr>
              <a:t> </a:t>
            </a:r>
            <a:r>
              <a:rPr sz="3100" spc="-100" dirty="0">
                <a:solidFill>
                  <a:srgbClr val="0F1111"/>
                </a:solidFill>
                <a:latin typeface="+mn-lt"/>
                <a:cs typeface="Times New Roman"/>
              </a:rPr>
              <a:t>Minimum</a:t>
            </a:r>
            <a:r>
              <a:rPr sz="3100" spc="-5" dirty="0">
                <a:solidFill>
                  <a:srgbClr val="0F1111"/>
                </a:solidFill>
                <a:latin typeface="+mn-lt"/>
                <a:cs typeface="Times New Roman"/>
              </a:rPr>
              <a:t> </a:t>
            </a:r>
            <a:r>
              <a:rPr sz="3100" spc="-125" dirty="0">
                <a:solidFill>
                  <a:srgbClr val="0F1111"/>
                </a:solidFill>
                <a:latin typeface="+mn-lt"/>
                <a:cs typeface="Times New Roman"/>
              </a:rPr>
              <a:t>of</a:t>
            </a:r>
            <a:r>
              <a:rPr sz="3100" spc="-375" dirty="0">
                <a:solidFill>
                  <a:srgbClr val="0F1111"/>
                </a:solidFill>
                <a:latin typeface="+mn-lt"/>
                <a:cs typeface="Times New Roman"/>
              </a:rPr>
              <a:t> </a:t>
            </a:r>
            <a:r>
              <a:rPr sz="3100" spc="-100" dirty="0">
                <a:solidFill>
                  <a:srgbClr val="0F1111"/>
                </a:solidFill>
                <a:latin typeface="+mn-lt"/>
                <a:cs typeface="Times New Roman"/>
              </a:rPr>
              <a:t>12</a:t>
            </a:r>
            <a:r>
              <a:rPr sz="3100" spc="-240" dirty="0">
                <a:solidFill>
                  <a:srgbClr val="0F1111"/>
                </a:solidFill>
                <a:latin typeface="+mn-lt"/>
                <a:cs typeface="Times New Roman"/>
              </a:rPr>
              <a:t> </a:t>
            </a:r>
            <a:r>
              <a:rPr sz="3100" spc="-10" dirty="0">
                <a:solidFill>
                  <a:srgbClr val="0F1111"/>
                </a:solidFill>
                <a:latin typeface="+mn-lt"/>
                <a:cs typeface="Times New Roman"/>
              </a:rPr>
              <a:t>characters.</a:t>
            </a:r>
            <a:endParaRPr sz="3100" dirty="0">
              <a:latin typeface="+mn-lt"/>
              <a:cs typeface="Times New Roman"/>
            </a:endParaRPr>
          </a:p>
          <a:p>
            <a:pPr marL="298450" indent="-285750">
              <a:lnSpc>
                <a:spcPct val="100000"/>
              </a:lnSpc>
              <a:spcBef>
                <a:spcPts val="100"/>
              </a:spcBef>
              <a:buFont typeface="Times New Roman"/>
              <a:buChar char="•"/>
              <a:tabLst>
                <a:tab pos="298450" algn="l"/>
              </a:tabLst>
            </a:pPr>
            <a:r>
              <a:rPr sz="3050" b="1" spc="-85" dirty="0">
                <a:solidFill>
                  <a:srgbClr val="0F1111"/>
                </a:solidFill>
                <a:latin typeface="+mn-lt"/>
                <a:cs typeface="Times New Roman"/>
              </a:rPr>
              <a:t>Complexity:</a:t>
            </a:r>
            <a:r>
              <a:rPr sz="3050" b="1" spc="10" dirty="0">
                <a:solidFill>
                  <a:srgbClr val="0F1111"/>
                </a:solidFill>
                <a:latin typeface="+mn-lt"/>
                <a:cs typeface="Times New Roman"/>
              </a:rPr>
              <a:t> </a:t>
            </a:r>
            <a:r>
              <a:rPr sz="3100" spc="-105" dirty="0">
                <a:solidFill>
                  <a:srgbClr val="0F1111"/>
                </a:solidFill>
                <a:latin typeface="+mn-lt"/>
                <a:cs typeface="Times New Roman"/>
              </a:rPr>
              <a:t>Use</a:t>
            </a:r>
            <a:r>
              <a:rPr sz="3100" spc="-95" dirty="0">
                <a:solidFill>
                  <a:srgbClr val="0F1111"/>
                </a:solidFill>
                <a:latin typeface="+mn-lt"/>
                <a:cs typeface="Times New Roman"/>
              </a:rPr>
              <a:t> </a:t>
            </a:r>
            <a:r>
              <a:rPr sz="3100" dirty="0">
                <a:solidFill>
                  <a:srgbClr val="0F1111"/>
                </a:solidFill>
                <a:latin typeface="+mn-lt"/>
                <a:cs typeface="Times New Roman"/>
              </a:rPr>
              <a:t>a</a:t>
            </a:r>
            <a:r>
              <a:rPr sz="3100" spc="-45" dirty="0">
                <a:solidFill>
                  <a:srgbClr val="0F1111"/>
                </a:solidFill>
                <a:latin typeface="+mn-lt"/>
                <a:cs typeface="Times New Roman"/>
              </a:rPr>
              <a:t> </a:t>
            </a:r>
            <a:r>
              <a:rPr sz="3100" spc="-10" dirty="0">
                <a:solidFill>
                  <a:srgbClr val="0F1111"/>
                </a:solidFill>
                <a:latin typeface="+mn-lt"/>
                <a:cs typeface="Times New Roman"/>
              </a:rPr>
              <a:t>passphrase</a:t>
            </a:r>
            <a:r>
              <a:rPr sz="3100" spc="-10" dirty="0">
                <a:solidFill>
                  <a:srgbClr val="363636"/>
                </a:solidFill>
                <a:latin typeface="+mn-lt"/>
                <a:cs typeface="Times New Roman"/>
              </a:rPr>
              <a:t>.</a:t>
            </a:r>
            <a:endParaRPr sz="3100" dirty="0">
              <a:latin typeface="+mn-lt"/>
              <a:cs typeface="Times New Roman"/>
            </a:endParaRPr>
          </a:p>
          <a:p>
            <a:pPr marL="299720" marR="5080" indent="-287655">
              <a:lnSpc>
                <a:spcPts val="3120"/>
              </a:lnSpc>
              <a:spcBef>
                <a:spcPts val="805"/>
              </a:spcBef>
              <a:buFont typeface="Times New Roman"/>
              <a:buChar char="•"/>
              <a:tabLst>
                <a:tab pos="315595" algn="l"/>
              </a:tabLst>
            </a:pPr>
            <a:r>
              <a:rPr sz="3050" b="1" spc="-80" dirty="0">
                <a:solidFill>
                  <a:srgbClr val="832626"/>
                </a:solidFill>
                <a:latin typeface="+mn-lt"/>
                <a:cs typeface="Times New Roman"/>
              </a:rPr>
              <a:t>The</a:t>
            </a:r>
            <a:r>
              <a:rPr sz="3050" b="1" spc="-215" dirty="0">
                <a:solidFill>
                  <a:srgbClr val="832626"/>
                </a:solidFill>
                <a:latin typeface="+mn-lt"/>
                <a:cs typeface="Times New Roman"/>
              </a:rPr>
              <a:t> </a:t>
            </a:r>
            <a:r>
              <a:rPr sz="3050" b="1" spc="-125" dirty="0">
                <a:solidFill>
                  <a:srgbClr val="832626"/>
                </a:solidFill>
                <a:latin typeface="+mn-lt"/>
                <a:cs typeface="Times New Roman"/>
              </a:rPr>
              <a:t>Cardinal</a:t>
            </a:r>
            <a:r>
              <a:rPr sz="3050" b="1" spc="20" dirty="0">
                <a:solidFill>
                  <a:srgbClr val="832626"/>
                </a:solidFill>
                <a:latin typeface="+mn-lt"/>
                <a:cs typeface="Times New Roman"/>
              </a:rPr>
              <a:t> </a:t>
            </a:r>
            <a:r>
              <a:rPr sz="3050" b="1" spc="-50" dirty="0">
                <a:solidFill>
                  <a:srgbClr val="832626"/>
                </a:solidFill>
                <a:latin typeface="+mn-lt"/>
                <a:cs typeface="Times New Roman"/>
              </a:rPr>
              <a:t>Sin:</a:t>
            </a:r>
            <a:r>
              <a:rPr sz="3050" b="1" dirty="0">
                <a:solidFill>
                  <a:srgbClr val="832626"/>
                </a:solidFill>
                <a:latin typeface="+mn-lt"/>
                <a:cs typeface="Times New Roman"/>
              </a:rPr>
              <a:t> </a:t>
            </a:r>
            <a:r>
              <a:rPr sz="3100" dirty="0">
                <a:solidFill>
                  <a:srgbClr val="773A38"/>
                </a:solidFill>
                <a:latin typeface="+mn-lt"/>
                <a:cs typeface="Times New Roman"/>
              </a:rPr>
              <a:t>NEVER share</a:t>
            </a:r>
            <a:r>
              <a:rPr sz="3100" spc="25" dirty="0">
                <a:solidFill>
                  <a:srgbClr val="773A38"/>
                </a:solidFill>
                <a:latin typeface="+mn-lt"/>
                <a:cs typeface="Times New Roman"/>
              </a:rPr>
              <a:t> </a:t>
            </a:r>
            <a:r>
              <a:rPr sz="3100" spc="-20" dirty="0">
                <a:solidFill>
                  <a:srgbClr val="773A38"/>
                </a:solidFill>
                <a:latin typeface="+mn-lt"/>
                <a:cs typeface="Times New Roman"/>
              </a:rPr>
              <a:t>your 	</a:t>
            </a:r>
            <a:r>
              <a:rPr sz="3100" dirty="0">
                <a:solidFill>
                  <a:srgbClr val="773A38"/>
                </a:solidFill>
                <a:latin typeface="+mn-lt"/>
                <a:cs typeface="Times New Roman"/>
              </a:rPr>
              <a:t>password</a:t>
            </a:r>
            <a:r>
              <a:rPr sz="3100" dirty="0">
                <a:solidFill>
                  <a:srgbClr val="7E5254"/>
                </a:solidFill>
                <a:latin typeface="+mn-lt"/>
                <a:cs typeface="Times New Roman"/>
              </a:rPr>
              <a:t>.</a:t>
            </a:r>
            <a:r>
              <a:rPr sz="3100" spc="-310" dirty="0">
                <a:solidFill>
                  <a:srgbClr val="7E5254"/>
                </a:solidFill>
                <a:latin typeface="+mn-lt"/>
                <a:cs typeface="Times New Roman"/>
              </a:rPr>
              <a:t> </a:t>
            </a:r>
            <a:r>
              <a:rPr sz="3100" dirty="0">
                <a:solidFill>
                  <a:srgbClr val="773A38"/>
                </a:solidFill>
                <a:latin typeface="+mn-lt"/>
                <a:cs typeface="Times New Roman"/>
              </a:rPr>
              <a:t>It</a:t>
            </a:r>
            <a:r>
              <a:rPr sz="3100" spc="-220" dirty="0">
                <a:solidFill>
                  <a:srgbClr val="773A38"/>
                </a:solidFill>
                <a:latin typeface="+mn-lt"/>
                <a:cs typeface="Times New Roman"/>
              </a:rPr>
              <a:t> </a:t>
            </a:r>
            <a:r>
              <a:rPr sz="3100" dirty="0">
                <a:solidFill>
                  <a:srgbClr val="773A38"/>
                </a:solidFill>
                <a:latin typeface="+mn-lt"/>
                <a:cs typeface="Times New Roman"/>
              </a:rPr>
              <a:t>is</a:t>
            </a:r>
            <a:r>
              <a:rPr sz="3100" spc="-270" dirty="0">
                <a:solidFill>
                  <a:srgbClr val="773A38"/>
                </a:solidFill>
                <a:latin typeface="+mn-lt"/>
                <a:cs typeface="Times New Roman"/>
              </a:rPr>
              <a:t> </a:t>
            </a:r>
            <a:r>
              <a:rPr sz="3100" dirty="0">
                <a:solidFill>
                  <a:srgbClr val="773A38"/>
                </a:solidFill>
                <a:latin typeface="+mn-lt"/>
                <a:cs typeface="Times New Roman"/>
              </a:rPr>
              <a:t>your</a:t>
            </a:r>
            <a:r>
              <a:rPr sz="3100" spc="-90" dirty="0">
                <a:solidFill>
                  <a:srgbClr val="773A38"/>
                </a:solidFill>
                <a:latin typeface="+mn-lt"/>
                <a:cs typeface="Times New Roman"/>
              </a:rPr>
              <a:t> </a:t>
            </a:r>
            <a:r>
              <a:rPr sz="3100" spc="-30" dirty="0">
                <a:solidFill>
                  <a:srgbClr val="773A38"/>
                </a:solidFill>
                <a:latin typeface="+mn-lt"/>
                <a:cs typeface="Times New Roman"/>
              </a:rPr>
              <a:t>digital</a:t>
            </a:r>
            <a:r>
              <a:rPr sz="3100" spc="-110" dirty="0">
                <a:solidFill>
                  <a:srgbClr val="773A38"/>
                </a:solidFill>
                <a:latin typeface="+mn-lt"/>
                <a:cs typeface="Times New Roman"/>
              </a:rPr>
              <a:t> </a:t>
            </a:r>
            <a:r>
              <a:rPr sz="3100" spc="-10" dirty="0">
                <a:solidFill>
                  <a:srgbClr val="773A38"/>
                </a:solidFill>
                <a:latin typeface="+mn-lt"/>
                <a:cs typeface="Times New Roman"/>
              </a:rPr>
              <a:t>signature.</a:t>
            </a:r>
            <a:endParaRPr sz="3100" dirty="0">
              <a:latin typeface="+mn-lt"/>
              <a:cs typeface="Times New Roman"/>
            </a:endParaRPr>
          </a:p>
        </p:txBody>
      </p:sp>
      <p:sp>
        <p:nvSpPr>
          <p:cNvPr id="19" name="object 19"/>
          <p:cNvSpPr txBox="1"/>
          <p:nvPr/>
        </p:nvSpPr>
        <p:spPr>
          <a:xfrm>
            <a:off x="10107814" y="2841223"/>
            <a:ext cx="5161915" cy="615315"/>
          </a:xfrm>
          <a:prstGeom prst="rect">
            <a:avLst/>
          </a:prstGeom>
        </p:spPr>
        <p:txBody>
          <a:bodyPr vert="horz" wrap="square" lIns="0" tIns="15240" rIns="0" bIns="0" rtlCol="0">
            <a:spAutoFit/>
          </a:bodyPr>
          <a:lstStyle/>
          <a:p>
            <a:pPr marL="12700">
              <a:lnSpc>
                <a:spcPct val="100000"/>
              </a:lnSpc>
              <a:spcBef>
                <a:spcPts val="120"/>
              </a:spcBef>
            </a:pPr>
            <a:r>
              <a:rPr sz="3850" b="1" spc="95" dirty="0">
                <a:solidFill>
                  <a:srgbClr val="031D3B"/>
                </a:solidFill>
                <a:latin typeface="Arial"/>
                <a:cs typeface="Arial"/>
              </a:rPr>
              <a:t>Workstation</a:t>
            </a:r>
            <a:r>
              <a:rPr sz="3850" b="1" dirty="0">
                <a:solidFill>
                  <a:srgbClr val="031D3B"/>
                </a:solidFill>
                <a:latin typeface="Arial"/>
                <a:cs typeface="Arial"/>
              </a:rPr>
              <a:t> </a:t>
            </a:r>
            <a:r>
              <a:rPr sz="3850" b="1" spc="75" dirty="0">
                <a:solidFill>
                  <a:srgbClr val="031D3B"/>
                </a:solidFill>
                <a:latin typeface="Arial"/>
                <a:cs typeface="Arial"/>
              </a:rPr>
              <a:t>Security</a:t>
            </a:r>
            <a:endParaRPr sz="3850" dirty="0">
              <a:latin typeface="Arial"/>
              <a:cs typeface="Arial"/>
            </a:endParaRPr>
          </a:p>
        </p:txBody>
      </p:sp>
      <p:sp>
        <p:nvSpPr>
          <p:cNvPr id="20" name="object 20"/>
          <p:cNvSpPr txBox="1"/>
          <p:nvPr/>
        </p:nvSpPr>
        <p:spPr>
          <a:xfrm>
            <a:off x="9662923" y="4648847"/>
            <a:ext cx="6452235" cy="2934777"/>
          </a:xfrm>
          <a:prstGeom prst="rect">
            <a:avLst/>
          </a:prstGeom>
        </p:spPr>
        <p:txBody>
          <a:bodyPr vert="horz" wrap="square" lIns="0" tIns="120014" rIns="0" bIns="0" rtlCol="0">
            <a:spAutoFit/>
          </a:bodyPr>
          <a:lstStyle/>
          <a:p>
            <a:pPr>
              <a:lnSpc>
                <a:spcPct val="100000"/>
              </a:lnSpc>
              <a:spcBef>
                <a:spcPts val="1330"/>
              </a:spcBef>
            </a:pPr>
            <a:endParaRPr sz="1200" dirty="0">
              <a:latin typeface="Times New Roman"/>
              <a:cs typeface="Times New Roman"/>
            </a:endParaRPr>
          </a:p>
          <a:p>
            <a:pPr marL="312420" marR="440055" indent="-300355">
              <a:lnSpc>
                <a:spcPts val="3220"/>
              </a:lnSpc>
              <a:spcBef>
                <a:spcPts val="5"/>
              </a:spcBef>
              <a:buChar char="•"/>
              <a:tabLst>
                <a:tab pos="312420" algn="l"/>
                <a:tab pos="318770" algn="l"/>
              </a:tabLst>
            </a:pPr>
            <a:r>
              <a:rPr sz="3050" dirty="0">
                <a:solidFill>
                  <a:srgbClr val="0F1111"/>
                </a:solidFill>
                <a:latin typeface="Times New Roman"/>
                <a:cs typeface="Times New Roman"/>
              </a:rPr>
              <a:t>	</a:t>
            </a:r>
            <a:r>
              <a:rPr sz="3050" b="1" spc="-160" dirty="0">
                <a:solidFill>
                  <a:srgbClr val="0F1111"/>
                </a:solidFill>
                <a:latin typeface="+mj-lt"/>
                <a:cs typeface="Times New Roman"/>
              </a:rPr>
              <a:t>Lock</a:t>
            </a:r>
            <a:r>
              <a:rPr sz="3050" b="1" spc="-75" dirty="0">
                <a:solidFill>
                  <a:srgbClr val="0F1111"/>
                </a:solidFill>
                <a:latin typeface="+mj-lt"/>
                <a:cs typeface="Times New Roman"/>
              </a:rPr>
              <a:t> </a:t>
            </a:r>
            <a:r>
              <a:rPr sz="3050" b="1" spc="-135" dirty="0">
                <a:solidFill>
                  <a:srgbClr val="0F1111"/>
                </a:solidFill>
                <a:latin typeface="+mj-lt"/>
                <a:cs typeface="Times New Roman"/>
              </a:rPr>
              <a:t>It:</a:t>
            </a:r>
            <a:r>
              <a:rPr sz="3050" b="1" spc="-280" dirty="0">
                <a:solidFill>
                  <a:srgbClr val="0F1111"/>
                </a:solidFill>
                <a:latin typeface="+mj-lt"/>
                <a:cs typeface="Times New Roman"/>
              </a:rPr>
              <a:t> </a:t>
            </a:r>
            <a:r>
              <a:rPr sz="3100" spc="-50" dirty="0">
                <a:solidFill>
                  <a:srgbClr val="0F1111"/>
                </a:solidFill>
                <a:latin typeface="+mj-lt"/>
                <a:cs typeface="Times New Roman"/>
              </a:rPr>
              <a:t>Windows</a:t>
            </a:r>
            <a:r>
              <a:rPr sz="3100" spc="-55" dirty="0">
                <a:solidFill>
                  <a:srgbClr val="0F1111"/>
                </a:solidFill>
                <a:latin typeface="+mj-lt"/>
                <a:cs typeface="Times New Roman"/>
              </a:rPr>
              <a:t> </a:t>
            </a:r>
            <a:r>
              <a:rPr sz="3100" spc="-215" dirty="0">
                <a:solidFill>
                  <a:srgbClr val="0F1111"/>
                </a:solidFill>
                <a:latin typeface="+mj-lt"/>
                <a:cs typeface="Times New Roman"/>
              </a:rPr>
              <a:t>Key</a:t>
            </a:r>
            <a:r>
              <a:rPr sz="3100" spc="-114" dirty="0">
                <a:solidFill>
                  <a:srgbClr val="0F1111"/>
                </a:solidFill>
                <a:latin typeface="+mj-lt"/>
                <a:cs typeface="Times New Roman"/>
              </a:rPr>
              <a:t> </a:t>
            </a:r>
            <a:r>
              <a:rPr sz="2500" spc="55" dirty="0">
                <a:solidFill>
                  <a:srgbClr val="262626"/>
                </a:solidFill>
                <a:latin typeface="+mj-lt"/>
                <a:cs typeface="Times New Roman"/>
              </a:rPr>
              <a:t>+</a:t>
            </a:r>
            <a:r>
              <a:rPr sz="2500" spc="-45" dirty="0">
                <a:solidFill>
                  <a:srgbClr val="262626"/>
                </a:solidFill>
                <a:latin typeface="+mj-lt"/>
                <a:cs typeface="Times New Roman"/>
              </a:rPr>
              <a:t> </a:t>
            </a:r>
            <a:r>
              <a:rPr sz="3100" spc="-215" dirty="0">
                <a:solidFill>
                  <a:srgbClr val="0F1111"/>
                </a:solidFill>
                <a:latin typeface="+mj-lt"/>
                <a:cs typeface="Times New Roman"/>
              </a:rPr>
              <a:t>L</a:t>
            </a:r>
            <a:r>
              <a:rPr sz="3100" spc="-315" dirty="0">
                <a:solidFill>
                  <a:srgbClr val="0F1111"/>
                </a:solidFill>
                <a:latin typeface="+mj-lt"/>
                <a:cs typeface="Times New Roman"/>
              </a:rPr>
              <a:t> </a:t>
            </a:r>
            <a:r>
              <a:rPr sz="3100" dirty="0">
                <a:solidFill>
                  <a:srgbClr val="0F1111"/>
                </a:solidFill>
                <a:latin typeface="+mj-lt"/>
                <a:cs typeface="Times New Roman"/>
              </a:rPr>
              <a:t>every</a:t>
            </a:r>
            <a:r>
              <a:rPr sz="3100" spc="-140" dirty="0">
                <a:solidFill>
                  <a:srgbClr val="0F1111"/>
                </a:solidFill>
                <a:latin typeface="+mj-lt"/>
                <a:cs typeface="Times New Roman"/>
              </a:rPr>
              <a:t> </a:t>
            </a:r>
            <a:r>
              <a:rPr sz="3100" spc="-20" dirty="0">
                <a:solidFill>
                  <a:srgbClr val="0F1111"/>
                </a:solidFill>
                <a:latin typeface="+mj-lt"/>
                <a:cs typeface="Times New Roman"/>
              </a:rPr>
              <a:t>time </a:t>
            </a:r>
            <a:r>
              <a:rPr sz="3100" spc="-80" dirty="0">
                <a:solidFill>
                  <a:srgbClr val="0F1111"/>
                </a:solidFill>
                <a:latin typeface="+mj-lt"/>
                <a:cs typeface="Times New Roman"/>
              </a:rPr>
              <a:t>you</a:t>
            </a:r>
            <a:r>
              <a:rPr sz="3100" spc="-130" dirty="0">
                <a:solidFill>
                  <a:srgbClr val="0F1111"/>
                </a:solidFill>
                <a:latin typeface="+mj-lt"/>
                <a:cs typeface="Times New Roman"/>
              </a:rPr>
              <a:t> </a:t>
            </a:r>
            <a:r>
              <a:rPr sz="3100" spc="100" dirty="0">
                <a:solidFill>
                  <a:srgbClr val="0F1111"/>
                </a:solidFill>
                <a:latin typeface="+mj-lt"/>
                <a:cs typeface="Times New Roman"/>
              </a:rPr>
              <a:t>step</a:t>
            </a:r>
            <a:r>
              <a:rPr sz="3100" spc="-220" dirty="0">
                <a:solidFill>
                  <a:srgbClr val="0F1111"/>
                </a:solidFill>
                <a:latin typeface="+mj-lt"/>
                <a:cs typeface="Times New Roman"/>
              </a:rPr>
              <a:t> </a:t>
            </a:r>
            <a:r>
              <a:rPr sz="3100" spc="-10" dirty="0">
                <a:solidFill>
                  <a:srgbClr val="0F1111"/>
                </a:solidFill>
                <a:latin typeface="+mj-lt"/>
                <a:cs typeface="Times New Roman"/>
              </a:rPr>
              <a:t>away.</a:t>
            </a:r>
            <a:endParaRPr sz="3100" dirty="0">
              <a:latin typeface="+mj-lt"/>
              <a:cs typeface="Times New Roman"/>
            </a:endParaRPr>
          </a:p>
          <a:p>
            <a:pPr marL="315595" marR="28575" indent="-303530">
              <a:lnSpc>
                <a:spcPts val="3220"/>
              </a:lnSpc>
              <a:spcBef>
                <a:spcPts val="595"/>
              </a:spcBef>
              <a:buChar char="•"/>
              <a:tabLst>
                <a:tab pos="315595" algn="l"/>
                <a:tab pos="316865" algn="l"/>
              </a:tabLst>
            </a:pPr>
            <a:r>
              <a:rPr sz="3050" dirty="0">
                <a:solidFill>
                  <a:srgbClr val="0F1111"/>
                </a:solidFill>
                <a:latin typeface="+mj-lt"/>
                <a:cs typeface="Times New Roman"/>
              </a:rPr>
              <a:t>	</a:t>
            </a:r>
            <a:r>
              <a:rPr sz="3050" b="1" spc="-45" dirty="0">
                <a:solidFill>
                  <a:srgbClr val="0F1111"/>
                </a:solidFill>
                <a:latin typeface="+mj-lt"/>
                <a:cs typeface="Times New Roman"/>
              </a:rPr>
              <a:t>Positioning:</a:t>
            </a:r>
            <a:r>
              <a:rPr sz="3050" b="1" spc="20" dirty="0">
                <a:solidFill>
                  <a:srgbClr val="0F1111"/>
                </a:solidFill>
                <a:latin typeface="+mj-lt"/>
                <a:cs typeface="Times New Roman"/>
              </a:rPr>
              <a:t> </a:t>
            </a:r>
            <a:r>
              <a:rPr sz="3100" dirty="0">
                <a:solidFill>
                  <a:srgbClr val="0F1111"/>
                </a:solidFill>
                <a:latin typeface="+mj-lt"/>
                <a:cs typeface="Times New Roman"/>
              </a:rPr>
              <a:t>Screens</a:t>
            </a:r>
            <a:r>
              <a:rPr sz="3100" spc="15" dirty="0">
                <a:solidFill>
                  <a:srgbClr val="0F1111"/>
                </a:solidFill>
                <a:latin typeface="+mj-lt"/>
                <a:cs typeface="Times New Roman"/>
              </a:rPr>
              <a:t> </a:t>
            </a:r>
            <a:r>
              <a:rPr sz="3100" dirty="0">
                <a:solidFill>
                  <a:srgbClr val="0F1111"/>
                </a:solidFill>
                <a:latin typeface="+mj-lt"/>
                <a:cs typeface="Times New Roman"/>
              </a:rPr>
              <a:t>turned</a:t>
            </a:r>
            <a:r>
              <a:rPr sz="3100" spc="60" dirty="0">
                <a:solidFill>
                  <a:srgbClr val="0F1111"/>
                </a:solidFill>
                <a:latin typeface="+mj-lt"/>
                <a:cs typeface="Times New Roman"/>
              </a:rPr>
              <a:t> </a:t>
            </a:r>
            <a:r>
              <a:rPr sz="3100" spc="-90" dirty="0">
                <a:solidFill>
                  <a:srgbClr val="0F1111"/>
                </a:solidFill>
                <a:latin typeface="+mj-lt"/>
                <a:cs typeface="Times New Roman"/>
              </a:rPr>
              <a:t>away</a:t>
            </a:r>
            <a:r>
              <a:rPr sz="3100" spc="-150" dirty="0">
                <a:solidFill>
                  <a:srgbClr val="0F1111"/>
                </a:solidFill>
                <a:latin typeface="+mj-lt"/>
                <a:cs typeface="Times New Roman"/>
              </a:rPr>
              <a:t> </a:t>
            </a:r>
            <a:r>
              <a:rPr sz="3100" spc="-20" dirty="0">
                <a:solidFill>
                  <a:srgbClr val="262626"/>
                </a:solidFill>
                <a:latin typeface="+mj-lt"/>
                <a:cs typeface="Times New Roman"/>
              </a:rPr>
              <a:t>from </a:t>
            </a:r>
            <a:r>
              <a:rPr sz="3100" spc="-40" dirty="0">
                <a:solidFill>
                  <a:srgbClr val="0F1111"/>
                </a:solidFill>
                <a:latin typeface="+mj-lt"/>
                <a:cs typeface="Times New Roman"/>
              </a:rPr>
              <a:t>public</a:t>
            </a:r>
            <a:r>
              <a:rPr sz="3100" spc="-140" dirty="0">
                <a:solidFill>
                  <a:srgbClr val="0F1111"/>
                </a:solidFill>
                <a:latin typeface="+mj-lt"/>
                <a:cs typeface="Times New Roman"/>
              </a:rPr>
              <a:t> </a:t>
            </a:r>
            <a:r>
              <a:rPr sz="3100" spc="-20" dirty="0">
                <a:solidFill>
                  <a:srgbClr val="0F1111"/>
                </a:solidFill>
                <a:latin typeface="+mj-lt"/>
                <a:cs typeface="Times New Roman"/>
              </a:rPr>
              <a:t>view</a:t>
            </a:r>
            <a:r>
              <a:rPr sz="3100" spc="-20" dirty="0">
                <a:solidFill>
                  <a:srgbClr val="363636"/>
                </a:solidFill>
                <a:latin typeface="+mj-lt"/>
                <a:cs typeface="Times New Roman"/>
              </a:rPr>
              <a:t>.</a:t>
            </a:r>
            <a:endParaRPr sz="3100" dirty="0">
              <a:latin typeface="+mj-lt"/>
              <a:cs typeface="Times New Roman"/>
            </a:endParaRPr>
          </a:p>
          <a:p>
            <a:pPr marL="300355" marR="5080" indent="-288290">
              <a:lnSpc>
                <a:spcPts val="3220"/>
              </a:lnSpc>
              <a:spcBef>
                <a:spcPts val="695"/>
              </a:spcBef>
              <a:buChar char="•"/>
              <a:tabLst>
                <a:tab pos="300355" algn="l"/>
                <a:tab pos="321310" algn="l"/>
              </a:tabLst>
            </a:pPr>
            <a:r>
              <a:rPr sz="3050" dirty="0">
                <a:solidFill>
                  <a:srgbClr val="0F1111"/>
                </a:solidFill>
                <a:latin typeface="+mj-lt"/>
                <a:cs typeface="Times New Roman"/>
              </a:rPr>
              <a:t>	</a:t>
            </a:r>
            <a:r>
              <a:rPr sz="3050" b="1" spc="-140" dirty="0">
                <a:solidFill>
                  <a:srgbClr val="0F1111"/>
                </a:solidFill>
                <a:latin typeface="+mj-lt"/>
                <a:cs typeface="Times New Roman"/>
              </a:rPr>
              <a:t>No</a:t>
            </a:r>
            <a:r>
              <a:rPr sz="3050" b="1" spc="-155" dirty="0">
                <a:solidFill>
                  <a:srgbClr val="0F1111"/>
                </a:solidFill>
                <a:latin typeface="+mj-lt"/>
                <a:cs typeface="Times New Roman"/>
              </a:rPr>
              <a:t> </a:t>
            </a:r>
            <a:r>
              <a:rPr sz="3050" b="1" spc="-75" dirty="0">
                <a:solidFill>
                  <a:srgbClr val="0F1111"/>
                </a:solidFill>
                <a:latin typeface="+mj-lt"/>
                <a:cs typeface="Times New Roman"/>
              </a:rPr>
              <a:t>Piggybacking:</a:t>
            </a:r>
            <a:r>
              <a:rPr sz="3050" b="1" spc="60" dirty="0">
                <a:solidFill>
                  <a:srgbClr val="0F1111"/>
                </a:solidFill>
                <a:latin typeface="+mj-lt"/>
                <a:cs typeface="Times New Roman"/>
              </a:rPr>
              <a:t> </a:t>
            </a:r>
            <a:r>
              <a:rPr sz="3100" spc="-160" dirty="0">
                <a:solidFill>
                  <a:srgbClr val="0F1111"/>
                </a:solidFill>
                <a:latin typeface="+mj-lt"/>
                <a:cs typeface="Times New Roman"/>
              </a:rPr>
              <a:t>Do</a:t>
            </a:r>
            <a:r>
              <a:rPr sz="3100" spc="-114" dirty="0">
                <a:solidFill>
                  <a:srgbClr val="0F1111"/>
                </a:solidFill>
                <a:latin typeface="+mj-lt"/>
                <a:cs typeface="Times New Roman"/>
              </a:rPr>
              <a:t> </a:t>
            </a:r>
            <a:r>
              <a:rPr sz="3100" dirty="0">
                <a:solidFill>
                  <a:srgbClr val="0F1111"/>
                </a:solidFill>
                <a:latin typeface="+mj-lt"/>
                <a:cs typeface="Times New Roman"/>
              </a:rPr>
              <a:t>not</a:t>
            </a:r>
            <a:r>
              <a:rPr sz="3100" spc="-160" dirty="0">
                <a:solidFill>
                  <a:srgbClr val="0F1111"/>
                </a:solidFill>
                <a:latin typeface="+mj-lt"/>
                <a:cs typeface="Times New Roman"/>
              </a:rPr>
              <a:t> </a:t>
            </a:r>
            <a:r>
              <a:rPr sz="3100" spc="75" dirty="0">
                <a:solidFill>
                  <a:srgbClr val="0F1111"/>
                </a:solidFill>
                <a:latin typeface="+mj-lt"/>
                <a:cs typeface="Times New Roman"/>
              </a:rPr>
              <a:t>let</a:t>
            </a:r>
            <a:r>
              <a:rPr sz="3100" spc="-220" dirty="0">
                <a:solidFill>
                  <a:srgbClr val="0F1111"/>
                </a:solidFill>
                <a:latin typeface="+mj-lt"/>
                <a:cs typeface="Times New Roman"/>
              </a:rPr>
              <a:t> </a:t>
            </a:r>
            <a:r>
              <a:rPr sz="3100" spc="55" dirty="0">
                <a:solidFill>
                  <a:srgbClr val="0F1111"/>
                </a:solidFill>
                <a:latin typeface="+mj-lt"/>
                <a:cs typeface="Times New Roman"/>
              </a:rPr>
              <a:t>others</a:t>
            </a:r>
            <a:r>
              <a:rPr sz="3100" spc="-105" dirty="0">
                <a:solidFill>
                  <a:srgbClr val="0F1111"/>
                </a:solidFill>
                <a:latin typeface="+mj-lt"/>
                <a:cs typeface="Times New Roman"/>
              </a:rPr>
              <a:t> </a:t>
            </a:r>
            <a:r>
              <a:rPr sz="3100" spc="25" dirty="0">
                <a:solidFill>
                  <a:srgbClr val="0F1111"/>
                </a:solidFill>
                <a:latin typeface="+mj-lt"/>
                <a:cs typeface="Times New Roman"/>
              </a:rPr>
              <a:t>use </a:t>
            </a:r>
            <a:r>
              <a:rPr sz="3100" spc="120" dirty="0">
                <a:solidFill>
                  <a:srgbClr val="0F1111"/>
                </a:solidFill>
                <a:latin typeface="+mj-lt"/>
                <a:cs typeface="Times New Roman"/>
              </a:rPr>
              <a:t>a</a:t>
            </a:r>
            <a:r>
              <a:rPr sz="3100" spc="-90" dirty="0">
                <a:solidFill>
                  <a:srgbClr val="0F1111"/>
                </a:solidFill>
                <a:latin typeface="+mj-lt"/>
                <a:cs typeface="Times New Roman"/>
              </a:rPr>
              <a:t> </a:t>
            </a:r>
            <a:r>
              <a:rPr sz="3100" dirty="0">
                <a:solidFill>
                  <a:srgbClr val="0F1111"/>
                </a:solidFill>
                <a:latin typeface="+mj-lt"/>
                <a:cs typeface="Times New Roman"/>
              </a:rPr>
              <a:t>terminal</a:t>
            </a:r>
            <a:r>
              <a:rPr sz="3100" spc="-35" dirty="0">
                <a:solidFill>
                  <a:srgbClr val="0F1111"/>
                </a:solidFill>
                <a:latin typeface="+mj-lt"/>
                <a:cs typeface="Times New Roman"/>
              </a:rPr>
              <a:t> </a:t>
            </a:r>
            <a:r>
              <a:rPr sz="3100" spc="-45" dirty="0">
                <a:solidFill>
                  <a:srgbClr val="0F1111"/>
                </a:solidFill>
                <a:latin typeface="+mj-lt"/>
                <a:cs typeface="Times New Roman"/>
              </a:rPr>
              <a:t>logged</a:t>
            </a:r>
            <a:r>
              <a:rPr sz="3100" spc="30" dirty="0">
                <a:solidFill>
                  <a:srgbClr val="0F1111"/>
                </a:solidFill>
                <a:latin typeface="+mj-lt"/>
                <a:cs typeface="Times New Roman"/>
              </a:rPr>
              <a:t> </a:t>
            </a:r>
            <a:r>
              <a:rPr sz="3100" dirty="0">
                <a:solidFill>
                  <a:srgbClr val="0F1111"/>
                </a:solidFill>
                <a:latin typeface="+mj-lt"/>
                <a:cs typeface="Times New Roman"/>
              </a:rPr>
              <a:t>in</a:t>
            </a:r>
            <a:r>
              <a:rPr sz="3100" spc="-135" dirty="0">
                <a:solidFill>
                  <a:srgbClr val="0F1111"/>
                </a:solidFill>
                <a:latin typeface="+mj-lt"/>
                <a:cs typeface="Times New Roman"/>
              </a:rPr>
              <a:t> </a:t>
            </a:r>
            <a:r>
              <a:rPr sz="3100" dirty="0">
                <a:solidFill>
                  <a:srgbClr val="0F1111"/>
                </a:solidFill>
                <a:latin typeface="+mj-lt"/>
                <a:cs typeface="Times New Roman"/>
              </a:rPr>
              <a:t>under</a:t>
            </a:r>
            <a:r>
              <a:rPr sz="3100" spc="-145" dirty="0">
                <a:solidFill>
                  <a:srgbClr val="0F1111"/>
                </a:solidFill>
                <a:latin typeface="+mj-lt"/>
                <a:cs typeface="Times New Roman"/>
              </a:rPr>
              <a:t> </a:t>
            </a:r>
            <a:r>
              <a:rPr sz="3100" dirty="0">
                <a:solidFill>
                  <a:srgbClr val="0F1111"/>
                </a:solidFill>
                <a:latin typeface="+mj-lt"/>
                <a:cs typeface="Times New Roman"/>
              </a:rPr>
              <a:t>your</a:t>
            </a:r>
            <a:r>
              <a:rPr sz="3100" spc="-45" dirty="0">
                <a:solidFill>
                  <a:srgbClr val="0F1111"/>
                </a:solidFill>
                <a:latin typeface="+mj-lt"/>
                <a:cs typeface="Times New Roman"/>
              </a:rPr>
              <a:t> </a:t>
            </a:r>
            <a:r>
              <a:rPr sz="3100" spc="-10" dirty="0">
                <a:solidFill>
                  <a:srgbClr val="0F1111"/>
                </a:solidFill>
                <a:latin typeface="+mj-lt"/>
                <a:cs typeface="Times New Roman"/>
              </a:rPr>
              <a:t>name.</a:t>
            </a:r>
            <a:endParaRPr sz="3100" dirty="0">
              <a:latin typeface="+mj-lt"/>
              <a:cs typeface="Times New Roman"/>
            </a:endParaRPr>
          </a:p>
        </p:txBody>
      </p:sp>
      <p:graphicFrame>
        <p:nvGraphicFramePr>
          <p:cNvPr id="26" name="Table 25">
            <a:extLst>
              <a:ext uri="{FF2B5EF4-FFF2-40B4-BE49-F238E27FC236}">
                <a16:creationId xmlns:a16="http://schemas.microsoft.com/office/drawing/2014/main" id="{8DE1E654-A1C6-DC74-2489-050266CB9B69}"/>
              </a:ext>
            </a:extLst>
          </p:cNvPr>
          <p:cNvGraphicFramePr>
            <a:graphicFrameLocks noGrp="1"/>
          </p:cNvGraphicFramePr>
          <p:nvPr>
            <p:extLst>
              <p:ext uri="{D42A27DB-BD31-4B8C-83A1-F6EECF244321}">
                <p14:modId xmlns:p14="http://schemas.microsoft.com/office/powerpoint/2010/main" val="1373389804"/>
              </p:ext>
            </p:extLst>
          </p:nvPr>
        </p:nvGraphicFramePr>
        <p:xfrm>
          <a:off x="6034045" y="4474676"/>
          <a:ext cx="1941555" cy="402124"/>
        </p:xfrm>
        <a:graphic>
          <a:graphicData uri="http://schemas.openxmlformats.org/drawingml/2006/table">
            <a:tbl>
              <a:tblPr firstRow="1" bandRow="1">
                <a:tableStyleId>{5C22544A-7EE6-4342-B048-85BDC9FD1C3A}</a:tableStyleId>
              </a:tblPr>
              <a:tblGrid>
                <a:gridCol w="277365">
                  <a:extLst>
                    <a:ext uri="{9D8B030D-6E8A-4147-A177-3AD203B41FA5}">
                      <a16:colId xmlns:a16="http://schemas.microsoft.com/office/drawing/2014/main" val="2353956311"/>
                    </a:ext>
                  </a:extLst>
                </a:gridCol>
                <a:gridCol w="277365">
                  <a:extLst>
                    <a:ext uri="{9D8B030D-6E8A-4147-A177-3AD203B41FA5}">
                      <a16:colId xmlns:a16="http://schemas.microsoft.com/office/drawing/2014/main" val="1440641569"/>
                    </a:ext>
                  </a:extLst>
                </a:gridCol>
                <a:gridCol w="277365">
                  <a:extLst>
                    <a:ext uri="{9D8B030D-6E8A-4147-A177-3AD203B41FA5}">
                      <a16:colId xmlns:a16="http://schemas.microsoft.com/office/drawing/2014/main" val="2177098727"/>
                    </a:ext>
                  </a:extLst>
                </a:gridCol>
                <a:gridCol w="277365">
                  <a:extLst>
                    <a:ext uri="{9D8B030D-6E8A-4147-A177-3AD203B41FA5}">
                      <a16:colId xmlns:a16="http://schemas.microsoft.com/office/drawing/2014/main" val="2089084574"/>
                    </a:ext>
                  </a:extLst>
                </a:gridCol>
                <a:gridCol w="277365">
                  <a:extLst>
                    <a:ext uri="{9D8B030D-6E8A-4147-A177-3AD203B41FA5}">
                      <a16:colId xmlns:a16="http://schemas.microsoft.com/office/drawing/2014/main" val="1791047610"/>
                    </a:ext>
                  </a:extLst>
                </a:gridCol>
                <a:gridCol w="277365">
                  <a:extLst>
                    <a:ext uri="{9D8B030D-6E8A-4147-A177-3AD203B41FA5}">
                      <a16:colId xmlns:a16="http://schemas.microsoft.com/office/drawing/2014/main" val="3781733305"/>
                    </a:ext>
                  </a:extLst>
                </a:gridCol>
                <a:gridCol w="277365">
                  <a:extLst>
                    <a:ext uri="{9D8B030D-6E8A-4147-A177-3AD203B41FA5}">
                      <a16:colId xmlns:a16="http://schemas.microsoft.com/office/drawing/2014/main" val="1031177779"/>
                    </a:ext>
                  </a:extLst>
                </a:gridCol>
              </a:tblGrid>
              <a:tr h="402124">
                <a:tc>
                  <a:txBody>
                    <a:bodyPr/>
                    <a:lstStyle/>
                    <a:p>
                      <a:endParaRPr lang="en-US"/>
                    </a:p>
                  </a:txBody>
                  <a:tcPr>
                    <a:solidFill>
                      <a:srgbClr val="00B050"/>
                    </a:solidFill>
                  </a:tcPr>
                </a:tc>
                <a:tc>
                  <a:txBody>
                    <a:bodyPr/>
                    <a:lstStyle/>
                    <a:p>
                      <a:endParaRPr lang="en-US"/>
                    </a:p>
                  </a:txBody>
                  <a:tcPr>
                    <a:solidFill>
                      <a:srgbClr val="00B050"/>
                    </a:solidFill>
                  </a:tcPr>
                </a:tc>
                <a:tc>
                  <a:txBody>
                    <a:bodyPr/>
                    <a:lstStyle/>
                    <a:p>
                      <a:endParaRPr lang="en-US"/>
                    </a:p>
                  </a:txBody>
                  <a:tcPr>
                    <a:solidFill>
                      <a:srgbClr val="00B050"/>
                    </a:solidFill>
                  </a:tcPr>
                </a:tc>
                <a:tc>
                  <a:txBody>
                    <a:bodyPr/>
                    <a:lstStyle/>
                    <a:p>
                      <a:endParaRPr lang="en-US"/>
                    </a:p>
                  </a:txBody>
                  <a:tcPr>
                    <a:solidFill>
                      <a:srgbClr val="00B050"/>
                    </a:solidFill>
                  </a:tcPr>
                </a:tc>
                <a:tc>
                  <a:txBody>
                    <a:bodyPr/>
                    <a:lstStyle/>
                    <a:p>
                      <a:endParaRPr lang="en-US"/>
                    </a:p>
                  </a:txBody>
                  <a:tcPr>
                    <a:solidFill>
                      <a:srgbClr val="00B050"/>
                    </a:solidFill>
                  </a:tcPr>
                </a:tc>
                <a:tc>
                  <a:txBody>
                    <a:bodyPr/>
                    <a:lstStyle/>
                    <a:p>
                      <a:endParaRPr lang="en-US"/>
                    </a:p>
                  </a:txBody>
                  <a:tcPr>
                    <a:solidFill>
                      <a:srgbClr val="00B050"/>
                    </a:solidFill>
                  </a:tcPr>
                </a:tc>
                <a:tc>
                  <a:txBody>
                    <a:bodyPr/>
                    <a:lstStyle/>
                    <a:p>
                      <a:endParaRPr lang="en-US" dirty="0"/>
                    </a:p>
                  </a:txBody>
                  <a:tcPr>
                    <a:solidFill>
                      <a:srgbClr val="00B050"/>
                    </a:solidFill>
                  </a:tcPr>
                </a:tc>
                <a:extLst>
                  <a:ext uri="{0D108BD9-81ED-4DB2-BD59-A6C34878D82A}">
                    <a16:rowId xmlns:a16="http://schemas.microsoft.com/office/drawing/2014/main" val="334661770"/>
                  </a:ext>
                </a:extLst>
              </a:tr>
            </a:tbl>
          </a:graphicData>
        </a:graphic>
      </p:graphicFrame>
      <p:sp>
        <p:nvSpPr>
          <p:cNvPr id="2" name="object 17">
            <a:extLst>
              <a:ext uri="{FF2B5EF4-FFF2-40B4-BE49-F238E27FC236}">
                <a16:creationId xmlns:a16="http://schemas.microsoft.com/office/drawing/2014/main" id="{A836CFA9-690B-EE21-CC3A-8E8407E8FAE3}"/>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 name="Rectangle: Rounded Corners 40">
            <a:extLst>
              <a:ext uri="{FF2B5EF4-FFF2-40B4-BE49-F238E27FC236}">
                <a16:creationId xmlns:a16="http://schemas.microsoft.com/office/drawing/2014/main" id="{5364817C-8B85-E172-B440-745D40D678A5}"/>
              </a:ext>
            </a:extLst>
          </p:cNvPr>
          <p:cNvSpPr/>
          <p:nvPr/>
        </p:nvSpPr>
        <p:spPr>
          <a:xfrm>
            <a:off x="553734" y="7001134"/>
            <a:ext cx="15991204" cy="2042927"/>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42FF29E4-FF57-49C4-660B-99E2D7185C12}"/>
              </a:ext>
            </a:extLst>
          </p:cNvPr>
          <p:cNvSpPr/>
          <p:nvPr/>
        </p:nvSpPr>
        <p:spPr>
          <a:xfrm>
            <a:off x="11496859" y="4021018"/>
            <a:ext cx="5029200" cy="282377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9E24297D-FEA5-072E-4FF8-00C3378A5B24}"/>
              </a:ext>
            </a:extLst>
          </p:cNvPr>
          <p:cNvSpPr/>
          <p:nvPr/>
        </p:nvSpPr>
        <p:spPr>
          <a:xfrm>
            <a:off x="6068882" y="4021018"/>
            <a:ext cx="5029200" cy="282377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405C2CCE-D213-2A52-4873-79C75B1C2B02}"/>
              </a:ext>
            </a:extLst>
          </p:cNvPr>
          <p:cNvSpPr/>
          <p:nvPr/>
        </p:nvSpPr>
        <p:spPr>
          <a:xfrm>
            <a:off x="535591" y="4021018"/>
            <a:ext cx="5029200" cy="282377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bject 28"/>
          <p:cNvSpPr txBox="1"/>
          <p:nvPr/>
        </p:nvSpPr>
        <p:spPr>
          <a:xfrm>
            <a:off x="6221984" y="4149909"/>
            <a:ext cx="5057140" cy="1920875"/>
          </a:xfrm>
          <a:prstGeom prst="rect">
            <a:avLst/>
          </a:prstGeom>
        </p:spPr>
        <p:txBody>
          <a:bodyPr vert="horz" wrap="square" lIns="0" tIns="135255" rIns="0" bIns="0" rtlCol="0">
            <a:spAutoFit/>
          </a:bodyPr>
          <a:lstStyle/>
          <a:p>
            <a:pPr marL="266700">
              <a:lnSpc>
                <a:spcPct val="100000"/>
              </a:lnSpc>
              <a:spcBef>
                <a:spcPts val="1065"/>
              </a:spcBef>
            </a:pPr>
            <a:r>
              <a:rPr sz="3250" b="1" spc="-95" dirty="0">
                <a:solidFill>
                  <a:srgbClr val="052346"/>
                </a:solidFill>
                <a:latin typeface="Arial"/>
                <a:cs typeface="Arial"/>
              </a:rPr>
              <a:t>Cloud</a:t>
            </a:r>
            <a:r>
              <a:rPr sz="3250" b="1" spc="-110" dirty="0">
                <a:solidFill>
                  <a:srgbClr val="052346"/>
                </a:solidFill>
                <a:latin typeface="Arial"/>
                <a:cs typeface="Arial"/>
              </a:rPr>
              <a:t> </a:t>
            </a:r>
            <a:r>
              <a:rPr sz="3250" b="1" spc="-10" dirty="0">
                <a:solidFill>
                  <a:srgbClr val="052346"/>
                </a:solidFill>
                <a:latin typeface="Arial"/>
                <a:cs typeface="Arial"/>
              </a:rPr>
              <a:t>Storage</a:t>
            </a:r>
            <a:endParaRPr sz="3250" dirty="0">
              <a:latin typeface="Arial"/>
              <a:cs typeface="Arial"/>
            </a:endParaRPr>
          </a:p>
          <a:p>
            <a:pPr marL="757555" marR="701040" indent="-487045">
              <a:lnSpc>
                <a:spcPct val="89900"/>
              </a:lnSpc>
              <a:spcBef>
                <a:spcPts val="1155"/>
              </a:spcBef>
              <a:tabLst>
                <a:tab pos="764540" algn="l"/>
              </a:tabLst>
            </a:pPr>
            <a:r>
              <a:rPr sz="2650" b="1" dirty="0">
                <a:solidFill>
                  <a:srgbClr val="B52A2A"/>
                </a:solidFill>
                <a:latin typeface="Times New Roman"/>
                <a:cs typeface="Times New Roman"/>
              </a:rPr>
              <a:t>		</a:t>
            </a:r>
            <a:r>
              <a:rPr lang="en-US" sz="2750" dirty="0">
                <a:solidFill>
                  <a:srgbClr val="1A1A1C"/>
                </a:solidFill>
                <a:latin typeface="+mj-lt"/>
                <a:cs typeface="Times New Roman"/>
              </a:rPr>
              <a:t>Prohibited</a:t>
            </a:r>
            <a:r>
              <a:rPr lang="en-US" sz="2750" spc="70" dirty="0">
                <a:solidFill>
                  <a:srgbClr val="1A1A1C"/>
                </a:solidFill>
                <a:latin typeface="+mj-lt"/>
                <a:cs typeface="Times New Roman"/>
              </a:rPr>
              <a:t> </a:t>
            </a:r>
            <a:r>
              <a:rPr lang="en-US" sz="2750" dirty="0">
                <a:solidFill>
                  <a:srgbClr val="1A1A1C"/>
                </a:solidFill>
                <a:latin typeface="+mj-lt"/>
                <a:cs typeface="Times New Roman"/>
              </a:rPr>
              <a:t>unless</a:t>
            </a:r>
            <a:r>
              <a:rPr lang="en-US" sz="2750" spc="-160" dirty="0">
                <a:solidFill>
                  <a:srgbClr val="1A1A1C"/>
                </a:solidFill>
                <a:latin typeface="+mj-lt"/>
                <a:cs typeface="Times New Roman"/>
              </a:rPr>
              <a:t> </a:t>
            </a:r>
            <a:r>
              <a:rPr lang="en-US" sz="2750" spc="65" dirty="0">
                <a:solidFill>
                  <a:srgbClr val="2A2A2D"/>
                </a:solidFill>
                <a:latin typeface="+mj-lt"/>
                <a:cs typeface="Times New Roman"/>
              </a:rPr>
              <a:t>an </a:t>
            </a:r>
            <a:r>
              <a:rPr lang="en-US" sz="2750" dirty="0">
                <a:solidFill>
                  <a:srgbClr val="1A1A1C"/>
                </a:solidFill>
                <a:latin typeface="+mj-lt"/>
                <a:cs typeface="Times New Roman"/>
              </a:rPr>
              <a:t>enterprise</a:t>
            </a:r>
            <a:r>
              <a:rPr lang="en-US" sz="2750" spc="270" dirty="0">
                <a:solidFill>
                  <a:srgbClr val="1A1A1C"/>
                </a:solidFill>
                <a:latin typeface="+mj-lt"/>
                <a:cs typeface="Times New Roman"/>
              </a:rPr>
              <a:t> </a:t>
            </a:r>
            <a:r>
              <a:rPr lang="en-US" sz="2750" dirty="0">
                <a:solidFill>
                  <a:srgbClr val="2A2A2D"/>
                </a:solidFill>
                <a:latin typeface="+mj-lt"/>
                <a:cs typeface="Times New Roman"/>
              </a:rPr>
              <a:t>account</a:t>
            </a:r>
            <a:r>
              <a:rPr lang="en-US" sz="2750" spc="180" dirty="0">
                <a:solidFill>
                  <a:srgbClr val="2A2A2D"/>
                </a:solidFill>
                <a:latin typeface="+mj-lt"/>
                <a:cs typeface="Times New Roman"/>
              </a:rPr>
              <a:t> </a:t>
            </a:r>
            <a:r>
              <a:rPr lang="en-US" sz="2750" dirty="0">
                <a:solidFill>
                  <a:srgbClr val="1A1A1C"/>
                </a:solidFill>
                <a:latin typeface="+mj-lt"/>
                <a:cs typeface="Times New Roman"/>
              </a:rPr>
              <a:t>with</a:t>
            </a:r>
            <a:r>
              <a:rPr lang="en-US" sz="2750" spc="65" dirty="0">
                <a:solidFill>
                  <a:srgbClr val="1A1A1C"/>
                </a:solidFill>
                <a:latin typeface="+mj-lt"/>
                <a:cs typeface="Times New Roman"/>
              </a:rPr>
              <a:t> </a:t>
            </a:r>
            <a:r>
              <a:rPr lang="en-US" sz="2750" spc="-50" dirty="0">
                <a:solidFill>
                  <a:srgbClr val="2A2A2D"/>
                </a:solidFill>
                <a:latin typeface="+mj-lt"/>
                <a:cs typeface="Times New Roman"/>
              </a:rPr>
              <a:t>a </a:t>
            </a:r>
            <a:r>
              <a:rPr lang="en-US" sz="2750" b="1" dirty="0">
                <a:solidFill>
                  <a:srgbClr val="1A1A1C"/>
                </a:solidFill>
                <a:latin typeface="+mj-lt"/>
                <a:cs typeface="Times New Roman"/>
              </a:rPr>
              <a:t>BAA</a:t>
            </a:r>
            <a:r>
              <a:rPr lang="en-US" sz="2750" dirty="0">
                <a:solidFill>
                  <a:srgbClr val="1A1A1C"/>
                </a:solidFill>
                <a:latin typeface="+mj-lt"/>
                <a:cs typeface="Times New Roman"/>
              </a:rPr>
              <a:t> </a:t>
            </a:r>
            <a:r>
              <a:rPr lang="en-US" sz="2750" spc="60" dirty="0">
                <a:solidFill>
                  <a:srgbClr val="1A1A1C"/>
                </a:solidFill>
                <a:latin typeface="+mj-lt"/>
                <a:cs typeface="Times New Roman"/>
              </a:rPr>
              <a:t>is</a:t>
            </a:r>
            <a:r>
              <a:rPr lang="en-US" sz="2750" spc="-240" dirty="0">
                <a:solidFill>
                  <a:srgbClr val="1A1A1C"/>
                </a:solidFill>
                <a:latin typeface="+mj-lt"/>
                <a:cs typeface="Times New Roman"/>
              </a:rPr>
              <a:t> </a:t>
            </a:r>
            <a:r>
              <a:rPr lang="en-US" sz="2750" dirty="0">
                <a:solidFill>
                  <a:srgbClr val="1A1A1C"/>
                </a:solidFill>
                <a:latin typeface="+mj-lt"/>
                <a:cs typeface="Times New Roman"/>
              </a:rPr>
              <a:t>in</a:t>
            </a:r>
            <a:r>
              <a:rPr lang="en-US" sz="2750" spc="-45" dirty="0">
                <a:solidFill>
                  <a:srgbClr val="1A1A1C"/>
                </a:solidFill>
                <a:latin typeface="+mj-lt"/>
                <a:cs typeface="Times New Roman"/>
              </a:rPr>
              <a:t> </a:t>
            </a:r>
            <a:r>
              <a:rPr lang="en-US" sz="2750" spc="-10" dirty="0">
                <a:solidFill>
                  <a:srgbClr val="1A1A1C"/>
                </a:solidFill>
                <a:latin typeface="+mj-lt"/>
                <a:cs typeface="Times New Roman"/>
              </a:rPr>
              <a:t>place.</a:t>
            </a:r>
            <a:endParaRPr sz="2750" dirty="0">
              <a:latin typeface="+mj-lt"/>
              <a:cs typeface="Times New Roman"/>
            </a:endParaRPr>
          </a:p>
        </p:txBody>
      </p:sp>
      <p:pic>
        <p:nvPicPr>
          <p:cNvPr id="3" name="object 3"/>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Lst>
          </a:blip>
          <a:stretch>
            <a:fillRect/>
          </a:stretch>
        </p:blipFill>
        <p:spPr>
          <a:xfrm>
            <a:off x="7578540" y="1543963"/>
            <a:ext cx="2318119" cy="2323438"/>
          </a:xfrm>
          <a:prstGeom prst="rect">
            <a:avLst/>
          </a:prstGeom>
        </p:spPr>
      </p:pic>
      <p:pic>
        <p:nvPicPr>
          <p:cNvPr id="4" name="object 4"/>
          <p:cNvPicPr/>
          <p:nvPr/>
        </p:nvPicPr>
        <p:blipFill>
          <a:blip r:embed="rId5" cstate="print">
            <a:extLst>
              <a:ext uri="{BEBA8EAE-BF5A-486C-A8C5-ECC9F3942E4B}">
                <a14:imgProps xmlns:a14="http://schemas.microsoft.com/office/drawing/2010/main">
                  <a14:imgLayer r:embed="rId6">
                    <a14:imgEffect>
                      <a14:colorTemperature colorTemp="8800"/>
                    </a14:imgEffect>
                  </a14:imgLayer>
                </a14:imgProps>
              </a:ext>
            </a:extLst>
          </a:blip>
          <a:stretch>
            <a:fillRect/>
          </a:stretch>
        </p:blipFill>
        <p:spPr>
          <a:xfrm>
            <a:off x="12852400" y="1558384"/>
            <a:ext cx="2318119" cy="2323438"/>
          </a:xfrm>
          <a:prstGeom prst="rect">
            <a:avLst/>
          </a:prstGeom>
        </p:spPr>
      </p:pic>
      <p:sp>
        <p:nvSpPr>
          <p:cNvPr id="25" name="object 25" descr="$PPTXTitle"/>
          <p:cNvSpPr txBox="1">
            <a:spLocks noGrp="1"/>
          </p:cNvSpPr>
          <p:nvPr>
            <p:ph type="title"/>
          </p:nvPr>
        </p:nvSpPr>
        <p:spPr>
          <a:xfrm>
            <a:off x="710069" y="383315"/>
            <a:ext cx="15017115" cy="899160"/>
          </a:xfrm>
          <a:prstGeom prst="rect">
            <a:avLst/>
          </a:prstGeom>
        </p:spPr>
        <p:txBody>
          <a:bodyPr vert="horz" wrap="square" lIns="0" tIns="16510" rIns="0" bIns="0" rtlCol="0">
            <a:spAutoFit/>
          </a:bodyPr>
          <a:lstStyle/>
          <a:p>
            <a:pPr marL="12700">
              <a:lnSpc>
                <a:spcPct val="100000"/>
              </a:lnSpc>
              <a:spcBef>
                <a:spcPts val="130"/>
              </a:spcBef>
            </a:pPr>
            <a:r>
              <a:rPr sz="5700" spc="229" dirty="0">
                <a:solidFill>
                  <a:srgbClr val="052346"/>
                </a:solidFill>
              </a:rPr>
              <a:t>The</a:t>
            </a:r>
            <a:r>
              <a:rPr sz="5700" spc="-290" dirty="0">
                <a:solidFill>
                  <a:srgbClr val="052346"/>
                </a:solidFill>
              </a:rPr>
              <a:t> </a:t>
            </a:r>
            <a:r>
              <a:rPr sz="5700" spc="125" dirty="0">
                <a:solidFill>
                  <a:srgbClr val="052346"/>
                </a:solidFill>
              </a:rPr>
              <a:t>Danger</a:t>
            </a:r>
            <a:r>
              <a:rPr sz="5700" spc="405" dirty="0">
                <a:solidFill>
                  <a:srgbClr val="052346"/>
                </a:solidFill>
              </a:rPr>
              <a:t> </a:t>
            </a:r>
            <a:r>
              <a:rPr sz="5700" spc="90" dirty="0">
                <a:solidFill>
                  <a:srgbClr val="052346"/>
                </a:solidFill>
              </a:rPr>
              <a:t>Zones:</a:t>
            </a:r>
            <a:r>
              <a:rPr sz="5700" spc="-355" dirty="0">
                <a:solidFill>
                  <a:srgbClr val="052346"/>
                </a:solidFill>
              </a:rPr>
              <a:t> </a:t>
            </a:r>
            <a:r>
              <a:rPr sz="5700" dirty="0">
                <a:solidFill>
                  <a:srgbClr val="052346"/>
                </a:solidFill>
              </a:rPr>
              <a:t>Email,</a:t>
            </a:r>
            <a:r>
              <a:rPr sz="5700" spc="10" dirty="0">
                <a:solidFill>
                  <a:srgbClr val="052346"/>
                </a:solidFill>
              </a:rPr>
              <a:t> </a:t>
            </a:r>
            <a:r>
              <a:rPr sz="5700" spc="110" dirty="0">
                <a:solidFill>
                  <a:srgbClr val="052346"/>
                </a:solidFill>
              </a:rPr>
              <a:t>Texting</a:t>
            </a:r>
            <a:r>
              <a:rPr sz="5700" spc="-105" dirty="0">
                <a:solidFill>
                  <a:srgbClr val="052346"/>
                </a:solidFill>
              </a:rPr>
              <a:t> </a:t>
            </a:r>
            <a:r>
              <a:rPr sz="5400" spc="270" dirty="0">
                <a:solidFill>
                  <a:srgbClr val="052346"/>
                </a:solidFill>
              </a:rPr>
              <a:t>&amp;</a:t>
            </a:r>
            <a:r>
              <a:rPr sz="5400" spc="-270" dirty="0">
                <a:solidFill>
                  <a:srgbClr val="052346"/>
                </a:solidFill>
              </a:rPr>
              <a:t> </a:t>
            </a:r>
            <a:r>
              <a:rPr sz="5700" spc="35" dirty="0">
                <a:solidFill>
                  <a:srgbClr val="052346"/>
                </a:solidFill>
              </a:rPr>
              <a:t>Cloud</a:t>
            </a:r>
            <a:endParaRPr sz="5700"/>
          </a:p>
        </p:txBody>
      </p:sp>
      <p:sp>
        <p:nvSpPr>
          <p:cNvPr id="26" name="object 26"/>
          <p:cNvSpPr txBox="1"/>
          <p:nvPr/>
        </p:nvSpPr>
        <p:spPr>
          <a:xfrm>
            <a:off x="1039682" y="4270606"/>
            <a:ext cx="1027430" cy="523875"/>
          </a:xfrm>
          <a:prstGeom prst="rect">
            <a:avLst/>
          </a:prstGeom>
        </p:spPr>
        <p:txBody>
          <a:bodyPr vert="horz" wrap="square" lIns="0" tIns="14604" rIns="0" bIns="0" rtlCol="0">
            <a:spAutoFit/>
          </a:bodyPr>
          <a:lstStyle/>
          <a:p>
            <a:pPr>
              <a:lnSpc>
                <a:spcPct val="100000"/>
              </a:lnSpc>
              <a:spcBef>
                <a:spcPts val="114"/>
              </a:spcBef>
            </a:pPr>
            <a:r>
              <a:rPr sz="3250" b="1" spc="-130" dirty="0">
                <a:solidFill>
                  <a:srgbClr val="052346"/>
                </a:solidFill>
                <a:latin typeface="Arial"/>
                <a:cs typeface="Arial"/>
              </a:rPr>
              <a:t>Email</a:t>
            </a:r>
            <a:endParaRPr sz="3250">
              <a:latin typeface="Arial"/>
              <a:cs typeface="Arial"/>
            </a:endParaRPr>
          </a:p>
        </p:txBody>
      </p:sp>
      <p:sp>
        <p:nvSpPr>
          <p:cNvPr id="27" name="object 27"/>
          <p:cNvSpPr txBox="1"/>
          <p:nvPr/>
        </p:nvSpPr>
        <p:spPr>
          <a:xfrm>
            <a:off x="1029053" y="4870614"/>
            <a:ext cx="4347845" cy="1570355"/>
          </a:xfrm>
          <a:prstGeom prst="rect">
            <a:avLst/>
          </a:prstGeom>
        </p:spPr>
        <p:txBody>
          <a:bodyPr vert="horz" wrap="square" lIns="0" tIns="59054" rIns="0" bIns="0" rtlCol="0">
            <a:spAutoFit/>
          </a:bodyPr>
          <a:lstStyle/>
          <a:p>
            <a:pPr marL="482600" marR="5080" indent="-483234">
              <a:lnSpc>
                <a:spcPct val="89400"/>
              </a:lnSpc>
              <a:spcBef>
                <a:spcPts val="464"/>
              </a:spcBef>
              <a:tabLst>
                <a:tab pos="492759" algn="l"/>
              </a:tabLst>
            </a:pPr>
            <a:r>
              <a:rPr sz="2650" b="1" dirty="0">
                <a:solidFill>
                  <a:srgbClr val="B52A2A"/>
                </a:solidFill>
                <a:latin typeface="Times New Roman"/>
                <a:cs typeface="Times New Roman"/>
              </a:rPr>
              <a:t>		</a:t>
            </a:r>
            <a:r>
              <a:rPr sz="2750" spc="-110" dirty="0">
                <a:solidFill>
                  <a:srgbClr val="1A1A1C"/>
                </a:solidFill>
                <a:latin typeface="+mj-lt"/>
                <a:cs typeface="Times New Roman"/>
              </a:rPr>
              <a:t>Do</a:t>
            </a:r>
            <a:r>
              <a:rPr sz="2750" spc="-125" dirty="0">
                <a:solidFill>
                  <a:srgbClr val="1A1A1C"/>
                </a:solidFill>
                <a:latin typeface="+mj-lt"/>
                <a:cs typeface="Times New Roman"/>
              </a:rPr>
              <a:t> </a:t>
            </a:r>
            <a:r>
              <a:rPr sz="2750" spc="65" dirty="0">
                <a:solidFill>
                  <a:srgbClr val="1A1A1C"/>
                </a:solidFill>
                <a:latin typeface="+mj-lt"/>
                <a:cs typeface="Times New Roman"/>
              </a:rPr>
              <a:t>not</a:t>
            </a:r>
            <a:r>
              <a:rPr sz="2750" spc="-35" dirty="0">
                <a:solidFill>
                  <a:srgbClr val="1A1A1C"/>
                </a:solidFill>
                <a:latin typeface="+mj-lt"/>
                <a:cs typeface="Times New Roman"/>
              </a:rPr>
              <a:t> </a:t>
            </a:r>
            <a:r>
              <a:rPr sz="2750" dirty="0">
                <a:solidFill>
                  <a:srgbClr val="1A1A1C"/>
                </a:solidFill>
                <a:latin typeface="+mj-lt"/>
                <a:cs typeface="Times New Roman"/>
              </a:rPr>
              <a:t>use</a:t>
            </a:r>
            <a:r>
              <a:rPr sz="2750" spc="15" dirty="0">
                <a:solidFill>
                  <a:srgbClr val="1A1A1C"/>
                </a:solidFill>
                <a:latin typeface="+mj-lt"/>
                <a:cs typeface="Times New Roman"/>
              </a:rPr>
              <a:t> </a:t>
            </a:r>
            <a:r>
              <a:rPr sz="2750" b="1" dirty="0">
                <a:solidFill>
                  <a:srgbClr val="1A1A1C"/>
                </a:solidFill>
                <a:latin typeface="+mj-lt"/>
                <a:cs typeface="Times New Roman"/>
              </a:rPr>
              <a:t>personal</a:t>
            </a:r>
            <a:r>
              <a:rPr sz="2750" spc="80" dirty="0">
                <a:solidFill>
                  <a:srgbClr val="1A1A1C"/>
                </a:solidFill>
                <a:latin typeface="+mj-lt"/>
                <a:cs typeface="Times New Roman"/>
              </a:rPr>
              <a:t> </a:t>
            </a:r>
            <a:r>
              <a:rPr sz="2750" spc="-10" dirty="0">
                <a:solidFill>
                  <a:srgbClr val="1A1A1C"/>
                </a:solidFill>
                <a:latin typeface="+mj-lt"/>
                <a:cs typeface="Times New Roman"/>
              </a:rPr>
              <a:t>Gmail, </a:t>
            </a:r>
            <a:r>
              <a:rPr sz="2750" spc="-105" dirty="0">
                <a:solidFill>
                  <a:srgbClr val="2A2A2D"/>
                </a:solidFill>
                <a:latin typeface="+mj-lt"/>
                <a:cs typeface="Times New Roman"/>
              </a:rPr>
              <a:t>Yahoo,</a:t>
            </a:r>
            <a:r>
              <a:rPr sz="2750" spc="10" dirty="0">
                <a:solidFill>
                  <a:srgbClr val="2A2A2D"/>
                </a:solidFill>
                <a:latin typeface="+mj-lt"/>
                <a:cs typeface="Times New Roman"/>
              </a:rPr>
              <a:t> </a:t>
            </a:r>
            <a:r>
              <a:rPr sz="2750" spc="80" dirty="0">
                <a:solidFill>
                  <a:srgbClr val="1A1A1C"/>
                </a:solidFill>
                <a:latin typeface="+mj-lt"/>
                <a:cs typeface="Times New Roman"/>
              </a:rPr>
              <a:t>or</a:t>
            </a:r>
            <a:r>
              <a:rPr sz="2750" spc="-50" dirty="0">
                <a:solidFill>
                  <a:srgbClr val="1A1A1C"/>
                </a:solidFill>
                <a:latin typeface="+mj-lt"/>
                <a:cs typeface="Times New Roman"/>
              </a:rPr>
              <a:t> </a:t>
            </a:r>
            <a:r>
              <a:rPr sz="2750" spc="-75" dirty="0">
                <a:solidFill>
                  <a:srgbClr val="1A1A1C"/>
                </a:solidFill>
                <a:latin typeface="+mj-lt"/>
                <a:cs typeface="Times New Roman"/>
              </a:rPr>
              <a:t>Hotmail</a:t>
            </a:r>
            <a:r>
              <a:rPr sz="2750" spc="-60" dirty="0">
                <a:solidFill>
                  <a:srgbClr val="1A1A1C"/>
                </a:solidFill>
                <a:latin typeface="+mj-lt"/>
                <a:cs typeface="Times New Roman"/>
              </a:rPr>
              <a:t> </a:t>
            </a:r>
            <a:r>
              <a:rPr sz="2750" dirty="0">
                <a:solidFill>
                  <a:srgbClr val="2A2A2D"/>
                </a:solidFill>
                <a:latin typeface="+mj-lt"/>
                <a:cs typeface="Times New Roman"/>
              </a:rPr>
              <a:t>for</a:t>
            </a:r>
            <a:r>
              <a:rPr sz="2750" spc="-15" dirty="0">
                <a:solidFill>
                  <a:srgbClr val="2A2A2D"/>
                </a:solidFill>
                <a:latin typeface="+mj-lt"/>
                <a:cs typeface="Times New Roman"/>
              </a:rPr>
              <a:t> </a:t>
            </a:r>
            <a:r>
              <a:rPr sz="2750" spc="-20" dirty="0">
                <a:solidFill>
                  <a:srgbClr val="1A1A1C"/>
                </a:solidFill>
                <a:latin typeface="+mj-lt"/>
                <a:cs typeface="Times New Roman"/>
              </a:rPr>
              <a:t>PHI. </a:t>
            </a:r>
            <a:r>
              <a:rPr sz="2750" spc="-70" dirty="0">
                <a:solidFill>
                  <a:srgbClr val="2A2A2D"/>
                </a:solidFill>
                <a:latin typeface="+mj-lt"/>
                <a:cs typeface="Times New Roman"/>
              </a:rPr>
              <a:t>Use</a:t>
            </a:r>
            <a:r>
              <a:rPr sz="2750" spc="-40" dirty="0">
                <a:solidFill>
                  <a:srgbClr val="2A2A2D"/>
                </a:solidFill>
                <a:latin typeface="+mj-lt"/>
                <a:cs typeface="Times New Roman"/>
              </a:rPr>
              <a:t> </a:t>
            </a:r>
            <a:r>
              <a:rPr sz="2750" dirty="0">
                <a:solidFill>
                  <a:srgbClr val="1A1A1C"/>
                </a:solidFill>
                <a:latin typeface="+mj-lt"/>
                <a:cs typeface="Times New Roman"/>
              </a:rPr>
              <a:t>encrypted</a:t>
            </a:r>
            <a:r>
              <a:rPr sz="2750" spc="260" dirty="0">
                <a:solidFill>
                  <a:srgbClr val="1A1A1C"/>
                </a:solidFill>
                <a:latin typeface="+mj-lt"/>
                <a:cs typeface="Times New Roman"/>
              </a:rPr>
              <a:t> </a:t>
            </a:r>
            <a:r>
              <a:rPr sz="2750" spc="-10" dirty="0">
                <a:solidFill>
                  <a:srgbClr val="1A1A1C"/>
                </a:solidFill>
                <a:latin typeface="+mj-lt"/>
                <a:cs typeface="Times New Roman"/>
              </a:rPr>
              <a:t>organization </a:t>
            </a:r>
            <a:r>
              <a:rPr sz="2750" spc="-35" dirty="0">
                <a:solidFill>
                  <a:srgbClr val="2A2A2D"/>
                </a:solidFill>
                <a:latin typeface="+mj-lt"/>
                <a:cs typeface="Times New Roman"/>
              </a:rPr>
              <a:t>email</a:t>
            </a:r>
            <a:r>
              <a:rPr sz="2750" spc="-130" dirty="0">
                <a:solidFill>
                  <a:srgbClr val="2A2A2D"/>
                </a:solidFill>
                <a:latin typeface="+mj-lt"/>
                <a:cs typeface="Times New Roman"/>
              </a:rPr>
              <a:t> </a:t>
            </a:r>
            <a:r>
              <a:rPr sz="2750" dirty="0">
                <a:solidFill>
                  <a:srgbClr val="1A1A1C"/>
                </a:solidFill>
                <a:latin typeface="+mj-lt"/>
                <a:cs typeface="Times New Roman"/>
              </a:rPr>
              <a:t>ONLY</a:t>
            </a:r>
            <a:r>
              <a:rPr sz="2750" spc="-330" dirty="0">
                <a:solidFill>
                  <a:srgbClr val="1A1A1C"/>
                </a:solidFill>
                <a:latin typeface="+mj-lt"/>
                <a:cs typeface="Times New Roman"/>
              </a:rPr>
              <a:t>.</a:t>
            </a:r>
            <a:endParaRPr sz="2750" dirty="0">
              <a:latin typeface="+mj-lt"/>
              <a:cs typeface="Times New Roman"/>
            </a:endParaRPr>
          </a:p>
        </p:txBody>
      </p:sp>
      <p:sp>
        <p:nvSpPr>
          <p:cNvPr id="29" name="object 29"/>
          <p:cNvSpPr txBox="1"/>
          <p:nvPr/>
        </p:nvSpPr>
        <p:spPr>
          <a:xfrm>
            <a:off x="11667018" y="4149909"/>
            <a:ext cx="5082540" cy="2314095"/>
          </a:xfrm>
          <a:prstGeom prst="rect">
            <a:avLst/>
          </a:prstGeom>
        </p:spPr>
        <p:txBody>
          <a:bodyPr vert="horz" wrap="square" lIns="0" tIns="135255" rIns="0" bIns="0" rtlCol="0">
            <a:spAutoFit/>
          </a:bodyPr>
          <a:lstStyle/>
          <a:p>
            <a:pPr marL="283210">
              <a:lnSpc>
                <a:spcPct val="100000"/>
              </a:lnSpc>
              <a:spcBef>
                <a:spcPts val="1065"/>
              </a:spcBef>
            </a:pPr>
            <a:r>
              <a:rPr sz="3250" b="1" spc="-10" dirty="0">
                <a:solidFill>
                  <a:srgbClr val="052346"/>
                </a:solidFill>
                <a:latin typeface="Arial"/>
                <a:cs typeface="Arial"/>
              </a:rPr>
              <a:t>Texting</a:t>
            </a:r>
            <a:endParaRPr sz="3250" dirty="0">
              <a:latin typeface="Arial"/>
              <a:cs typeface="Arial"/>
            </a:endParaRPr>
          </a:p>
          <a:p>
            <a:pPr marL="759460" marR="307340" indent="-482600">
              <a:lnSpc>
                <a:spcPct val="89900"/>
              </a:lnSpc>
              <a:spcBef>
                <a:spcPts val="1155"/>
              </a:spcBef>
              <a:tabLst>
                <a:tab pos="755015" algn="l"/>
              </a:tabLst>
            </a:pPr>
            <a:r>
              <a:rPr sz="2650" b="1" dirty="0">
                <a:solidFill>
                  <a:srgbClr val="B52A2A"/>
                </a:solidFill>
                <a:latin typeface="Times New Roman"/>
                <a:cs typeface="Times New Roman"/>
              </a:rPr>
              <a:t>	</a:t>
            </a:r>
            <a:r>
              <a:rPr sz="2750" dirty="0">
                <a:solidFill>
                  <a:srgbClr val="1A1A1C"/>
                </a:solidFill>
                <a:latin typeface="+mj-lt"/>
                <a:cs typeface="Times New Roman"/>
              </a:rPr>
              <a:t>Standard</a:t>
            </a:r>
            <a:r>
              <a:rPr sz="2750" spc="90" dirty="0">
                <a:solidFill>
                  <a:srgbClr val="1A1A1C"/>
                </a:solidFill>
                <a:latin typeface="+mj-lt"/>
                <a:cs typeface="Times New Roman"/>
              </a:rPr>
              <a:t> </a:t>
            </a:r>
            <a:r>
              <a:rPr sz="2750" b="1" dirty="0">
                <a:solidFill>
                  <a:srgbClr val="1A1A1C"/>
                </a:solidFill>
                <a:latin typeface="+mj-lt"/>
                <a:cs typeface="Times New Roman"/>
              </a:rPr>
              <a:t>SMS</a:t>
            </a:r>
            <a:r>
              <a:rPr sz="2750" b="1" spc="-180" dirty="0">
                <a:solidFill>
                  <a:srgbClr val="1A1A1C"/>
                </a:solidFill>
                <a:latin typeface="+mj-lt"/>
                <a:cs typeface="Times New Roman"/>
              </a:rPr>
              <a:t> </a:t>
            </a:r>
            <a:r>
              <a:rPr sz="2750" b="1" dirty="0">
                <a:solidFill>
                  <a:srgbClr val="1A1A1C"/>
                </a:solidFill>
                <a:latin typeface="+mj-lt"/>
                <a:cs typeface="Times New Roman"/>
              </a:rPr>
              <a:t>is</a:t>
            </a:r>
            <a:r>
              <a:rPr sz="2750" b="1" spc="30" dirty="0">
                <a:solidFill>
                  <a:srgbClr val="1A1A1C"/>
                </a:solidFill>
                <a:latin typeface="+mj-lt"/>
                <a:cs typeface="Times New Roman"/>
              </a:rPr>
              <a:t> </a:t>
            </a:r>
            <a:r>
              <a:rPr sz="2750" b="1" spc="-25" dirty="0">
                <a:solidFill>
                  <a:srgbClr val="2A2A2D"/>
                </a:solidFill>
                <a:latin typeface="+mj-lt"/>
                <a:cs typeface="Times New Roman"/>
              </a:rPr>
              <a:t>NOT </a:t>
            </a:r>
            <a:r>
              <a:rPr sz="2750" b="1" dirty="0">
                <a:solidFill>
                  <a:srgbClr val="2A2A2D"/>
                </a:solidFill>
                <a:latin typeface="+mj-lt"/>
                <a:cs typeface="Times New Roman"/>
              </a:rPr>
              <a:t>secure</a:t>
            </a:r>
            <a:r>
              <a:rPr sz="2750" dirty="0">
                <a:solidFill>
                  <a:srgbClr val="2A2A2D"/>
                </a:solidFill>
                <a:latin typeface="+mj-lt"/>
                <a:cs typeface="Times New Roman"/>
              </a:rPr>
              <a:t>.</a:t>
            </a:r>
            <a:r>
              <a:rPr sz="2750" spc="10" dirty="0">
                <a:solidFill>
                  <a:srgbClr val="2A2A2D"/>
                </a:solidFill>
                <a:latin typeface="+mj-lt"/>
                <a:cs typeface="Times New Roman"/>
              </a:rPr>
              <a:t> </a:t>
            </a:r>
            <a:r>
              <a:rPr sz="2750" spc="-65" dirty="0">
                <a:solidFill>
                  <a:srgbClr val="1A1A1C"/>
                </a:solidFill>
                <a:latin typeface="+mj-lt"/>
                <a:cs typeface="Times New Roman"/>
              </a:rPr>
              <a:t>Use</a:t>
            </a:r>
            <a:r>
              <a:rPr sz="2750" spc="-75" dirty="0">
                <a:solidFill>
                  <a:srgbClr val="1A1A1C"/>
                </a:solidFill>
                <a:latin typeface="+mj-lt"/>
                <a:cs typeface="Times New Roman"/>
              </a:rPr>
              <a:t> </a:t>
            </a:r>
            <a:r>
              <a:rPr sz="2750" dirty="0">
                <a:solidFill>
                  <a:srgbClr val="2A2A2D"/>
                </a:solidFill>
                <a:latin typeface="+mj-lt"/>
                <a:cs typeface="Times New Roman"/>
              </a:rPr>
              <a:t>approved</a:t>
            </a:r>
            <a:r>
              <a:rPr sz="2750" spc="60" dirty="0">
                <a:solidFill>
                  <a:srgbClr val="2A2A2D"/>
                </a:solidFill>
                <a:latin typeface="+mj-lt"/>
                <a:cs typeface="Times New Roman"/>
              </a:rPr>
              <a:t> </a:t>
            </a:r>
            <a:r>
              <a:rPr sz="2750" spc="40" dirty="0">
                <a:solidFill>
                  <a:srgbClr val="2A2A2D"/>
                </a:solidFill>
                <a:latin typeface="+mj-lt"/>
                <a:cs typeface="Times New Roman"/>
              </a:rPr>
              <a:t>secure </a:t>
            </a:r>
            <a:r>
              <a:rPr sz="2750" spc="-20" dirty="0">
                <a:solidFill>
                  <a:srgbClr val="1A1A1C"/>
                </a:solidFill>
                <a:latin typeface="+mj-lt"/>
                <a:cs typeface="Times New Roman"/>
              </a:rPr>
              <a:t>messaging</a:t>
            </a:r>
            <a:r>
              <a:rPr sz="2750" spc="-114" dirty="0">
                <a:solidFill>
                  <a:srgbClr val="1A1A1C"/>
                </a:solidFill>
                <a:latin typeface="+mj-lt"/>
                <a:cs typeface="Times New Roman"/>
              </a:rPr>
              <a:t> </a:t>
            </a:r>
            <a:r>
              <a:rPr sz="2750" spc="55" dirty="0">
                <a:solidFill>
                  <a:srgbClr val="1A1A1C"/>
                </a:solidFill>
                <a:latin typeface="+mj-lt"/>
                <a:cs typeface="Times New Roman"/>
              </a:rPr>
              <a:t>apps</a:t>
            </a:r>
            <a:r>
              <a:rPr sz="2750" spc="-140" dirty="0">
                <a:solidFill>
                  <a:srgbClr val="1A1A1C"/>
                </a:solidFill>
                <a:latin typeface="+mj-lt"/>
                <a:cs typeface="Times New Roman"/>
              </a:rPr>
              <a:t> </a:t>
            </a:r>
            <a:r>
              <a:rPr sz="2750" spc="-10" dirty="0">
                <a:solidFill>
                  <a:srgbClr val="1A1A1C"/>
                </a:solidFill>
                <a:latin typeface="+mj-lt"/>
                <a:cs typeface="Times New Roman"/>
              </a:rPr>
              <a:t>only.</a:t>
            </a:r>
            <a:endParaRPr sz="2750" dirty="0">
              <a:latin typeface="+mj-lt"/>
              <a:cs typeface="Times New Roman"/>
            </a:endParaRPr>
          </a:p>
        </p:txBody>
      </p:sp>
      <p:sp>
        <p:nvSpPr>
          <p:cNvPr id="30" name="object 30"/>
          <p:cNvSpPr txBox="1"/>
          <p:nvPr/>
        </p:nvSpPr>
        <p:spPr>
          <a:xfrm>
            <a:off x="757846" y="6983991"/>
            <a:ext cx="15991205" cy="1920875"/>
          </a:xfrm>
          <a:prstGeom prst="rect">
            <a:avLst/>
          </a:prstGeom>
        </p:spPr>
        <p:txBody>
          <a:bodyPr vert="horz" wrap="square" lIns="0" tIns="135255" rIns="0" bIns="0" rtlCol="0">
            <a:spAutoFit/>
          </a:bodyPr>
          <a:lstStyle/>
          <a:p>
            <a:pPr marL="268605">
              <a:lnSpc>
                <a:spcPct val="100000"/>
              </a:lnSpc>
              <a:spcBef>
                <a:spcPts val="1065"/>
              </a:spcBef>
            </a:pPr>
            <a:r>
              <a:rPr sz="3250" b="1" spc="-65" dirty="0">
                <a:solidFill>
                  <a:srgbClr val="052346"/>
                </a:solidFill>
                <a:latin typeface="Arial"/>
                <a:cs typeface="Arial"/>
              </a:rPr>
              <a:t>Device</a:t>
            </a:r>
            <a:r>
              <a:rPr sz="3250" b="1" spc="-130" dirty="0">
                <a:solidFill>
                  <a:srgbClr val="052346"/>
                </a:solidFill>
                <a:latin typeface="Arial"/>
                <a:cs typeface="Arial"/>
              </a:rPr>
              <a:t> </a:t>
            </a:r>
            <a:r>
              <a:rPr sz="3250" b="1" spc="-10" dirty="0">
                <a:solidFill>
                  <a:srgbClr val="052346"/>
                </a:solidFill>
                <a:latin typeface="Arial"/>
                <a:cs typeface="Arial"/>
              </a:rPr>
              <a:t>Control</a:t>
            </a:r>
            <a:endParaRPr sz="3250" dirty="0">
              <a:latin typeface="Arial"/>
              <a:cs typeface="Arial"/>
            </a:endParaRPr>
          </a:p>
          <a:p>
            <a:pPr marL="763270" indent="-266700">
              <a:lnSpc>
                <a:spcPts val="3160"/>
              </a:lnSpc>
              <a:spcBef>
                <a:spcPts val="825"/>
              </a:spcBef>
              <a:buClr>
                <a:srgbClr val="052346"/>
              </a:buClr>
              <a:buChar char="•"/>
              <a:tabLst>
                <a:tab pos="763270" algn="l"/>
              </a:tabLst>
            </a:pPr>
            <a:r>
              <a:rPr sz="2750" b="1" spc="-25" dirty="0">
                <a:solidFill>
                  <a:srgbClr val="2A2A2D"/>
                </a:solidFill>
                <a:latin typeface="+mj-lt"/>
                <a:cs typeface="Times New Roman"/>
              </a:rPr>
              <a:t>Encryption:</a:t>
            </a:r>
            <a:r>
              <a:rPr sz="2750" b="1" spc="-100" dirty="0">
                <a:solidFill>
                  <a:srgbClr val="2A2A2D"/>
                </a:solidFill>
                <a:latin typeface="+mj-lt"/>
                <a:cs typeface="Times New Roman"/>
              </a:rPr>
              <a:t> </a:t>
            </a:r>
            <a:r>
              <a:rPr sz="2750" spc="-245" dirty="0">
                <a:solidFill>
                  <a:srgbClr val="2A2A2D"/>
                </a:solidFill>
                <a:latin typeface="+mj-lt"/>
                <a:cs typeface="Times New Roman"/>
              </a:rPr>
              <a:t>All</a:t>
            </a:r>
            <a:r>
              <a:rPr sz="2750" dirty="0">
                <a:solidFill>
                  <a:srgbClr val="2A2A2D"/>
                </a:solidFill>
                <a:latin typeface="+mj-lt"/>
                <a:cs typeface="Times New Roman"/>
              </a:rPr>
              <a:t> </a:t>
            </a:r>
            <a:r>
              <a:rPr sz="2750" spc="-30" dirty="0">
                <a:solidFill>
                  <a:srgbClr val="1A1A1C"/>
                </a:solidFill>
                <a:latin typeface="+mj-lt"/>
                <a:cs typeface="Times New Roman"/>
              </a:rPr>
              <a:t>mobile</a:t>
            </a:r>
            <a:r>
              <a:rPr sz="2750" spc="10" dirty="0">
                <a:solidFill>
                  <a:srgbClr val="1A1A1C"/>
                </a:solidFill>
                <a:latin typeface="+mj-lt"/>
                <a:cs typeface="Times New Roman"/>
              </a:rPr>
              <a:t> </a:t>
            </a:r>
            <a:r>
              <a:rPr sz="2750" spc="-25" dirty="0">
                <a:solidFill>
                  <a:srgbClr val="1A1A1C"/>
                </a:solidFill>
                <a:latin typeface="+mj-lt"/>
                <a:cs typeface="Times New Roman"/>
              </a:rPr>
              <a:t>devices</a:t>
            </a:r>
            <a:r>
              <a:rPr sz="2750" spc="-180" dirty="0">
                <a:solidFill>
                  <a:srgbClr val="1A1A1C"/>
                </a:solidFill>
                <a:latin typeface="+mj-lt"/>
                <a:cs typeface="Times New Roman"/>
              </a:rPr>
              <a:t> </a:t>
            </a:r>
            <a:r>
              <a:rPr sz="2750" dirty="0">
                <a:solidFill>
                  <a:srgbClr val="1A1A1C"/>
                </a:solidFill>
                <a:latin typeface="+mj-lt"/>
                <a:cs typeface="Times New Roman"/>
              </a:rPr>
              <a:t>with</a:t>
            </a:r>
            <a:r>
              <a:rPr sz="2750" spc="-25" dirty="0">
                <a:solidFill>
                  <a:srgbClr val="1A1A1C"/>
                </a:solidFill>
                <a:latin typeface="+mj-lt"/>
                <a:cs typeface="Times New Roman"/>
              </a:rPr>
              <a:t> </a:t>
            </a:r>
            <a:r>
              <a:rPr sz="2750" spc="-65" dirty="0">
                <a:solidFill>
                  <a:srgbClr val="1A1A1C"/>
                </a:solidFill>
                <a:latin typeface="+mj-lt"/>
                <a:cs typeface="Times New Roman"/>
              </a:rPr>
              <a:t>ePHI</a:t>
            </a:r>
            <a:r>
              <a:rPr sz="2750" spc="20" dirty="0">
                <a:solidFill>
                  <a:srgbClr val="1A1A1C"/>
                </a:solidFill>
                <a:latin typeface="+mj-lt"/>
                <a:cs typeface="Times New Roman"/>
              </a:rPr>
              <a:t> </a:t>
            </a:r>
            <a:r>
              <a:rPr sz="2750" dirty="0">
                <a:solidFill>
                  <a:srgbClr val="1A1A1C"/>
                </a:solidFill>
                <a:latin typeface="+mj-lt"/>
                <a:cs typeface="Times New Roman"/>
              </a:rPr>
              <a:t>must</a:t>
            </a:r>
            <a:r>
              <a:rPr sz="2750" spc="30" dirty="0">
                <a:solidFill>
                  <a:srgbClr val="1A1A1C"/>
                </a:solidFill>
                <a:latin typeface="+mj-lt"/>
                <a:cs typeface="Times New Roman"/>
              </a:rPr>
              <a:t> </a:t>
            </a:r>
            <a:r>
              <a:rPr sz="2750" dirty="0">
                <a:solidFill>
                  <a:srgbClr val="1A1A1C"/>
                </a:solidFill>
                <a:latin typeface="+mj-lt"/>
                <a:cs typeface="Times New Roman"/>
              </a:rPr>
              <a:t>be</a:t>
            </a:r>
            <a:r>
              <a:rPr sz="2750" spc="-130" dirty="0">
                <a:solidFill>
                  <a:srgbClr val="1A1A1C"/>
                </a:solidFill>
                <a:latin typeface="+mj-lt"/>
                <a:cs typeface="Times New Roman"/>
              </a:rPr>
              <a:t> </a:t>
            </a:r>
            <a:r>
              <a:rPr sz="2750" spc="-10" dirty="0">
                <a:solidFill>
                  <a:srgbClr val="1A1A1C"/>
                </a:solidFill>
                <a:latin typeface="+mj-lt"/>
                <a:cs typeface="Times New Roman"/>
              </a:rPr>
              <a:t>encrypted.</a:t>
            </a:r>
            <a:endParaRPr sz="2750" dirty="0">
              <a:latin typeface="+mj-lt"/>
              <a:cs typeface="Times New Roman"/>
            </a:endParaRPr>
          </a:p>
          <a:p>
            <a:pPr marL="764540" indent="-267970">
              <a:lnSpc>
                <a:spcPts val="2965"/>
              </a:lnSpc>
              <a:buClr>
                <a:srgbClr val="052346"/>
              </a:buClr>
              <a:buChar char="•"/>
              <a:tabLst>
                <a:tab pos="764540" algn="l"/>
              </a:tabLst>
            </a:pPr>
            <a:r>
              <a:rPr sz="2750" b="1" dirty="0">
                <a:solidFill>
                  <a:srgbClr val="2A2A2D"/>
                </a:solidFill>
                <a:latin typeface="+mj-lt"/>
                <a:cs typeface="Times New Roman"/>
              </a:rPr>
              <a:t>BYOD: </a:t>
            </a:r>
            <a:r>
              <a:rPr sz="2750" spc="-85" dirty="0">
                <a:solidFill>
                  <a:srgbClr val="1A1A1C"/>
                </a:solidFill>
                <a:latin typeface="+mj-lt"/>
                <a:cs typeface="Times New Roman"/>
              </a:rPr>
              <a:t>No</a:t>
            </a:r>
            <a:r>
              <a:rPr sz="2750" spc="-50" dirty="0">
                <a:solidFill>
                  <a:srgbClr val="1A1A1C"/>
                </a:solidFill>
                <a:latin typeface="+mj-lt"/>
                <a:cs typeface="Times New Roman"/>
              </a:rPr>
              <a:t> </a:t>
            </a:r>
            <a:r>
              <a:rPr sz="2750" dirty="0">
                <a:solidFill>
                  <a:srgbClr val="1A1A1C"/>
                </a:solidFill>
                <a:latin typeface="+mj-lt"/>
                <a:cs typeface="Times New Roman"/>
              </a:rPr>
              <a:t>patient</a:t>
            </a:r>
            <a:r>
              <a:rPr sz="2750" spc="170" dirty="0">
                <a:solidFill>
                  <a:srgbClr val="1A1A1C"/>
                </a:solidFill>
                <a:latin typeface="+mj-lt"/>
                <a:cs typeface="Times New Roman"/>
              </a:rPr>
              <a:t> </a:t>
            </a:r>
            <a:r>
              <a:rPr sz="2750" dirty="0">
                <a:solidFill>
                  <a:srgbClr val="1A1A1C"/>
                </a:solidFill>
                <a:latin typeface="+mj-lt"/>
                <a:cs typeface="Times New Roman"/>
              </a:rPr>
              <a:t>photos</a:t>
            </a:r>
            <a:r>
              <a:rPr sz="2750" spc="-100" dirty="0">
                <a:solidFill>
                  <a:srgbClr val="1A1A1C"/>
                </a:solidFill>
                <a:latin typeface="+mj-lt"/>
                <a:cs typeface="Times New Roman"/>
              </a:rPr>
              <a:t> </a:t>
            </a:r>
            <a:r>
              <a:rPr sz="2750" spc="55" dirty="0">
                <a:solidFill>
                  <a:srgbClr val="1A1A1C"/>
                </a:solidFill>
                <a:latin typeface="+mj-lt"/>
                <a:cs typeface="Times New Roman"/>
              </a:rPr>
              <a:t>on</a:t>
            </a:r>
            <a:r>
              <a:rPr sz="2750" spc="20" dirty="0">
                <a:solidFill>
                  <a:srgbClr val="1A1A1C"/>
                </a:solidFill>
                <a:latin typeface="+mj-lt"/>
                <a:cs typeface="Times New Roman"/>
              </a:rPr>
              <a:t> </a:t>
            </a:r>
            <a:r>
              <a:rPr sz="2750" dirty="0">
                <a:solidFill>
                  <a:srgbClr val="1A1A1C"/>
                </a:solidFill>
                <a:latin typeface="+mj-lt"/>
                <a:cs typeface="Times New Roman"/>
              </a:rPr>
              <a:t>personal</a:t>
            </a:r>
            <a:r>
              <a:rPr sz="2750" spc="90" dirty="0">
                <a:solidFill>
                  <a:srgbClr val="1A1A1C"/>
                </a:solidFill>
                <a:latin typeface="+mj-lt"/>
                <a:cs typeface="Times New Roman"/>
              </a:rPr>
              <a:t> </a:t>
            </a:r>
            <a:r>
              <a:rPr sz="2750" spc="-10" dirty="0">
                <a:solidFill>
                  <a:srgbClr val="1A1A1C"/>
                </a:solidFill>
                <a:latin typeface="+mj-lt"/>
                <a:cs typeface="Times New Roman"/>
              </a:rPr>
              <a:t>phones.</a:t>
            </a:r>
            <a:endParaRPr sz="2750" dirty="0">
              <a:latin typeface="+mj-lt"/>
              <a:cs typeface="Times New Roman"/>
            </a:endParaRPr>
          </a:p>
          <a:p>
            <a:pPr marL="755650" indent="-259079">
              <a:lnSpc>
                <a:spcPts val="3110"/>
              </a:lnSpc>
              <a:buClr>
                <a:srgbClr val="052346"/>
              </a:buClr>
              <a:buChar char="•"/>
              <a:tabLst>
                <a:tab pos="755650" algn="l"/>
              </a:tabLst>
            </a:pPr>
            <a:r>
              <a:rPr sz="2750" b="1" dirty="0">
                <a:solidFill>
                  <a:srgbClr val="1A1A1C"/>
                </a:solidFill>
                <a:latin typeface="+mj-lt"/>
                <a:cs typeface="Times New Roman"/>
              </a:rPr>
              <a:t>USB</a:t>
            </a:r>
            <a:r>
              <a:rPr sz="2750" b="1" spc="-40" dirty="0">
                <a:solidFill>
                  <a:srgbClr val="1A1A1C"/>
                </a:solidFill>
                <a:latin typeface="+mj-lt"/>
                <a:cs typeface="Times New Roman"/>
              </a:rPr>
              <a:t> </a:t>
            </a:r>
            <a:r>
              <a:rPr sz="2750" b="1" spc="-90" dirty="0">
                <a:solidFill>
                  <a:srgbClr val="1A1A1C"/>
                </a:solidFill>
                <a:latin typeface="+mj-lt"/>
                <a:cs typeface="Times New Roman"/>
              </a:rPr>
              <a:t>Drives:</a:t>
            </a:r>
            <a:r>
              <a:rPr sz="2750" b="1" spc="-130" dirty="0">
                <a:solidFill>
                  <a:srgbClr val="1A1A1C"/>
                </a:solidFill>
                <a:latin typeface="+mj-lt"/>
                <a:cs typeface="Times New Roman"/>
              </a:rPr>
              <a:t> </a:t>
            </a:r>
            <a:r>
              <a:rPr sz="2750" spc="-30" dirty="0">
                <a:solidFill>
                  <a:srgbClr val="2A2A2D"/>
                </a:solidFill>
                <a:latin typeface="+mj-lt"/>
                <a:cs typeface="Times New Roman"/>
              </a:rPr>
              <a:t>Clinic-</a:t>
            </a:r>
            <a:r>
              <a:rPr sz="2750" dirty="0">
                <a:solidFill>
                  <a:srgbClr val="2A2A2D"/>
                </a:solidFill>
                <a:latin typeface="+mj-lt"/>
                <a:cs typeface="Times New Roman"/>
              </a:rPr>
              <a:t>issued</a:t>
            </a:r>
            <a:r>
              <a:rPr sz="2750" spc="145" dirty="0">
                <a:solidFill>
                  <a:srgbClr val="2A2A2D"/>
                </a:solidFill>
                <a:latin typeface="+mj-lt"/>
                <a:cs typeface="Times New Roman"/>
              </a:rPr>
              <a:t> </a:t>
            </a:r>
            <a:r>
              <a:rPr sz="2750" spc="50" dirty="0">
                <a:solidFill>
                  <a:srgbClr val="2A2A2D"/>
                </a:solidFill>
                <a:latin typeface="+mj-lt"/>
                <a:cs typeface="Times New Roman"/>
              </a:rPr>
              <a:t>and</a:t>
            </a:r>
            <a:r>
              <a:rPr sz="2750" spc="-90" dirty="0">
                <a:solidFill>
                  <a:srgbClr val="2A2A2D"/>
                </a:solidFill>
                <a:latin typeface="+mj-lt"/>
                <a:cs typeface="Times New Roman"/>
              </a:rPr>
              <a:t> </a:t>
            </a:r>
            <a:r>
              <a:rPr sz="2750" dirty="0">
                <a:solidFill>
                  <a:srgbClr val="2A2A2D"/>
                </a:solidFill>
                <a:latin typeface="+mj-lt"/>
                <a:cs typeface="Times New Roman"/>
              </a:rPr>
              <a:t>encrypted</a:t>
            </a:r>
            <a:r>
              <a:rPr sz="2750" spc="215" dirty="0">
                <a:solidFill>
                  <a:srgbClr val="2A2A2D"/>
                </a:solidFill>
                <a:latin typeface="+mj-lt"/>
                <a:cs typeface="Times New Roman"/>
              </a:rPr>
              <a:t> </a:t>
            </a:r>
            <a:r>
              <a:rPr sz="2750" spc="-10" dirty="0">
                <a:solidFill>
                  <a:srgbClr val="1A1A1C"/>
                </a:solidFill>
                <a:latin typeface="+mj-lt"/>
                <a:cs typeface="Times New Roman"/>
              </a:rPr>
              <a:t>only.</a:t>
            </a:r>
            <a:endParaRPr sz="2750" dirty="0">
              <a:latin typeface="+mj-lt"/>
              <a:cs typeface="Times New Roman"/>
            </a:endParaRPr>
          </a:p>
        </p:txBody>
      </p:sp>
      <p:pic>
        <p:nvPicPr>
          <p:cNvPr id="33" name="Graphic 32" descr="Warning with solid fill">
            <a:extLst>
              <a:ext uri="{FF2B5EF4-FFF2-40B4-BE49-F238E27FC236}">
                <a16:creationId xmlns:a16="http://schemas.microsoft.com/office/drawing/2014/main" id="{6253FCA8-6D54-2E9C-11DC-15602BAD40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3436" y="4870614"/>
            <a:ext cx="523875" cy="523875"/>
          </a:xfrm>
          <a:prstGeom prst="rect">
            <a:avLst/>
          </a:prstGeom>
        </p:spPr>
      </p:pic>
      <p:pic>
        <p:nvPicPr>
          <p:cNvPr id="34" name="Graphic 33" descr="Warning with solid fill">
            <a:extLst>
              <a:ext uri="{FF2B5EF4-FFF2-40B4-BE49-F238E27FC236}">
                <a16:creationId xmlns:a16="http://schemas.microsoft.com/office/drawing/2014/main" id="{ACF87D7F-4D90-E003-62DE-594BB38B652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64891" y="4863940"/>
            <a:ext cx="523875" cy="523875"/>
          </a:xfrm>
          <a:prstGeom prst="rect">
            <a:avLst/>
          </a:prstGeom>
        </p:spPr>
      </p:pic>
      <p:pic>
        <p:nvPicPr>
          <p:cNvPr id="35" name="Graphic 34" descr="Warning with solid fill">
            <a:extLst>
              <a:ext uri="{FF2B5EF4-FFF2-40B4-BE49-F238E27FC236}">
                <a16:creationId xmlns:a16="http://schemas.microsoft.com/office/drawing/2014/main" id="{A8B0FBB0-3AC6-8D09-0A57-1227B33CAB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48975" y="4870614"/>
            <a:ext cx="523875" cy="523875"/>
          </a:xfrm>
          <a:prstGeom prst="rect">
            <a:avLst/>
          </a:prstGeom>
        </p:spPr>
      </p:pic>
      <p:pic>
        <p:nvPicPr>
          <p:cNvPr id="37" name="Picture 36">
            <a:extLst>
              <a:ext uri="{FF2B5EF4-FFF2-40B4-BE49-F238E27FC236}">
                <a16:creationId xmlns:a16="http://schemas.microsoft.com/office/drawing/2014/main" id="{424389BF-BCC9-B510-E429-8E3DF2BB4B27}"/>
              </a:ext>
            </a:extLst>
          </p:cNvPr>
          <p:cNvPicPr>
            <a:picLocks noChangeAspect="1"/>
          </p:cNvPicPr>
          <p:nvPr/>
        </p:nvPicPr>
        <p:blipFill>
          <a:blip r:embed="rId9">
            <a:extLst>
              <a:ext uri="{BEBA8EAE-BF5A-486C-A8C5-ECC9F3942E4B}">
                <a14:imgProps xmlns:a14="http://schemas.microsoft.com/office/drawing/2010/main">
                  <a14:imgLayer r:embed="rId10">
                    <a14:imgEffect>
                      <a14:colorTemperature colorTemp="8800"/>
                    </a14:imgEffect>
                  </a14:imgLayer>
                </a14:imgProps>
              </a:ext>
            </a:extLst>
          </a:blip>
          <a:stretch>
            <a:fillRect/>
          </a:stretch>
        </p:blipFill>
        <p:spPr>
          <a:xfrm>
            <a:off x="1727200" y="1559091"/>
            <a:ext cx="2318119" cy="2305589"/>
          </a:xfrm>
          <a:prstGeom prst="rect">
            <a:avLst/>
          </a:prstGeom>
        </p:spPr>
      </p:pic>
      <p:sp>
        <p:nvSpPr>
          <p:cNvPr id="2" name="object 17">
            <a:extLst>
              <a:ext uri="{FF2B5EF4-FFF2-40B4-BE49-F238E27FC236}">
                <a16:creationId xmlns:a16="http://schemas.microsoft.com/office/drawing/2014/main" id="{E913900B-E6BF-B780-9507-5C2DDD33FD2A}"/>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234D926A-0CA5-A6C9-0FF9-F6A3D9808622}"/>
              </a:ext>
            </a:extLst>
          </p:cNvPr>
          <p:cNvSpPr/>
          <p:nvPr/>
        </p:nvSpPr>
        <p:spPr>
          <a:xfrm>
            <a:off x="12562445" y="2656248"/>
            <a:ext cx="3871355" cy="5593060"/>
          </a:xfrm>
          <a:prstGeom prst="roundRect">
            <a:avLst>
              <a:gd name="adj" fmla="val 8882"/>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CA5EDE4B-5E30-2AF3-EA10-0C09E3DBDB0E}"/>
              </a:ext>
            </a:extLst>
          </p:cNvPr>
          <p:cNvSpPr/>
          <p:nvPr/>
        </p:nvSpPr>
        <p:spPr>
          <a:xfrm>
            <a:off x="791635" y="2627858"/>
            <a:ext cx="10810522" cy="5593060"/>
          </a:xfrm>
          <a:prstGeom prst="roundRect">
            <a:avLst>
              <a:gd name="adj" fmla="val 8882"/>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EA6BF5D-70E6-DE0E-B2C0-A1D5D6E6B401}"/>
              </a:ext>
            </a:extLst>
          </p:cNvPr>
          <p:cNvSpPr/>
          <p:nvPr/>
        </p:nvSpPr>
        <p:spPr>
          <a:xfrm>
            <a:off x="1372483" y="3614592"/>
            <a:ext cx="9842464" cy="4343400"/>
          </a:xfrm>
          <a:prstGeom prst="roundRect">
            <a:avLst>
              <a:gd name="adj" fmla="val 3869"/>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D4D05423-48D3-8172-A384-9DF1539C89F7}"/>
              </a:ext>
            </a:extLst>
          </p:cNvPr>
          <p:cNvSpPr/>
          <p:nvPr/>
        </p:nvSpPr>
        <p:spPr>
          <a:xfrm>
            <a:off x="2390214" y="8428617"/>
            <a:ext cx="12252658" cy="882720"/>
          </a:xfrm>
          <a:prstGeom prst="roundRect">
            <a:avLst/>
          </a:prstGeom>
          <a:solidFill>
            <a:srgbClr val="C00000"/>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bject 2"/>
          <p:cNvPicPr/>
          <p:nvPr/>
        </p:nvPicPr>
        <p:blipFill>
          <a:blip r:embed="rId3" cstate="print"/>
          <a:stretch>
            <a:fillRect/>
          </a:stretch>
        </p:blipFill>
        <p:spPr>
          <a:xfrm>
            <a:off x="1477482" y="3932237"/>
            <a:ext cx="738741" cy="740436"/>
          </a:xfrm>
          <a:prstGeom prst="rect">
            <a:avLst/>
          </a:prstGeom>
        </p:spPr>
      </p:pic>
      <p:sp>
        <p:nvSpPr>
          <p:cNvPr id="12" name="object 12" descr="$PPTXTitle"/>
          <p:cNvSpPr txBox="1">
            <a:spLocks noGrp="1"/>
          </p:cNvSpPr>
          <p:nvPr>
            <p:ph type="title"/>
          </p:nvPr>
        </p:nvSpPr>
        <p:spPr>
          <a:prstGeom prst="rect">
            <a:avLst/>
          </a:prstGeom>
        </p:spPr>
        <p:txBody>
          <a:bodyPr vert="horz" wrap="square" lIns="0" tIns="139700" rIns="0" bIns="0" rtlCol="0">
            <a:spAutoFit/>
          </a:bodyPr>
          <a:lstStyle/>
          <a:p>
            <a:pPr marL="12700" marR="5080" indent="10795">
              <a:lnSpc>
                <a:spcPts val="7040"/>
              </a:lnSpc>
              <a:spcBef>
                <a:spcPts val="1100"/>
              </a:spcBef>
            </a:pPr>
            <a:r>
              <a:rPr sz="6600" spc="270" dirty="0">
                <a:solidFill>
                  <a:srgbClr val="032346"/>
                </a:solidFill>
              </a:rPr>
              <a:t>The</a:t>
            </a:r>
            <a:r>
              <a:rPr sz="6600" spc="-315" dirty="0">
                <a:solidFill>
                  <a:srgbClr val="032346"/>
                </a:solidFill>
              </a:rPr>
              <a:t> </a:t>
            </a:r>
            <a:r>
              <a:rPr sz="6600" spc="170" dirty="0">
                <a:solidFill>
                  <a:srgbClr val="032346"/>
                </a:solidFill>
              </a:rPr>
              <a:t>Human</a:t>
            </a:r>
            <a:r>
              <a:rPr sz="6600" spc="-55" dirty="0">
                <a:solidFill>
                  <a:srgbClr val="032346"/>
                </a:solidFill>
              </a:rPr>
              <a:t> </a:t>
            </a:r>
            <a:r>
              <a:rPr sz="6600" spc="80" dirty="0">
                <a:solidFill>
                  <a:srgbClr val="032346"/>
                </a:solidFill>
              </a:rPr>
              <a:t>Firewall:</a:t>
            </a:r>
            <a:r>
              <a:rPr sz="6600" spc="-90" dirty="0">
                <a:solidFill>
                  <a:srgbClr val="032346"/>
                </a:solidFill>
              </a:rPr>
              <a:t> </a:t>
            </a:r>
            <a:r>
              <a:rPr sz="6600" spc="65" dirty="0">
                <a:solidFill>
                  <a:srgbClr val="032346"/>
                </a:solidFill>
              </a:rPr>
              <a:t>Responding</a:t>
            </a:r>
            <a:r>
              <a:rPr sz="6600" spc="235" dirty="0">
                <a:solidFill>
                  <a:srgbClr val="032346"/>
                </a:solidFill>
              </a:rPr>
              <a:t> </a:t>
            </a:r>
            <a:r>
              <a:rPr sz="6600" spc="210" dirty="0">
                <a:solidFill>
                  <a:srgbClr val="032346"/>
                </a:solidFill>
              </a:rPr>
              <a:t>to </a:t>
            </a:r>
            <a:r>
              <a:rPr sz="6600" spc="85" dirty="0">
                <a:solidFill>
                  <a:srgbClr val="032346"/>
                </a:solidFill>
              </a:rPr>
              <a:t>Social</a:t>
            </a:r>
            <a:r>
              <a:rPr sz="6600" spc="-260" dirty="0">
                <a:solidFill>
                  <a:srgbClr val="032346"/>
                </a:solidFill>
              </a:rPr>
              <a:t> </a:t>
            </a:r>
            <a:r>
              <a:rPr sz="6600" spc="80" dirty="0">
                <a:solidFill>
                  <a:srgbClr val="032346"/>
                </a:solidFill>
              </a:rPr>
              <a:t>Engineering</a:t>
            </a:r>
            <a:endParaRPr sz="6600" dirty="0"/>
          </a:p>
        </p:txBody>
      </p:sp>
      <p:sp>
        <p:nvSpPr>
          <p:cNvPr id="13" name="object 13"/>
          <p:cNvSpPr txBox="1"/>
          <p:nvPr/>
        </p:nvSpPr>
        <p:spPr>
          <a:xfrm>
            <a:off x="2677210" y="2897933"/>
            <a:ext cx="6468110" cy="569595"/>
          </a:xfrm>
          <a:prstGeom prst="rect">
            <a:avLst/>
          </a:prstGeom>
        </p:spPr>
        <p:txBody>
          <a:bodyPr vert="horz" wrap="square" lIns="0" tIns="14604" rIns="0" bIns="0" rtlCol="0">
            <a:spAutoFit/>
          </a:bodyPr>
          <a:lstStyle/>
          <a:p>
            <a:pPr marL="12700">
              <a:lnSpc>
                <a:spcPct val="100000"/>
              </a:lnSpc>
              <a:spcBef>
                <a:spcPts val="114"/>
              </a:spcBef>
            </a:pPr>
            <a:r>
              <a:rPr sz="3550" b="1" spc="100" dirty="0">
                <a:solidFill>
                  <a:srgbClr val="032346"/>
                </a:solidFill>
                <a:latin typeface="Arial"/>
                <a:cs typeface="Arial"/>
              </a:rPr>
              <a:t>Anatomy</a:t>
            </a:r>
            <a:r>
              <a:rPr sz="3550" b="1" spc="40" dirty="0">
                <a:solidFill>
                  <a:srgbClr val="032346"/>
                </a:solidFill>
                <a:latin typeface="Arial"/>
                <a:cs typeface="Arial"/>
              </a:rPr>
              <a:t> </a:t>
            </a:r>
            <a:r>
              <a:rPr sz="3550" b="1" spc="114" dirty="0">
                <a:solidFill>
                  <a:srgbClr val="032346"/>
                </a:solidFill>
                <a:latin typeface="Arial"/>
                <a:cs typeface="Arial"/>
              </a:rPr>
              <a:t>of</a:t>
            </a:r>
            <a:r>
              <a:rPr sz="3550" b="1" spc="-45" dirty="0">
                <a:solidFill>
                  <a:srgbClr val="032346"/>
                </a:solidFill>
                <a:latin typeface="Arial"/>
                <a:cs typeface="Arial"/>
              </a:rPr>
              <a:t> </a:t>
            </a:r>
            <a:r>
              <a:rPr sz="3550" b="1" spc="135" dirty="0">
                <a:solidFill>
                  <a:srgbClr val="032346"/>
                </a:solidFill>
                <a:latin typeface="Arial"/>
                <a:cs typeface="Arial"/>
              </a:rPr>
              <a:t>a</a:t>
            </a:r>
            <a:r>
              <a:rPr sz="3550" b="1" spc="-120" dirty="0">
                <a:solidFill>
                  <a:srgbClr val="032346"/>
                </a:solidFill>
                <a:latin typeface="Arial"/>
                <a:cs typeface="Arial"/>
              </a:rPr>
              <a:t> </a:t>
            </a:r>
            <a:r>
              <a:rPr sz="3550" b="1" spc="70" dirty="0">
                <a:solidFill>
                  <a:srgbClr val="032346"/>
                </a:solidFill>
                <a:latin typeface="Arial"/>
                <a:cs typeface="Arial"/>
              </a:rPr>
              <a:t>Phishing</a:t>
            </a:r>
            <a:r>
              <a:rPr sz="3550" b="1" spc="-145" dirty="0">
                <a:solidFill>
                  <a:srgbClr val="032346"/>
                </a:solidFill>
                <a:latin typeface="Arial"/>
                <a:cs typeface="Arial"/>
              </a:rPr>
              <a:t> </a:t>
            </a:r>
            <a:r>
              <a:rPr sz="3550" b="1" spc="40" dirty="0">
                <a:solidFill>
                  <a:srgbClr val="032346"/>
                </a:solidFill>
                <a:latin typeface="Arial"/>
                <a:cs typeface="Arial"/>
              </a:rPr>
              <a:t>Email</a:t>
            </a:r>
            <a:endParaRPr sz="3550" dirty="0">
              <a:latin typeface="Arial"/>
              <a:cs typeface="Arial"/>
            </a:endParaRPr>
          </a:p>
        </p:txBody>
      </p:sp>
      <p:sp>
        <p:nvSpPr>
          <p:cNvPr id="14" name="object 14"/>
          <p:cNvSpPr txBox="1"/>
          <p:nvPr/>
        </p:nvSpPr>
        <p:spPr>
          <a:xfrm>
            <a:off x="2386585" y="3906771"/>
            <a:ext cx="8646160" cy="424180"/>
          </a:xfrm>
          <a:prstGeom prst="rect">
            <a:avLst/>
          </a:prstGeom>
        </p:spPr>
        <p:txBody>
          <a:bodyPr vert="horz" wrap="square" lIns="0" tIns="13970" rIns="0" bIns="0" rtlCol="0">
            <a:spAutoFit/>
          </a:bodyPr>
          <a:lstStyle/>
          <a:p>
            <a:pPr marL="12700">
              <a:lnSpc>
                <a:spcPct val="100000"/>
              </a:lnSpc>
              <a:spcBef>
                <a:spcPts val="110"/>
              </a:spcBef>
            </a:pPr>
            <a:r>
              <a:rPr sz="1750" spc="60" dirty="0">
                <a:solidFill>
                  <a:srgbClr val="2F2F2F"/>
                </a:solidFill>
                <a:latin typeface="Arial"/>
                <a:cs typeface="Arial"/>
              </a:rPr>
              <a:t>IT</a:t>
            </a:r>
            <a:r>
              <a:rPr sz="1750" spc="-155" dirty="0">
                <a:solidFill>
                  <a:srgbClr val="2F2F2F"/>
                </a:solidFill>
                <a:latin typeface="Arial"/>
                <a:cs typeface="Arial"/>
              </a:rPr>
              <a:t> </a:t>
            </a:r>
            <a:r>
              <a:rPr sz="1750" spc="70" dirty="0">
                <a:solidFill>
                  <a:srgbClr val="1A1A1A"/>
                </a:solidFill>
                <a:latin typeface="Arial"/>
                <a:cs typeface="Arial"/>
              </a:rPr>
              <a:t>Dept</a:t>
            </a:r>
            <a:r>
              <a:rPr sz="1750" spc="-80" dirty="0">
                <a:solidFill>
                  <a:srgbClr val="1A1A1A"/>
                </a:solidFill>
                <a:latin typeface="Arial"/>
                <a:cs typeface="Arial"/>
              </a:rPr>
              <a:t> </a:t>
            </a:r>
            <a:r>
              <a:rPr sz="1750" spc="70" dirty="0">
                <a:solidFill>
                  <a:srgbClr val="2F2F2F"/>
                </a:solidFill>
                <a:latin typeface="Arial"/>
                <a:cs typeface="Arial"/>
              </a:rPr>
              <a:t>Support</a:t>
            </a:r>
            <a:r>
              <a:rPr sz="1750" spc="-15" dirty="0">
                <a:solidFill>
                  <a:srgbClr val="2F2F2F"/>
                </a:solidFill>
                <a:latin typeface="Arial"/>
                <a:cs typeface="Arial"/>
              </a:rPr>
              <a:t> </a:t>
            </a:r>
            <a:r>
              <a:rPr sz="1750" spc="60" dirty="0">
                <a:solidFill>
                  <a:srgbClr val="2F2F2F"/>
                </a:solidFill>
                <a:latin typeface="Arial"/>
                <a:cs typeface="Arial"/>
              </a:rPr>
              <a:t>&lt;</a:t>
            </a:r>
            <a:r>
              <a:rPr sz="1750" spc="60" dirty="0">
                <a:solidFill>
                  <a:srgbClr val="2F2F2F"/>
                </a:solidFill>
                <a:latin typeface="Arial"/>
                <a:cs typeface="Arial"/>
                <a:hlinkClick r:id="rId4"/>
              </a:rPr>
              <a:t>s</a:t>
            </a:r>
            <a:r>
              <a:rPr sz="1750" spc="60" dirty="0">
                <a:solidFill>
                  <a:srgbClr val="42464B"/>
                </a:solidFill>
                <a:latin typeface="Arial"/>
                <a:cs typeface="Arial"/>
                <a:hlinkClick r:id="rId4"/>
              </a:rPr>
              <a:t>u</a:t>
            </a:r>
            <a:r>
              <a:rPr sz="1750" spc="60" dirty="0">
                <a:solidFill>
                  <a:srgbClr val="2F2F2F"/>
                </a:solidFill>
                <a:latin typeface="Arial"/>
                <a:cs typeface="Arial"/>
                <a:hlinkClick r:id="rId4"/>
              </a:rPr>
              <a:t>pport@microsft-</a:t>
            </a:r>
            <a:r>
              <a:rPr sz="1750" spc="65" dirty="0">
                <a:solidFill>
                  <a:srgbClr val="2F2F2F"/>
                </a:solidFill>
                <a:latin typeface="Arial"/>
                <a:cs typeface="Arial"/>
                <a:hlinkClick r:id="rId4"/>
              </a:rPr>
              <a:t>updates.com</a:t>
            </a:r>
            <a:r>
              <a:rPr sz="1750" spc="65" dirty="0">
                <a:solidFill>
                  <a:srgbClr val="2F2F2F"/>
                </a:solidFill>
                <a:latin typeface="Arial"/>
                <a:cs typeface="Arial"/>
              </a:rPr>
              <a:t>&gt;</a:t>
            </a:r>
            <a:r>
              <a:rPr sz="1750" spc="-75" dirty="0">
                <a:solidFill>
                  <a:srgbClr val="2F2F2F"/>
                </a:solidFill>
                <a:latin typeface="Arial"/>
                <a:cs typeface="Arial"/>
              </a:rPr>
              <a:t> </a:t>
            </a:r>
            <a:r>
              <a:rPr lang="en-US" sz="1750" spc="-75" dirty="0">
                <a:solidFill>
                  <a:srgbClr val="2F2F2F"/>
                </a:solidFill>
                <a:latin typeface="Arial"/>
                <a:cs typeface="Arial"/>
              </a:rPr>
              <a:t>                       </a:t>
            </a:r>
            <a:r>
              <a:rPr sz="2600" b="1" u="none" spc="75" dirty="0">
                <a:solidFill>
                  <a:srgbClr val="A82B2B"/>
                </a:solidFill>
                <a:latin typeface="Arial"/>
                <a:cs typeface="Arial"/>
              </a:rPr>
              <a:t>Mismatched</a:t>
            </a:r>
            <a:endParaRPr sz="2600" dirty="0">
              <a:latin typeface="Arial"/>
              <a:cs typeface="Arial"/>
            </a:endParaRPr>
          </a:p>
        </p:txBody>
      </p:sp>
      <p:sp>
        <p:nvSpPr>
          <p:cNvPr id="15" name="object 15"/>
          <p:cNvSpPr txBox="1"/>
          <p:nvPr/>
        </p:nvSpPr>
        <p:spPr>
          <a:xfrm>
            <a:off x="8980863" y="4238690"/>
            <a:ext cx="1977389" cy="424180"/>
          </a:xfrm>
          <a:prstGeom prst="rect">
            <a:avLst/>
          </a:prstGeom>
        </p:spPr>
        <p:txBody>
          <a:bodyPr vert="horz" wrap="square" lIns="0" tIns="13970" rIns="0" bIns="0" rtlCol="0">
            <a:spAutoFit/>
          </a:bodyPr>
          <a:lstStyle/>
          <a:p>
            <a:pPr marL="12700">
              <a:lnSpc>
                <a:spcPct val="100000"/>
              </a:lnSpc>
              <a:spcBef>
                <a:spcPts val="110"/>
              </a:spcBef>
            </a:pPr>
            <a:r>
              <a:rPr sz="2600" b="1" spc="-10" dirty="0">
                <a:solidFill>
                  <a:srgbClr val="A82B2B"/>
                </a:solidFill>
                <a:latin typeface="Arial"/>
                <a:cs typeface="Arial"/>
              </a:rPr>
              <a:t>URL/Sender</a:t>
            </a:r>
            <a:endParaRPr sz="2600" dirty="0">
              <a:latin typeface="Arial"/>
              <a:cs typeface="Arial"/>
            </a:endParaRPr>
          </a:p>
        </p:txBody>
      </p:sp>
      <p:sp>
        <p:nvSpPr>
          <p:cNvPr id="16" name="object 16"/>
          <p:cNvSpPr txBox="1"/>
          <p:nvPr/>
        </p:nvSpPr>
        <p:spPr>
          <a:xfrm>
            <a:off x="1480003" y="4237085"/>
            <a:ext cx="6952615" cy="774065"/>
          </a:xfrm>
          <a:prstGeom prst="rect">
            <a:avLst/>
          </a:prstGeom>
        </p:spPr>
        <p:txBody>
          <a:bodyPr vert="horz" wrap="square" lIns="0" tIns="117475" rIns="0" bIns="0" rtlCol="0">
            <a:spAutoFit/>
          </a:bodyPr>
          <a:lstStyle/>
          <a:p>
            <a:pPr marL="920115">
              <a:lnSpc>
                <a:spcPct val="100000"/>
              </a:lnSpc>
              <a:spcBef>
                <a:spcPts val="925"/>
              </a:spcBef>
            </a:pPr>
            <a:r>
              <a:rPr sz="1800" spc="-25" dirty="0">
                <a:solidFill>
                  <a:srgbClr val="7C7E7E"/>
                </a:solidFill>
                <a:latin typeface="Times New Roman"/>
                <a:cs typeface="Times New Roman"/>
              </a:rPr>
              <a:t>To:</a:t>
            </a:r>
            <a:endParaRPr sz="1800">
              <a:latin typeface="Times New Roman"/>
              <a:cs typeface="Times New Roman"/>
            </a:endParaRPr>
          </a:p>
          <a:p>
            <a:pPr marL="12700">
              <a:lnSpc>
                <a:spcPct val="100000"/>
              </a:lnSpc>
              <a:spcBef>
                <a:spcPts val="805"/>
              </a:spcBef>
            </a:pPr>
            <a:r>
              <a:rPr sz="1750" dirty="0">
                <a:solidFill>
                  <a:srgbClr val="7C7E7E"/>
                </a:solidFill>
                <a:latin typeface="Arial"/>
                <a:cs typeface="Arial"/>
              </a:rPr>
              <a:t>Subject:</a:t>
            </a:r>
            <a:r>
              <a:rPr sz="1750" spc="50" dirty="0">
                <a:solidFill>
                  <a:srgbClr val="7C7E7E"/>
                </a:solidFill>
                <a:latin typeface="Arial"/>
                <a:cs typeface="Arial"/>
              </a:rPr>
              <a:t> </a:t>
            </a:r>
            <a:r>
              <a:rPr sz="1750" spc="65" dirty="0">
                <a:solidFill>
                  <a:srgbClr val="2F2F2F"/>
                </a:solidFill>
                <a:latin typeface="Arial"/>
                <a:cs typeface="Arial"/>
              </a:rPr>
              <a:t>Urgent</a:t>
            </a:r>
            <a:r>
              <a:rPr sz="1750" spc="85" dirty="0">
                <a:solidFill>
                  <a:srgbClr val="2F2F2F"/>
                </a:solidFill>
                <a:latin typeface="Arial"/>
                <a:cs typeface="Arial"/>
              </a:rPr>
              <a:t> </a:t>
            </a:r>
            <a:r>
              <a:rPr sz="1750" spc="75" dirty="0">
                <a:solidFill>
                  <a:srgbClr val="2F2F2F"/>
                </a:solidFill>
                <a:latin typeface="Arial"/>
                <a:cs typeface="Arial"/>
              </a:rPr>
              <a:t>Action</a:t>
            </a:r>
            <a:r>
              <a:rPr sz="1750" spc="5" dirty="0">
                <a:solidFill>
                  <a:srgbClr val="2F2F2F"/>
                </a:solidFill>
                <a:latin typeface="Arial"/>
                <a:cs typeface="Arial"/>
              </a:rPr>
              <a:t> </a:t>
            </a:r>
            <a:r>
              <a:rPr sz="1750" dirty="0">
                <a:solidFill>
                  <a:srgbClr val="2F2F2F"/>
                </a:solidFill>
                <a:latin typeface="Arial"/>
                <a:cs typeface="Arial"/>
              </a:rPr>
              <a:t>Requ</a:t>
            </a:r>
            <a:r>
              <a:rPr sz="1750" dirty="0">
                <a:solidFill>
                  <a:srgbClr val="42464B"/>
                </a:solidFill>
                <a:latin typeface="Arial"/>
                <a:cs typeface="Arial"/>
              </a:rPr>
              <a:t>i</a:t>
            </a:r>
            <a:r>
              <a:rPr sz="1750" dirty="0">
                <a:solidFill>
                  <a:srgbClr val="1A1A1A"/>
                </a:solidFill>
                <a:latin typeface="Arial"/>
                <a:cs typeface="Arial"/>
              </a:rPr>
              <a:t>red:</a:t>
            </a:r>
            <a:r>
              <a:rPr sz="1750" spc="20" dirty="0">
                <a:solidFill>
                  <a:srgbClr val="1A1A1A"/>
                </a:solidFill>
                <a:latin typeface="Arial"/>
                <a:cs typeface="Arial"/>
              </a:rPr>
              <a:t> </a:t>
            </a:r>
            <a:r>
              <a:rPr sz="1750" dirty="0">
                <a:solidFill>
                  <a:srgbClr val="2F2F2F"/>
                </a:solidFill>
                <a:latin typeface="Arial"/>
                <a:cs typeface="Arial"/>
              </a:rPr>
              <a:t>Your</a:t>
            </a:r>
            <a:r>
              <a:rPr sz="1750" spc="125" dirty="0">
                <a:solidFill>
                  <a:srgbClr val="2F2F2F"/>
                </a:solidFill>
                <a:latin typeface="Arial"/>
                <a:cs typeface="Arial"/>
              </a:rPr>
              <a:t> </a:t>
            </a:r>
            <a:r>
              <a:rPr sz="1750" spc="55" dirty="0">
                <a:solidFill>
                  <a:srgbClr val="2F2F2F"/>
                </a:solidFill>
                <a:latin typeface="Arial"/>
                <a:cs typeface="Arial"/>
              </a:rPr>
              <a:t>Account</a:t>
            </a:r>
            <a:r>
              <a:rPr sz="1750" spc="254" dirty="0">
                <a:solidFill>
                  <a:srgbClr val="2F2F2F"/>
                </a:solidFill>
                <a:latin typeface="Arial"/>
                <a:cs typeface="Arial"/>
              </a:rPr>
              <a:t> </a:t>
            </a:r>
            <a:r>
              <a:rPr sz="1750" dirty="0">
                <a:solidFill>
                  <a:srgbClr val="2F2F2F"/>
                </a:solidFill>
                <a:latin typeface="Arial"/>
                <a:cs typeface="Arial"/>
              </a:rPr>
              <a:t>W</a:t>
            </a:r>
            <a:r>
              <a:rPr sz="1750" dirty="0">
                <a:solidFill>
                  <a:srgbClr val="42464B"/>
                </a:solidFill>
                <a:latin typeface="Arial"/>
                <a:cs typeface="Arial"/>
              </a:rPr>
              <a:t>i</a:t>
            </a:r>
            <a:r>
              <a:rPr sz="1750" dirty="0">
                <a:solidFill>
                  <a:srgbClr val="2F2F2F"/>
                </a:solidFill>
                <a:latin typeface="Arial"/>
                <a:cs typeface="Arial"/>
              </a:rPr>
              <a:t>ll</a:t>
            </a:r>
            <a:r>
              <a:rPr sz="1750" spc="125" dirty="0">
                <a:solidFill>
                  <a:srgbClr val="2F2F2F"/>
                </a:solidFill>
                <a:latin typeface="Arial"/>
                <a:cs typeface="Arial"/>
              </a:rPr>
              <a:t> </a:t>
            </a:r>
            <a:r>
              <a:rPr sz="1750" spc="60" dirty="0">
                <a:solidFill>
                  <a:srgbClr val="2F2F2F"/>
                </a:solidFill>
                <a:latin typeface="Arial"/>
                <a:cs typeface="Arial"/>
              </a:rPr>
              <a:t>Be</a:t>
            </a:r>
            <a:r>
              <a:rPr sz="1750" spc="-35" dirty="0">
                <a:solidFill>
                  <a:srgbClr val="2F2F2F"/>
                </a:solidFill>
                <a:latin typeface="Arial"/>
                <a:cs typeface="Arial"/>
              </a:rPr>
              <a:t> </a:t>
            </a:r>
            <a:r>
              <a:rPr sz="1750" spc="40" dirty="0">
                <a:solidFill>
                  <a:srgbClr val="2F2F2F"/>
                </a:solidFill>
                <a:latin typeface="Arial"/>
                <a:cs typeface="Arial"/>
              </a:rPr>
              <a:t>Suspended</a:t>
            </a:r>
            <a:endParaRPr sz="1750">
              <a:latin typeface="Arial"/>
              <a:cs typeface="Arial"/>
            </a:endParaRPr>
          </a:p>
        </p:txBody>
      </p:sp>
      <p:sp>
        <p:nvSpPr>
          <p:cNvPr id="20" name="object 20"/>
          <p:cNvSpPr txBox="1"/>
          <p:nvPr/>
        </p:nvSpPr>
        <p:spPr>
          <a:xfrm>
            <a:off x="1602181" y="7213203"/>
            <a:ext cx="8199120" cy="424180"/>
          </a:xfrm>
          <a:prstGeom prst="rect">
            <a:avLst/>
          </a:prstGeom>
        </p:spPr>
        <p:txBody>
          <a:bodyPr vert="horz" wrap="square" lIns="0" tIns="13970" rIns="0" bIns="0" rtlCol="0">
            <a:spAutoFit/>
          </a:bodyPr>
          <a:lstStyle/>
          <a:p>
            <a:pPr marL="12700">
              <a:lnSpc>
                <a:spcPct val="100000"/>
              </a:lnSpc>
              <a:spcBef>
                <a:spcPts val="110"/>
              </a:spcBef>
              <a:tabLst>
                <a:tab pos="3472179" algn="l"/>
                <a:tab pos="3796029" algn="l"/>
              </a:tabLst>
            </a:pPr>
            <a:r>
              <a:rPr sz="2250" i="1" dirty="0">
                <a:solidFill>
                  <a:srgbClr val="7C7E7E"/>
                </a:solidFill>
                <a:latin typeface="Arial"/>
                <a:cs typeface="Arial"/>
              </a:rPr>
              <a:t>@</a:t>
            </a:r>
            <a:r>
              <a:rPr sz="2250" i="1" spc="165" dirty="0">
                <a:solidFill>
                  <a:srgbClr val="7C7E7E"/>
                </a:solidFill>
                <a:latin typeface="Arial"/>
                <a:cs typeface="Arial"/>
              </a:rPr>
              <a:t> </a:t>
            </a:r>
            <a:r>
              <a:rPr sz="1750" spc="40" dirty="0">
                <a:solidFill>
                  <a:srgbClr val="2F2F2F"/>
                </a:solidFill>
                <a:latin typeface="Arial"/>
                <a:cs typeface="Arial"/>
              </a:rPr>
              <a:t>Un</a:t>
            </a:r>
            <a:r>
              <a:rPr sz="1750" spc="40" dirty="0">
                <a:solidFill>
                  <a:srgbClr val="42464B"/>
                </a:solidFill>
                <a:latin typeface="Arial"/>
                <a:cs typeface="Arial"/>
              </a:rPr>
              <a:t>paid_lnvoice_230</a:t>
            </a:r>
            <a:r>
              <a:rPr sz="1750" spc="40" dirty="0">
                <a:solidFill>
                  <a:srgbClr val="2F2F2F"/>
                </a:solidFill>
                <a:latin typeface="Arial"/>
                <a:cs typeface="Arial"/>
              </a:rPr>
              <a:t>45</a:t>
            </a:r>
            <a:r>
              <a:rPr sz="1750" spc="40" dirty="0">
                <a:solidFill>
                  <a:srgbClr val="42464B"/>
                </a:solidFill>
                <a:latin typeface="Arial"/>
                <a:cs typeface="Arial"/>
              </a:rPr>
              <a:t>.zip</a:t>
            </a:r>
            <a:r>
              <a:rPr lang="en-US" sz="1750" spc="40" dirty="0">
                <a:solidFill>
                  <a:srgbClr val="42464B"/>
                </a:solidFill>
                <a:latin typeface="Arial"/>
                <a:cs typeface="Arial"/>
              </a:rPr>
              <a:t>          </a:t>
            </a:r>
            <a:r>
              <a:rPr sz="1750" dirty="0">
                <a:solidFill>
                  <a:srgbClr val="42464B"/>
                </a:solidFill>
                <a:latin typeface="Arial"/>
                <a:cs typeface="Arial"/>
              </a:rPr>
              <a:t>	</a:t>
            </a:r>
            <a:r>
              <a:rPr lang="en-US" sz="2600" b="1" u="none" spc="80" dirty="0">
                <a:solidFill>
                  <a:srgbClr val="A82B2B"/>
                </a:solidFill>
                <a:latin typeface="Arial"/>
                <a:cs typeface="Arial"/>
              </a:rPr>
              <a:t>Unexpected</a:t>
            </a:r>
            <a:r>
              <a:rPr lang="en-US" sz="2600" b="1" u="none" spc="35" dirty="0">
                <a:solidFill>
                  <a:srgbClr val="A82B2B"/>
                </a:solidFill>
                <a:latin typeface="Arial"/>
                <a:cs typeface="Arial"/>
              </a:rPr>
              <a:t> </a:t>
            </a:r>
            <a:r>
              <a:rPr lang="en-US" sz="2600" b="1" u="none" spc="-10" dirty="0">
                <a:solidFill>
                  <a:srgbClr val="A82B2B"/>
                </a:solidFill>
                <a:latin typeface="Arial"/>
                <a:cs typeface="Arial"/>
              </a:rPr>
              <a:t>Invoice</a:t>
            </a:r>
            <a:endParaRPr sz="2600" dirty="0">
              <a:latin typeface="Arial"/>
              <a:cs typeface="Arial"/>
            </a:endParaRPr>
          </a:p>
        </p:txBody>
      </p:sp>
      <p:sp>
        <p:nvSpPr>
          <p:cNvPr id="17" name="object 17"/>
          <p:cNvSpPr txBox="1"/>
          <p:nvPr/>
        </p:nvSpPr>
        <p:spPr>
          <a:xfrm>
            <a:off x="1485601" y="5394026"/>
            <a:ext cx="1905635" cy="354965"/>
          </a:xfrm>
          <a:prstGeom prst="rect">
            <a:avLst/>
          </a:prstGeom>
        </p:spPr>
        <p:txBody>
          <a:bodyPr vert="horz" wrap="square" lIns="0" tIns="13970" rIns="0" bIns="0" rtlCol="0">
            <a:spAutoFit/>
          </a:bodyPr>
          <a:lstStyle/>
          <a:p>
            <a:pPr marL="12700">
              <a:lnSpc>
                <a:spcPct val="100000"/>
              </a:lnSpc>
              <a:spcBef>
                <a:spcPts val="110"/>
              </a:spcBef>
            </a:pPr>
            <a:r>
              <a:rPr sz="2150" spc="60" dirty="0">
                <a:solidFill>
                  <a:srgbClr val="2F2F2F"/>
                </a:solidFill>
                <a:latin typeface="Times New Roman"/>
                <a:cs typeface="Times New Roman"/>
              </a:rPr>
              <a:t>Dear</a:t>
            </a:r>
            <a:r>
              <a:rPr sz="2150" spc="30" dirty="0">
                <a:solidFill>
                  <a:srgbClr val="2F2F2F"/>
                </a:solidFill>
                <a:latin typeface="Times New Roman"/>
                <a:cs typeface="Times New Roman"/>
              </a:rPr>
              <a:t> </a:t>
            </a:r>
            <a:r>
              <a:rPr sz="2150" spc="40" dirty="0">
                <a:solidFill>
                  <a:srgbClr val="2F2F2F"/>
                </a:solidFill>
                <a:latin typeface="Times New Roman"/>
                <a:cs typeface="Times New Roman"/>
              </a:rPr>
              <a:t>Emp</a:t>
            </a:r>
            <a:r>
              <a:rPr sz="2150" spc="40" dirty="0">
                <a:solidFill>
                  <a:srgbClr val="42464B"/>
                </a:solidFill>
                <a:latin typeface="Times New Roman"/>
                <a:cs typeface="Times New Roman"/>
              </a:rPr>
              <a:t>l</a:t>
            </a:r>
            <a:r>
              <a:rPr sz="2150" spc="40" dirty="0">
                <a:solidFill>
                  <a:srgbClr val="2F2F2F"/>
                </a:solidFill>
                <a:latin typeface="Times New Roman"/>
                <a:cs typeface="Times New Roman"/>
              </a:rPr>
              <a:t>oyee,</a:t>
            </a:r>
            <a:endParaRPr sz="2150" dirty="0">
              <a:latin typeface="Times New Roman"/>
              <a:cs typeface="Times New Roman"/>
            </a:endParaRPr>
          </a:p>
        </p:txBody>
      </p:sp>
      <p:sp>
        <p:nvSpPr>
          <p:cNvPr id="18" name="object 18"/>
          <p:cNvSpPr txBox="1"/>
          <p:nvPr/>
        </p:nvSpPr>
        <p:spPr>
          <a:xfrm>
            <a:off x="5911265" y="5362112"/>
            <a:ext cx="2774315" cy="424180"/>
          </a:xfrm>
          <a:prstGeom prst="rect">
            <a:avLst/>
          </a:prstGeom>
        </p:spPr>
        <p:txBody>
          <a:bodyPr vert="horz" wrap="square" lIns="0" tIns="13970" rIns="0" bIns="0" rtlCol="0">
            <a:spAutoFit/>
          </a:bodyPr>
          <a:lstStyle/>
          <a:p>
            <a:pPr marL="12700">
              <a:lnSpc>
                <a:spcPct val="100000"/>
              </a:lnSpc>
              <a:spcBef>
                <a:spcPts val="110"/>
              </a:spcBef>
            </a:pPr>
            <a:r>
              <a:rPr sz="2600" b="1" spc="55" dirty="0">
                <a:solidFill>
                  <a:srgbClr val="A82B2B"/>
                </a:solidFill>
                <a:latin typeface="Arial"/>
                <a:cs typeface="Arial"/>
              </a:rPr>
              <a:t>Urgency</a:t>
            </a:r>
            <a:r>
              <a:rPr sz="2600" b="1" spc="-10" dirty="0">
                <a:solidFill>
                  <a:srgbClr val="A82B2B"/>
                </a:solidFill>
                <a:latin typeface="Arial"/>
                <a:cs typeface="Arial"/>
              </a:rPr>
              <a:t> </a:t>
            </a:r>
            <a:r>
              <a:rPr sz="2600" b="1" spc="75" dirty="0">
                <a:solidFill>
                  <a:srgbClr val="A82B2B"/>
                </a:solidFill>
                <a:latin typeface="Arial"/>
                <a:cs typeface="Arial"/>
              </a:rPr>
              <a:t>Threats</a:t>
            </a:r>
            <a:endParaRPr sz="2600" dirty="0">
              <a:latin typeface="Arial"/>
              <a:cs typeface="Arial"/>
            </a:endParaRPr>
          </a:p>
        </p:txBody>
      </p:sp>
      <p:sp>
        <p:nvSpPr>
          <p:cNvPr id="19" name="object 19"/>
          <p:cNvSpPr txBox="1"/>
          <p:nvPr/>
        </p:nvSpPr>
        <p:spPr>
          <a:xfrm>
            <a:off x="1469303" y="6006801"/>
            <a:ext cx="9648825" cy="980440"/>
          </a:xfrm>
          <a:prstGeom prst="rect">
            <a:avLst/>
          </a:prstGeom>
        </p:spPr>
        <p:txBody>
          <a:bodyPr vert="horz" wrap="square" lIns="0" tIns="28575" rIns="0" bIns="0" rtlCol="0">
            <a:spAutoFit/>
          </a:bodyPr>
          <a:lstStyle/>
          <a:p>
            <a:pPr marL="22860" marR="5080" indent="-10795">
              <a:lnSpc>
                <a:spcPct val="95500"/>
              </a:lnSpc>
              <a:spcBef>
                <a:spcPts val="225"/>
              </a:spcBef>
            </a:pPr>
            <a:r>
              <a:rPr sz="2150" spc="105" dirty="0">
                <a:solidFill>
                  <a:srgbClr val="2F2F2F"/>
                </a:solidFill>
                <a:latin typeface="Times New Roman"/>
                <a:cs typeface="Times New Roman"/>
              </a:rPr>
              <a:t>To</a:t>
            </a:r>
            <a:r>
              <a:rPr sz="2150" spc="-55" dirty="0">
                <a:solidFill>
                  <a:srgbClr val="2F2F2F"/>
                </a:solidFill>
                <a:latin typeface="Times New Roman"/>
                <a:cs typeface="Times New Roman"/>
              </a:rPr>
              <a:t> </a:t>
            </a:r>
            <a:r>
              <a:rPr sz="2150" spc="85" dirty="0">
                <a:solidFill>
                  <a:srgbClr val="2F2F2F"/>
                </a:solidFill>
                <a:latin typeface="Times New Roman"/>
                <a:cs typeface="Times New Roman"/>
              </a:rPr>
              <a:t>prevent</a:t>
            </a:r>
            <a:r>
              <a:rPr sz="2150" spc="30" dirty="0">
                <a:solidFill>
                  <a:srgbClr val="2F2F2F"/>
                </a:solidFill>
                <a:latin typeface="Times New Roman"/>
                <a:cs typeface="Times New Roman"/>
              </a:rPr>
              <a:t> </a:t>
            </a:r>
            <a:r>
              <a:rPr sz="2150" spc="60" dirty="0">
                <a:solidFill>
                  <a:srgbClr val="2F2F2F"/>
                </a:solidFill>
                <a:latin typeface="Times New Roman"/>
                <a:cs typeface="Times New Roman"/>
              </a:rPr>
              <a:t>immedia</a:t>
            </a:r>
            <a:r>
              <a:rPr sz="2150" spc="60" dirty="0">
                <a:solidFill>
                  <a:srgbClr val="42464B"/>
                </a:solidFill>
                <a:latin typeface="Times New Roman"/>
                <a:cs typeface="Times New Roman"/>
              </a:rPr>
              <a:t>t</a:t>
            </a:r>
            <a:r>
              <a:rPr sz="2150" spc="60" dirty="0">
                <a:solidFill>
                  <a:srgbClr val="2F2F2F"/>
                </a:solidFill>
                <a:latin typeface="Times New Roman"/>
                <a:cs typeface="Times New Roman"/>
              </a:rPr>
              <a:t>e</a:t>
            </a:r>
            <a:r>
              <a:rPr sz="2150" spc="75" dirty="0">
                <a:solidFill>
                  <a:srgbClr val="2F2F2F"/>
                </a:solidFill>
                <a:latin typeface="Times New Roman"/>
                <a:cs typeface="Times New Roman"/>
              </a:rPr>
              <a:t> </a:t>
            </a:r>
            <a:r>
              <a:rPr sz="2150" spc="114" dirty="0">
                <a:solidFill>
                  <a:srgbClr val="2F2F2F"/>
                </a:solidFill>
                <a:latin typeface="Times New Roman"/>
                <a:cs typeface="Times New Roman"/>
              </a:rPr>
              <a:t>account</a:t>
            </a:r>
            <a:r>
              <a:rPr sz="2150" spc="-95" dirty="0">
                <a:solidFill>
                  <a:srgbClr val="2F2F2F"/>
                </a:solidFill>
                <a:latin typeface="Times New Roman"/>
                <a:cs typeface="Times New Roman"/>
              </a:rPr>
              <a:t> </a:t>
            </a:r>
            <a:r>
              <a:rPr sz="2150" spc="90" dirty="0">
                <a:solidFill>
                  <a:srgbClr val="2F2F2F"/>
                </a:solidFill>
                <a:latin typeface="Times New Roman"/>
                <a:cs typeface="Times New Roman"/>
              </a:rPr>
              <a:t>suspension</a:t>
            </a:r>
            <a:r>
              <a:rPr sz="2150" spc="140" dirty="0">
                <a:solidFill>
                  <a:srgbClr val="2F2F2F"/>
                </a:solidFill>
                <a:latin typeface="Times New Roman"/>
                <a:cs typeface="Times New Roman"/>
              </a:rPr>
              <a:t> </a:t>
            </a:r>
            <a:r>
              <a:rPr sz="2150" spc="100" dirty="0">
                <a:solidFill>
                  <a:srgbClr val="2F2F2F"/>
                </a:solidFill>
                <a:latin typeface="Times New Roman"/>
                <a:cs typeface="Times New Roman"/>
              </a:rPr>
              <a:t>due</a:t>
            </a:r>
            <a:r>
              <a:rPr sz="2150" spc="20" dirty="0">
                <a:solidFill>
                  <a:srgbClr val="2F2F2F"/>
                </a:solidFill>
                <a:latin typeface="Times New Roman"/>
                <a:cs typeface="Times New Roman"/>
              </a:rPr>
              <a:t> </a:t>
            </a:r>
            <a:r>
              <a:rPr sz="2150" spc="80" dirty="0">
                <a:solidFill>
                  <a:srgbClr val="2F2F2F"/>
                </a:solidFill>
                <a:latin typeface="Times New Roman"/>
                <a:cs typeface="Times New Roman"/>
              </a:rPr>
              <a:t>to</a:t>
            </a:r>
            <a:r>
              <a:rPr sz="2150" spc="90" dirty="0">
                <a:solidFill>
                  <a:srgbClr val="2F2F2F"/>
                </a:solidFill>
                <a:latin typeface="Times New Roman"/>
                <a:cs typeface="Times New Roman"/>
              </a:rPr>
              <a:t> </a:t>
            </a:r>
            <a:r>
              <a:rPr sz="2150" spc="95" dirty="0">
                <a:solidFill>
                  <a:srgbClr val="42464B"/>
                </a:solidFill>
                <a:latin typeface="Times New Roman"/>
                <a:cs typeface="Times New Roman"/>
              </a:rPr>
              <a:t>a</a:t>
            </a:r>
            <a:r>
              <a:rPr sz="2150" dirty="0">
                <a:solidFill>
                  <a:srgbClr val="42464B"/>
                </a:solidFill>
                <a:latin typeface="Times New Roman"/>
                <a:cs typeface="Times New Roman"/>
              </a:rPr>
              <a:t> </a:t>
            </a:r>
            <a:r>
              <a:rPr sz="2150" spc="85" dirty="0">
                <a:solidFill>
                  <a:srgbClr val="2F2F2F"/>
                </a:solidFill>
                <a:latin typeface="Times New Roman"/>
                <a:cs typeface="Times New Roman"/>
              </a:rPr>
              <a:t>securi</a:t>
            </a:r>
            <a:r>
              <a:rPr sz="2150" spc="85" dirty="0">
                <a:solidFill>
                  <a:srgbClr val="42464B"/>
                </a:solidFill>
                <a:latin typeface="Times New Roman"/>
                <a:cs typeface="Times New Roman"/>
              </a:rPr>
              <a:t>t</a:t>
            </a:r>
            <a:r>
              <a:rPr sz="2150" spc="85" dirty="0">
                <a:solidFill>
                  <a:srgbClr val="2F2F2F"/>
                </a:solidFill>
                <a:latin typeface="Times New Roman"/>
                <a:cs typeface="Times New Roman"/>
              </a:rPr>
              <a:t>y</a:t>
            </a:r>
            <a:r>
              <a:rPr sz="2150" spc="35" dirty="0">
                <a:solidFill>
                  <a:srgbClr val="2F2F2F"/>
                </a:solidFill>
                <a:latin typeface="Times New Roman"/>
                <a:cs typeface="Times New Roman"/>
              </a:rPr>
              <a:t> </a:t>
            </a:r>
            <a:r>
              <a:rPr sz="2150" spc="85" dirty="0">
                <a:solidFill>
                  <a:srgbClr val="2F2F2F"/>
                </a:solidFill>
                <a:latin typeface="Times New Roman"/>
                <a:cs typeface="Times New Roman"/>
              </a:rPr>
              <a:t>breach,</a:t>
            </a:r>
            <a:r>
              <a:rPr sz="2150" spc="95" dirty="0">
                <a:solidFill>
                  <a:srgbClr val="2F2F2F"/>
                </a:solidFill>
                <a:latin typeface="Times New Roman"/>
                <a:cs typeface="Times New Roman"/>
              </a:rPr>
              <a:t> </a:t>
            </a:r>
            <a:r>
              <a:rPr sz="2150" spc="75" dirty="0">
                <a:solidFill>
                  <a:srgbClr val="2F2F2F"/>
                </a:solidFill>
                <a:latin typeface="Times New Roman"/>
                <a:cs typeface="Times New Roman"/>
              </a:rPr>
              <a:t>please</a:t>
            </a:r>
            <a:r>
              <a:rPr sz="2150" spc="-55" dirty="0">
                <a:solidFill>
                  <a:srgbClr val="2F2F2F"/>
                </a:solidFill>
                <a:latin typeface="Times New Roman"/>
                <a:cs typeface="Times New Roman"/>
              </a:rPr>
              <a:t> </a:t>
            </a:r>
            <a:r>
              <a:rPr sz="2150" spc="-10" dirty="0">
                <a:solidFill>
                  <a:srgbClr val="2F2F2F"/>
                </a:solidFill>
                <a:latin typeface="Times New Roman"/>
                <a:cs typeface="Times New Roman"/>
              </a:rPr>
              <a:t>click </a:t>
            </a:r>
            <a:r>
              <a:rPr sz="2150" dirty="0">
                <a:solidFill>
                  <a:srgbClr val="2F2F2F"/>
                </a:solidFill>
                <a:latin typeface="Times New Roman"/>
                <a:cs typeface="Times New Roman"/>
              </a:rPr>
              <a:t>the</a:t>
            </a:r>
            <a:r>
              <a:rPr sz="2150" spc="415" dirty="0">
                <a:solidFill>
                  <a:srgbClr val="2F2F2F"/>
                </a:solidFill>
                <a:latin typeface="Times New Roman"/>
                <a:cs typeface="Times New Roman"/>
              </a:rPr>
              <a:t> </a:t>
            </a:r>
            <a:r>
              <a:rPr sz="2150" dirty="0">
                <a:solidFill>
                  <a:srgbClr val="1A1A1A"/>
                </a:solidFill>
                <a:latin typeface="Times New Roman"/>
                <a:cs typeface="Times New Roman"/>
              </a:rPr>
              <a:t>link</a:t>
            </a:r>
            <a:r>
              <a:rPr sz="2150" spc="130" dirty="0">
                <a:solidFill>
                  <a:srgbClr val="1A1A1A"/>
                </a:solidFill>
                <a:latin typeface="Times New Roman"/>
                <a:cs typeface="Times New Roman"/>
              </a:rPr>
              <a:t> </a:t>
            </a:r>
            <a:r>
              <a:rPr sz="2150" dirty="0">
                <a:solidFill>
                  <a:srgbClr val="2F2F2F"/>
                </a:solidFill>
                <a:latin typeface="Times New Roman"/>
                <a:cs typeface="Times New Roman"/>
              </a:rPr>
              <a:t>below</a:t>
            </a:r>
            <a:r>
              <a:rPr sz="2150" spc="95" dirty="0">
                <a:solidFill>
                  <a:srgbClr val="2F2F2F"/>
                </a:solidFill>
                <a:latin typeface="Times New Roman"/>
                <a:cs typeface="Times New Roman"/>
              </a:rPr>
              <a:t> </a:t>
            </a:r>
            <a:r>
              <a:rPr sz="2150" dirty="0">
                <a:solidFill>
                  <a:srgbClr val="2F2F2F"/>
                </a:solidFill>
                <a:latin typeface="Times New Roman"/>
                <a:cs typeface="Times New Roman"/>
              </a:rPr>
              <a:t>to</a:t>
            </a:r>
            <a:r>
              <a:rPr sz="2150" spc="190" dirty="0">
                <a:solidFill>
                  <a:srgbClr val="2F2F2F"/>
                </a:solidFill>
                <a:latin typeface="Times New Roman"/>
                <a:cs typeface="Times New Roman"/>
              </a:rPr>
              <a:t> </a:t>
            </a:r>
            <a:r>
              <a:rPr sz="2150" dirty="0">
                <a:solidFill>
                  <a:srgbClr val="2F2F2F"/>
                </a:solidFill>
                <a:latin typeface="Times New Roman"/>
                <a:cs typeface="Times New Roman"/>
              </a:rPr>
              <a:t>v</a:t>
            </a:r>
            <a:r>
              <a:rPr sz="2150" dirty="0">
                <a:solidFill>
                  <a:srgbClr val="42464B"/>
                </a:solidFill>
                <a:latin typeface="Times New Roman"/>
                <a:cs typeface="Times New Roman"/>
              </a:rPr>
              <a:t>e</a:t>
            </a:r>
            <a:r>
              <a:rPr sz="2150" dirty="0">
                <a:solidFill>
                  <a:srgbClr val="2F2F2F"/>
                </a:solidFill>
                <a:latin typeface="Times New Roman"/>
                <a:cs typeface="Times New Roman"/>
              </a:rPr>
              <a:t>ri</a:t>
            </a:r>
            <a:r>
              <a:rPr sz="2150" dirty="0">
                <a:solidFill>
                  <a:srgbClr val="42464B"/>
                </a:solidFill>
                <a:latin typeface="Times New Roman"/>
                <a:cs typeface="Times New Roman"/>
              </a:rPr>
              <a:t>f</a:t>
            </a:r>
            <a:r>
              <a:rPr sz="2150" dirty="0">
                <a:solidFill>
                  <a:srgbClr val="2F2F2F"/>
                </a:solidFill>
                <a:latin typeface="Times New Roman"/>
                <a:cs typeface="Times New Roman"/>
              </a:rPr>
              <a:t>y</a:t>
            </a:r>
            <a:r>
              <a:rPr sz="2150" spc="-40" dirty="0">
                <a:solidFill>
                  <a:srgbClr val="2F2F2F"/>
                </a:solidFill>
                <a:latin typeface="Times New Roman"/>
                <a:cs typeface="Times New Roman"/>
              </a:rPr>
              <a:t> </a:t>
            </a:r>
            <a:r>
              <a:rPr sz="2150" spc="95" dirty="0">
                <a:solidFill>
                  <a:srgbClr val="2F2F2F"/>
                </a:solidFill>
                <a:latin typeface="Times New Roman"/>
                <a:cs typeface="Times New Roman"/>
              </a:rPr>
              <a:t>your</a:t>
            </a:r>
            <a:r>
              <a:rPr sz="2150" spc="-90" dirty="0">
                <a:solidFill>
                  <a:srgbClr val="2F2F2F"/>
                </a:solidFill>
                <a:latin typeface="Times New Roman"/>
                <a:cs typeface="Times New Roman"/>
              </a:rPr>
              <a:t> </a:t>
            </a:r>
            <a:r>
              <a:rPr sz="2150" spc="90" dirty="0">
                <a:solidFill>
                  <a:srgbClr val="2F2F2F"/>
                </a:solidFill>
                <a:latin typeface="Times New Roman"/>
                <a:cs typeface="Times New Roman"/>
              </a:rPr>
              <a:t>creden</a:t>
            </a:r>
            <a:r>
              <a:rPr sz="2150" spc="90" dirty="0">
                <a:solidFill>
                  <a:srgbClr val="42464B"/>
                </a:solidFill>
                <a:latin typeface="Times New Roman"/>
                <a:cs typeface="Times New Roman"/>
              </a:rPr>
              <a:t>t</a:t>
            </a:r>
            <a:r>
              <a:rPr sz="2150" spc="90" dirty="0">
                <a:solidFill>
                  <a:srgbClr val="2F2F2F"/>
                </a:solidFill>
                <a:latin typeface="Times New Roman"/>
                <a:cs typeface="Times New Roman"/>
              </a:rPr>
              <a:t>ials.</a:t>
            </a:r>
            <a:r>
              <a:rPr sz="2150" spc="-130" dirty="0">
                <a:solidFill>
                  <a:srgbClr val="2F2F2F"/>
                </a:solidFill>
                <a:latin typeface="Times New Roman"/>
                <a:cs typeface="Times New Roman"/>
              </a:rPr>
              <a:t> </a:t>
            </a:r>
            <a:r>
              <a:rPr sz="2150" spc="65" dirty="0">
                <a:solidFill>
                  <a:srgbClr val="2F2F2F"/>
                </a:solidFill>
                <a:latin typeface="Times New Roman"/>
                <a:cs typeface="Times New Roman"/>
              </a:rPr>
              <a:t>Attached</a:t>
            </a:r>
            <a:r>
              <a:rPr sz="2150" spc="195" dirty="0">
                <a:solidFill>
                  <a:srgbClr val="2F2F2F"/>
                </a:solidFill>
                <a:latin typeface="Times New Roman"/>
                <a:cs typeface="Times New Roman"/>
              </a:rPr>
              <a:t> </a:t>
            </a:r>
            <a:r>
              <a:rPr sz="2150" dirty="0">
                <a:solidFill>
                  <a:srgbClr val="1A1A1A"/>
                </a:solidFill>
                <a:latin typeface="Times New Roman"/>
                <a:cs typeface="Times New Roman"/>
              </a:rPr>
              <a:t>is</a:t>
            </a:r>
            <a:r>
              <a:rPr sz="2150" spc="-70" dirty="0">
                <a:solidFill>
                  <a:srgbClr val="1A1A1A"/>
                </a:solidFill>
                <a:latin typeface="Times New Roman"/>
                <a:cs typeface="Times New Roman"/>
              </a:rPr>
              <a:t> </a:t>
            </a:r>
            <a:r>
              <a:rPr sz="2150" spc="95" dirty="0">
                <a:solidFill>
                  <a:srgbClr val="2F2F2F"/>
                </a:solidFill>
                <a:latin typeface="Times New Roman"/>
                <a:cs typeface="Times New Roman"/>
              </a:rPr>
              <a:t>your</a:t>
            </a:r>
            <a:r>
              <a:rPr sz="2150" spc="110" dirty="0">
                <a:solidFill>
                  <a:srgbClr val="2F2F2F"/>
                </a:solidFill>
                <a:latin typeface="Times New Roman"/>
                <a:cs typeface="Times New Roman"/>
              </a:rPr>
              <a:t> </a:t>
            </a:r>
            <a:r>
              <a:rPr sz="2150" spc="95" dirty="0">
                <a:solidFill>
                  <a:srgbClr val="2F2F2F"/>
                </a:solidFill>
                <a:latin typeface="Times New Roman"/>
                <a:cs typeface="Times New Roman"/>
              </a:rPr>
              <a:t>updated</a:t>
            </a:r>
            <a:r>
              <a:rPr sz="2150" spc="35" dirty="0">
                <a:solidFill>
                  <a:srgbClr val="2F2F2F"/>
                </a:solidFill>
                <a:latin typeface="Times New Roman"/>
                <a:cs typeface="Times New Roman"/>
              </a:rPr>
              <a:t> </a:t>
            </a:r>
            <a:r>
              <a:rPr sz="2150" spc="100" dirty="0">
                <a:solidFill>
                  <a:srgbClr val="2F2F2F"/>
                </a:solidFill>
                <a:latin typeface="Times New Roman"/>
                <a:cs typeface="Times New Roman"/>
              </a:rPr>
              <a:t>security</a:t>
            </a:r>
            <a:r>
              <a:rPr sz="2150" spc="135" dirty="0">
                <a:solidFill>
                  <a:srgbClr val="2F2F2F"/>
                </a:solidFill>
                <a:latin typeface="Times New Roman"/>
                <a:cs typeface="Times New Roman"/>
              </a:rPr>
              <a:t> </a:t>
            </a:r>
            <a:r>
              <a:rPr sz="2150" spc="-10" dirty="0">
                <a:solidFill>
                  <a:srgbClr val="2F2F2F"/>
                </a:solidFill>
                <a:latin typeface="Times New Roman"/>
                <a:cs typeface="Times New Roman"/>
              </a:rPr>
              <a:t>policy </a:t>
            </a:r>
            <a:r>
              <a:rPr sz="2150" dirty="0">
                <a:solidFill>
                  <a:srgbClr val="2F2F2F"/>
                </a:solidFill>
                <a:latin typeface="Times New Roman"/>
                <a:cs typeface="Times New Roman"/>
              </a:rPr>
              <a:t>for</a:t>
            </a:r>
            <a:r>
              <a:rPr sz="2150" spc="320" dirty="0">
                <a:solidFill>
                  <a:srgbClr val="2F2F2F"/>
                </a:solidFill>
                <a:latin typeface="Times New Roman"/>
                <a:cs typeface="Times New Roman"/>
              </a:rPr>
              <a:t> </a:t>
            </a:r>
            <a:r>
              <a:rPr sz="2150" spc="-10" dirty="0">
                <a:solidFill>
                  <a:srgbClr val="2F2F2F"/>
                </a:solidFill>
                <a:latin typeface="Times New Roman"/>
                <a:cs typeface="Times New Roman"/>
              </a:rPr>
              <a:t>review.</a:t>
            </a:r>
            <a:endParaRPr sz="2150" dirty="0">
              <a:latin typeface="Times New Roman"/>
              <a:cs typeface="Times New Roman"/>
            </a:endParaRPr>
          </a:p>
        </p:txBody>
      </p:sp>
      <p:sp>
        <p:nvSpPr>
          <p:cNvPr id="21" name="object 21"/>
          <p:cNvSpPr txBox="1"/>
          <p:nvPr/>
        </p:nvSpPr>
        <p:spPr>
          <a:xfrm>
            <a:off x="12830226" y="3006758"/>
            <a:ext cx="3369310" cy="2446020"/>
          </a:xfrm>
          <a:prstGeom prst="rect">
            <a:avLst/>
          </a:prstGeom>
        </p:spPr>
        <p:txBody>
          <a:bodyPr vert="horz" wrap="square" lIns="0" tIns="16510" rIns="0" bIns="0" rtlCol="0">
            <a:spAutoFit/>
          </a:bodyPr>
          <a:lstStyle/>
          <a:p>
            <a:pPr marL="217170" marR="430530" indent="407034">
              <a:lnSpc>
                <a:spcPts val="4420"/>
              </a:lnSpc>
              <a:spcBef>
                <a:spcPts val="130"/>
              </a:spcBef>
            </a:pPr>
            <a:r>
              <a:rPr sz="3550" b="1" spc="75" dirty="0">
                <a:solidFill>
                  <a:srgbClr val="032346"/>
                </a:solidFill>
                <a:latin typeface="Arial"/>
                <a:cs typeface="Arial"/>
              </a:rPr>
              <a:t>Physical </a:t>
            </a:r>
            <a:r>
              <a:rPr sz="3550" b="1" spc="55" dirty="0">
                <a:solidFill>
                  <a:srgbClr val="032346"/>
                </a:solidFill>
                <a:latin typeface="Arial"/>
                <a:cs typeface="Arial"/>
              </a:rPr>
              <a:t>Engineering</a:t>
            </a:r>
            <a:endParaRPr sz="3550" dirty="0">
              <a:latin typeface="Arial"/>
              <a:cs typeface="Arial"/>
            </a:endParaRPr>
          </a:p>
          <a:p>
            <a:pPr marL="302260" marR="5080" indent="-290195">
              <a:lnSpc>
                <a:spcPct val="109900"/>
              </a:lnSpc>
              <a:spcBef>
                <a:spcPts val="2140"/>
              </a:spcBef>
              <a:buClr>
                <a:srgbClr val="42464B"/>
              </a:buClr>
              <a:buChar char="•"/>
              <a:tabLst>
                <a:tab pos="307340" algn="l"/>
              </a:tabLst>
            </a:pPr>
            <a:r>
              <a:rPr sz="3050" dirty="0">
                <a:solidFill>
                  <a:srgbClr val="2F2F2F"/>
                </a:solidFill>
                <a:latin typeface="+mj-lt"/>
                <a:cs typeface="Times New Roman"/>
              </a:rPr>
              <a:t>T</a:t>
            </a:r>
            <a:r>
              <a:rPr sz="3050" dirty="0">
                <a:solidFill>
                  <a:srgbClr val="42464B"/>
                </a:solidFill>
                <a:latin typeface="+mj-lt"/>
                <a:cs typeface="Times New Roman"/>
              </a:rPr>
              <a:t>ai</a:t>
            </a:r>
            <a:r>
              <a:rPr sz="3050" dirty="0">
                <a:solidFill>
                  <a:srgbClr val="2F2F2F"/>
                </a:solidFill>
                <a:latin typeface="+mj-lt"/>
                <a:cs typeface="Times New Roman"/>
              </a:rPr>
              <a:t>l</a:t>
            </a:r>
            <a:r>
              <a:rPr sz="3050" dirty="0">
                <a:solidFill>
                  <a:srgbClr val="42464B"/>
                </a:solidFill>
                <a:latin typeface="+mj-lt"/>
                <a:cs typeface="Times New Roman"/>
              </a:rPr>
              <a:t>ga</a:t>
            </a:r>
            <a:r>
              <a:rPr sz="3050" dirty="0">
                <a:solidFill>
                  <a:srgbClr val="2F2F2F"/>
                </a:solidFill>
                <a:latin typeface="+mj-lt"/>
                <a:cs typeface="Times New Roman"/>
              </a:rPr>
              <a:t>t</a:t>
            </a:r>
            <a:r>
              <a:rPr sz="3050" dirty="0">
                <a:solidFill>
                  <a:srgbClr val="42464B"/>
                </a:solidFill>
                <a:latin typeface="+mj-lt"/>
                <a:cs typeface="Times New Roman"/>
              </a:rPr>
              <a:t>ing</a:t>
            </a:r>
            <a:r>
              <a:rPr sz="3050" spc="305" dirty="0">
                <a:solidFill>
                  <a:srgbClr val="42464B"/>
                </a:solidFill>
                <a:latin typeface="+mj-lt"/>
                <a:cs typeface="Times New Roman"/>
              </a:rPr>
              <a:t> </a:t>
            </a:r>
            <a:r>
              <a:rPr sz="3050" spc="100" dirty="0">
                <a:solidFill>
                  <a:srgbClr val="2F2F2F"/>
                </a:solidFill>
                <a:latin typeface="+mj-lt"/>
                <a:cs typeface="Times New Roman"/>
              </a:rPr>
              <a:t>th</a:t>
            </a:r>
            <a:r>
              <a:rPr sz="3050" spc="100" dirty="0">
                <a:solidFill>
                  <a:srgbClr val="42464B"/>
                </a:solidFill>
                <a:latin typeface="+mj-lt"/>
                <a:cs typeface="Times New Roman"/>
              </a:rPr>
              <a:t>ro</a:t>
            </a:r>
            <a:r>
              <a:rPr sz="3050" spc="100" dirty="0">
                <a:solidFill>
                  <a:srgbClr val="2F2F2F"/>
                </a:solidFill>
                <a:latin typeface="+mj-lt"/>
                <a:cs typeface="Times New Roman"/>
              </a:rPr>
              <a:t>u</a:t>
            </a:r>
            <a:r>
              <a:rPr sz="3050" spc="100" dirty="0">
                <a:solidFill>
                  <a:srgbClr val="42464B"/>
                </a:solidFill>
                <a:latin typeface="+mj-lt"/>
                <a:cs typeface="Times New Roman"/>
              </a:rPr>
              <a:t>gh 	</a:t>
            </a:r>
            <a:r>
              <a:rPr sz="3050" spc="150" dirty="0">
                <a:solidFill>
                  <a:srgbClr val="42464B"/>
                </a:solidFill>
                <a:latin typeface="+mj-lt"/>
                <a:cs typeface="Times New Roman"/>
              </a:rPr>
              <a:t>secure</a:t>
            </a:r>
            <a:r>
              <a:rPr sz="3050" spc="-20" dirty="0">
                <a:solidFill>
                  <a:srgbClr val="42464B"/>
                </a:solidFill>
                <a:latin typeface="+mj-lt"/>
                <a:cs typeface="Times New Roman"/>
              </a:rPr>
              <a:t> </a:t>
            </a:r>
            <a:r>
              <a:rPr sz="3050" spc="120" dirty="0">
                <a:solidFill>
                  <a:srgbClr val="2F2F2F"/>
                </a:solidFill>
                <a:latin typeface="+mj-lt"/>
                <a:cs typeface="Times New Roman"/>
              </a:rPr>
              <a:t>d</a:t>
            </a:r>
            <a:r>
              <a:rPr sz="3050" spc="120" dirty="0">
                <a:solidFill>
                  <a:srgbClr val="42464B"/>
                </a:solidFill>
                <a:latin typeface="+mj-lt"/>
                <a:cs typeface="Times New Roman"/>
              </a:rPr>
              <a:t>o</a:t>
            </a:r>
            <a:r>
              <a:rPr sz="3050" spc="120" dirty="0">
                <a:solidFill>
                  <a:srgbClr val="2F2F2F"/>
                </a:solidFill>
                <a:latin typeface="+mj-lt"/>
                <a:cs typeface="Times New Roman"/>
              </a:rPr>
              <a:t>o</a:t>
            </a:r>
            <a:r>
              <a:rPr sz="3050" spc="120" dirty="0">
                <a:solidFill>
                  <a:srgbClr val="42464B"/>
                </a:solidFill>
                <a:latin typeface="+mj-lt"/>
                <a:cs typeface="Times New Roman"/>
              </a:rPr>
              <a:t>rs</a:t>
            </a:r>
            <a:r>
              <a:rPr sz="3050" spc="120" dirty="0">
                <a:solidFill>
                  <a:srgbClr val="42464B"/>
                </a:solidFill>
                <a:latin typeface="Times New Roman"/>
                <a:cs typeface="Times New Roman"/>
              </a:rPr>
              <a:t>.</a:t>
            </a:r>
            <a:endParaRPr sz="3050" dirty="0">
              <a:latin typeface="Times New Roman"/>
              <a:cs typeface="Times New Roman"/>
            </a:endParaRPr>
          </a:p>
        </p:txBody>
      </p:sp>
      <p:sp>
        <p:nvSpPr>
          <p:cNvPr id="22" name="object 22"/>
          <p:cNvSpPr txBox="1"/>
          <p:nvPr/>
        </p:nvSpPr>
        <p:spPr>
          <a:xfrm>
            <a:off x="12830226" y="5937865"/>
            <a:ext cx="3397885" cy="1532255"/>
          </a:xfrm>
          <a:prstGeom prst="rect">
            <a:avLst/>
          </a:prstGeom>
        </p:spPr>
        <p:txBody>
          <a:bodyPr vert="horz" wrap="square" lIns="0" tIns="5715" rIns="0" bIns="0" rtlCol="0">
            <a:spAutoFit/>
          </a:bodyPr>
          <a:lstStyle/>
          <a:p>
            <a:pPr marL="313055" marR="5080" indent="-300990">
              <a:lnSpc>
                <a:spcPct val="108500"/>
              </a:lnSpc>
              <a:spcBef>
                <a:spcPts val="45"/>
              </a:spcBef>
              <a:buChar char="•"/>
              <a:tabLst>
                <a:tab pos="313055" algn="l"/>
                <a:tab pos="320675" algn="l"/>
              </a:tabLst>
            </a:pPr>
            <a:r>
              <a:rPr sz="3050" dirty="0">
                <a:solidFill>
                  <a:srgbClr val="2F2F2F"/>
                </a:solidFill>
                <a:latin typeface="Times New Roman"/>
                <a:cs typeface="Times New Roman"/>
              </a:rPr>
              <a:t>	</a:t>
            </a:r>
            <a:r>
              <a:rPr sz="3050" dirty="0">
                <a:solidFill>
                  <a:srgbClr val="42464B"/>
                </a:solidFill>
                <a:latin typeface="+mj-lt"/>
                <a:cs typeface="Times New Roman"/>
              </a:rPr>
              <a:t>Fake</a:t>
            </a:r>
            <a:r>
              <a:rPr sz="3050" spc="-100" dirty="0">
                <a:solidFill>
                  <a:srgbClr val="42464B"/>
                </a:solidFill>
                <a:latin typeface="+mj-lt"/>
                <a:cs typeface="Times New Roman"/>
              </a:rPr>
              <a:t> </a:t>
            </a:r>
            <a:r>
              <a:rPr sz="3050" spc="65" dirty="0">
                <a:solidFill>
                  <a:srgbClr val="42464B"/>
                </a:solidFill>
                <a:latin typeface="+mj-lt"/>
                <a:cs typeface="Times New Roman"/>
              </a:rPr>
              <a:t>Tec</a:t>
            </a:r>
            <a:r>
              <a:rPr sz="3050" spc="65" dirty="0">
                <a:solidFill>
                  <a:srgbClr val="2F2F2F"/>
                </a:solidFill>
                <a:latin typeface="+mj-lt"/>
                <a:cs typeface="Times New Roman"/>
              </a:rPr>
              <a:t>h</a:t>
            </a:r>
            <a:r>
              <a:rPr sz="3050" spc="130" dirty="0">
                <a:solidFill>
                  <a:srgbClr val="2F2F2F"/>
                </a:solidFill>
                <a:latin typeface="+mj-lt"/>
                <a:cs typeface="Times New Roman"/>
              </a:rPr>
              <a:t> </a:t>
            </a:r>
            <a:r>
              <a:rPr sz="3050" spc="60" dirty="0">
                <a:solidFill>
                  <a:srgbClr val="42464B"/>
                </a:solidFill>
                <a:latin typeface="+mj-lt"/>
                <a:cs typeface="Times New Roman"/>
              </a:rPr>
              <a:t>S</a:t>
            </a:r>
            <a:r>
              <a:rPr sz="3050" spc="60" dirty="0">
                <a:solidFill>
                  <a:srgbClr val="2F2F2F"/>
                </a:solidFill>
                <a:latin typeface="+mj-lt"/>
                <a:cs typeface="Times New Roman"/>
              </a:rPr>
              <a:t>upp</a:t>
            </a:r>
            <a:r>
              <a:rPr sz="3050" spc="60" dirty="0">
                <a:solidFill>
                  <a:srgbClr val="42464B"/>
                </a:solidFill>
                <a:latin typeface="+mj-lt"/>
                <a:cs typeface="Times New Roman"/>
              </a:rPr>
              <a:t>ort </a:t>
            </a:r>
            <a:r>
              <a:rPr sz="3050" dirty="0">
                <a:solidFill>
                  <a:srgbClr val="42464B"/>
                </a:solidFill>
                <a:latin typeface="+mj-lt"/>
                <a:cs typeface="Times New Roman"/>
              </a:rPr>
              <a:t>ca</a:t>
            </a:r>
            <a:r>
              <a:rPr sz="3050" dirty="0">
                <a:solidFill>
                  <a:srgbClr val="2F2F2F"/>
                </a:solidFill>
                <a:latin typeface="+mj-lt"/>
                <a:cs typeface="Times New Roman"/>
              </a:rPr>
              <a:t>ll</a:t>
            </a:r>
            <a:r>
              <a:rPr sz="3050" dirty="0">
                <a:solidFill>
                  <a:srgbClr val="42464B"/>
                </a:solidFill>
                <a:latin typeface="+mj-lt"/>
                <a:cs typeface="Times New Roman"/>
              </a:rPr>
              <a:t>s</a:t>
            </a:r>
            <a:r>
              <a:rPr sz="3050" spc="55" dirty="0">
                <a:solidFill>
                  <a:srgbClr val="42464B"/>
                </a:solidFill>
                <a:latin typeface="+mj-lt"/>
                <a:cs typeface="Times New Roman"/>
              </a:rPr>
              <a:t> </a:t>
            </a:r>
            <a:r>
              <a:rPr sz="3050" spc="50" dirty="0">
                <a:solidFill>
                  <a:srgbClr val="42464B"/>
                </a:solidFill>
                <a:latin typeface="+mj-lt"/>
                <a:cs typeface="Times New Roman"/>
              </a:rPr>
              <a:t>as</a:t>
            </a:r>
            <a:r>
              <a:rPr sz="3050" spc="50" dirty="0">
                <a:solidFill>
                  <a:srgbClr val="2F2F2F"/>
                </a:solidFill>
                <a:latin typeface="+mj-lt"/>
                <a:cs typeface="Times New Roman"/>
              </a:rPr>
              <a:t>ki</a:t>
            </a:r>
            <a:r>
              <a:rPr sz="3050" spc="50" dirty="0">
                <a:solidFill>
                  <a:srgbClr val="42464B"/>
                </a:solidFill>
                <a:latin typeface="+mj-lt"/>
                <a:cs typeface="Times New Roman"/>
              </a:rPr>
              <a:t>ng</a:t>
            </a:r>
            <a:r>
              <a:rPr sz="3050" spc="5" dirty="0">
                <a:solidFill>
                  <a:srgbClr val="42464B"/>
                </a:solidFill>
                <a:latin typeface="+mj-lt"/>
                <a:cs typeface="Times New Roman"/>
              </a:rPr>
              <a:t> </a:t>
            </a:r>
            <a:r>
              <a:rPr sz="3050" spc="-25" dirty="0">
                <a:solidFill>
                  <a:srgbClr val="42464B"/>
                </a:solidFill>
                <a:latin typeface="+mj-lt"/>
                <a:cs typeface="Times New Roman"/>
              </a:rPr>
              <a:t>f</a:t>
            </a:r>
            <a:r>
              <a:rPr sz="3050" spc="-25" dirty="0">
                <a:solidFill>
                  <a:srgbClr val="2F2F2F"/>
                </a:solidFill>
                <a:latin typeface="+mj-lt"/>
                <a:cs typeface="Times New Roman"/>
              </a:rPr>
              <a:t>or </a:t>
            </a:r>
            <a:r>
              <a:rPr sz="3050" spc="90" dirty="0">
                <a:solidFill>
                  <a:srgbClr val="2F2F2F"/>
                </a:solidFill>
                <a:latin typeface="+mj-lt"/>
                <a:cs typeface="Times New Roman"/>
              </a:rPr>
              <a:t>p</a:t>
            </a:r>
            <a:r>
              <a:rPr sz="3050" spc="90" dirty="0">
                <a:solidFill>
                  <a:srgbClr val="42464B"/>
                </a:solidFill>
                <a:latin typeface="+mj-lt"/>
                <a:cs typeface="Times New Roman"/>
              </a:rPr>
              <a:t>assw</a:t>
            </a:r>
            <a:r>
              <a:rPr sz="3050" spc="90" dirty="0">
                <a:solidFill>
                  <a:srgbClr val="2F2F2F"/>
                </a:solidFill>
                <a:latin typeface="+mj-lt"/>
                <a:cs typeface="Times New Roman"/>
              </a:rPr>
              <a:t>o</a:t>
            </a:r>
            <a:r>
              <a:rPr sz="3050" spc="90" dirty="0">
                <a:solidFill>
                  <a:srgbClr val="42464B"/>
                </a:solidFill>
                <a:latin typeface="+mj-lt"/>
                <a:cs typeface="Times New Roman"/>
              </a:rPr>
              <a:t>r</a:t>
            </a:r>
            <a:r>
              <a:rPr sz="3050" spc="90" dirty="0">
                <a:solidFill>
                  <a:srgbClr val="2F2F2F"/>
                </a:solidFill>
                <a:latin typeface="+mj-lt"/>
                <a:cs typeface="Times New Roman"/>
              </a:rPr>
              <a:t>d</a:t>
            </a:r>
            <a:r>
              <a:rPr sz="3050" spc="90" dirty="0">
                <a:solidFill>
                  <a:srgbClr val="42464B"/>
                </a:solidFill>
                <a:latin typeface="+mj-lt"/>
                <a:cs typeface="Times New Roman"/>
              </a:rPr>
              <a:t>s</a:t>
            </a:r>
            <a:r>
              <a:rPr sz="3050" spc="90" dirty="0">
                <a:solidFill>
                  <a:srgbClr val="2F2F2F"/>
                </a:solidFill>
                <a:latin typeface="+mj-lt"/>
                <a:cs typeface="Times New Roman"/>
              </a:rPr>
              <a:t>.</a:t>
            </a:r>
            <a:endParaRPr sz="3050" dirty="0">
              <a:latin typeface="+mj-lt"/>
              <a:cs typeface="Times New Roman"/>
            </a:endParaRPr>
          </a:p>
        </p:txBody>
      </p:sp>
      <p:sp>
        <p:nvSpPr>
          <p:cNvPr id="23" name="object 23"/>
          <p:cNvSpPr txBox="1"/>
          <p:nvPr/>
        </p:nvSpPr>
        <p:spPr>
          <a:xfrm>
            <a:off x="2817418" y="8583424"/>
            <a:ext cx="11398250" cy="649605"/>
          </a:xfrm>
          <a:prstGeom prst="rect">
            <a:avLst/>
          </a:prstGeom>
          <a:noFill/>
        </p:spPr>
        <p:txBody>
          <a:bodyPr vert="horz" wrap="square" lIns="0" tIns="27305" rIns="0" bIns="0" rtlCol="0">
            <a:spAutoFit/>
          </a:bodyPr>
          <a:lstStyle/>
          <a:p>
            <a:pPr>
              <a:lnSpc>
                <a:spcPct val="100000"/>
              </a:lnSpc>
              <a:spcBef>
                <a:spcPts val="215"/>
              </a:spcBef>
            </a:pPr>
            <a:r>
              <a:rPr sz="3550" b="1" spc="65" dirty="0">
                <a:solidFill>
                  <a:srgbClr val="FDF6F4"/>
                </a:solidFill>
                <a:latin typeface="Arial"/>
                <a:cs typeface="Arial"/>
              </a:rPr>
              <a:t>If</a:t>
            </a:r>
            <a:r>
              <a:rPr sz="3550" b="1" spc="240" dirty="0">
                <a:solidFill>
                  <a:srgbClr val="FDF6F4"/>
                </a:solidFill>
                <a:latin typeface="Arial"/>
                <a:cs typeface="Arial"/>
              </a:rPr>
              <a:t> </a:t>
            </a:r>
            <a:r>
              <a:rPr sz="3550" b="1" dirty="0">
                <a:solidFill>
                  <a:srgbClr val="FDF6F4"/>
                </a:solidFill>
                <a:latin typeface="Arial"/>
                <a:cs typeface="Arial"/>
              </a:rPr>
              <a:t>suspicious:</a:t>
            </a:r>
            <a:r>
              <a:rPr sz="3550" b="1" spc="-25" dirty="0">
                <a:solidFill>
                  <a:srgbClr val="FDF6F4"/>
                </a:solidFill>
                <a:latin typeface="Arial"/>
                <a:cs typeface="Arial"/>
              </a:rPr>
              <a:t> </a:t>
            </a:r>
            <a:r>
              <a:rPr sz="3550" b="1" spc="135" dirty="0">
                <a:solidFill>
                  <a:srgbClr val="FDF6F4"/>
                </a:solidFill>
                <a:latin typeface="Arial"/>
                <a:cs typeface="Arial"/>
              </a:rPr>
              <a:t>Do</a:t>
            </a:r>
            <a:r>
              <a:rPr sz="3550" b="1" spc="-140" dirty="0">
                <a:solidFill>
                  <a:srgbClr val="FDF6F4"/>
                </a:solidFill>
                <a:latin typeface="Arial"/>
                <a:cs typeface="Arial"/>
              </a:rPr>
              <a:t> </a:t>
            </a:r>
            <a:r>
              <a:rPr sz="3550" b="1" spc="95" dirty="0">
                <a:solidFill>
                  <a:srgbClr val="FDF6F4"/>
                </a:solidFill>
                <a:latin typeface="Arial"/>
                <a:cs typeface="Arial"/>
              </a:rPr>
              <a:t>NOT</a:t>
            </a:r>
            <a:r>
              <a:rPr sz="3550" b="1" spc="10" dirty="0">
                <a:solidFill>
                  <a:srgbClr val="FDF6F4"/>
                </a:solidFill>
                <a:latin typeface="Arial"/>
                <a:cs typeface="Arial"/>
              </a:rPr>
              <a:t> </a:t>
            </a:r>
            <a:r>
              <a:rPr sz="3550" b="1" spc="114" dirty="0">
                <a:solidFill>
                  <a:srgbClr val="FDF6F4"/>
                </a:solidFill>
                <a:latin typeface="Arial"/>
                <a:cs typeface="Arial"/>
              </a:rPr>
              <a:t>forward.</a:t>
            </a:r>
            <a:r>
              <a:rPr sz="3550" b="1" spc="-114" dirty="0">
                <a:solidFill>
                  <a:srgbClr val="FDF6F4"/>
                </a:solidFill>
                <a:latin typeface="Arial"/>
                <a:cs typeface="Arial"/>
              </a:rPr>
              <a:t> </a:t>
            </a:r>
            <a:r>
              <a:rPr sz="3550" b="1" spc="90" dirty="0">
                <a:solidFill>
                  <a:srgbClr val="FDF6F4"/>
                </a:solidFill>
                <a:latin typeface="Arial"/>
                <a:cs typeface="Arial"/>
              </a:rPr>
              <a:t>Call</a:t>
            </a:r>
            <a:r>
              <a:rPr sz="3550" b="1" spc="-204" dirty="0">
                <a:solidFill>
                  <a:srgbClr val="FDF6F4"/>
                </a:solidFill>
                <a:latin typeface="Arial"/>
                <a:cs typeface="Arial"/>
              </a:rPr>
              <a:t> </a:t>
            </a:r>
            <a:r>
              <a:rPr sz="3550" b="1" spc="90" dirty="0">
                <a:solidFill>
                  <a:srgbClr val="FDF6F4"/>
                </a:solidFill>
                <a:latin typeface="Arial"/>
                <a:cs typeface="Arial"/>
              </a:rPr>
              <a:t>IT</a:t>
            </a:r>
            <a:r>
              <a:rPr sz="3550" b="1" spc="30" dirty="0">
                <a:solidFill>
                  <a:srgbClr val="FDF6F4"/>
                </a:solidFill>
                <a:latin typeface="Arial"/>
                <a:cs typeface="Arial"/>
              </a:rPr>
              <a:t> </a:t>
            </a:r>
            <a:r>
              <a:rPr sz="3550" b="1" spc="90" dirty="0">
                <a:solidFill>
                  <a:srgbClr val="FDF6F4"/>
                </a:solidFill>
                <a:latin typeface="Arial"/>
                <a:cs typeface="Arial"/>
              </a:rPr>
              <a:t>immediately.</a:t>
            </a:r>
            <a:endParaRPr sz="3550" dirty="0">
              <a:latin typeface="Arial"/>
              <a:cs typeface="Arial"/>
            </a:endParaRPr>
          </a:p>
        </p:txBody>
      </p:sp>
      <p:cxnSp>
        <p:nvCxnSpPr>
          <p:cNvPr id="32" name="Straight Arrow Connector 31">
            <a:extLst>
              <a:ext uri="{FF2B5EF4-FFF2-40B4-BE49-F238E27FC236}">
                <a16:creationId xmlns:a16="http://schemas.microsoft.com/office/drawing/2014/main" id="{8335CAE6-715F-AC1A-7495-CF52EB7B5F27}"/>
              </a:ext>
            </a:extLst>
          </p:cNvPr>
          <p:cNvCxnSpPr>
            <a:cxnSpLocks/>
          </p:cNvCxnSpPr>
          <p:nvPr/>
        </p:nvCxnSpPr>
        <p:spPr>
          <a:xfrm flipH="1">
            <a:off x="4830014" y="7425293"/>
            <a:ext cx="1240586" cy="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8CAAB10D-10A0-BD42-1CD8-2DB42DE0F391}"/>
              </a:ext>
            </a:extLst>
          </p:cNvPr>
          <p:cNvCxnSpPr/>
          <p:nvPr/>
        </p:nvCxnSpPr>
        <p:spPr>
          <a:xfrm flipH="1" flipV="1">
            <a:off x="4165033" y="5068469"/>
            <a:ext cx="1612341" cy="560358"/>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3688BCB-8C6B-9ACF-2EB2-EEF73169CC32}"/>
              </a:ext>
            </a:extLst>
          </p:cNvPr>
          <p:cNvCxnSpPr>
            <a:cxnSpLocks/>
          </p:cNvCxnSpPr>
          <p:nvPr/>
        </p:nvCxnSpPr>
        <p:spPr>
          <a:xfrm flipH="1">
            <a:off x="7812325" y="4114800"/>
            <a:ext cx="925275" cy="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3" name="object 17">
            <a:extLst>
              <a:ext uri="{FF2B5EF4-FFF2-40B4-BE49-F238E27FC236}">
                <a16:creationId xmlns:a16="http://schemas.microsoft.com/office/drawing/2014/main" id="{011A4260-CA67-5D0D-BAC1-B66C93F53B69}"/>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 name="Rectangle: Rounded Corners 62">
            <a:extLst>
              <a:ext uri="{FF2B5EF4-FFF2-40B4-BE49-F238E27FC236}">
                <a16:creationId xmlns:a16="http://schemas.microsoft.com/office/drawing/2014/main" id="{C63B0574-32B3-D075-3FFD-40F2458CED1C}"/>
              </a:ext>
            </a:extLst>
          </p:cNvPr>
          <p:cNvSpPr/>
          <p:nvPr/>
        </p:nvSpPr>
        <p:spPr>
          <a:xfrm>
            <a:off x="520594" y="7512669"/>
            <a:ext cx="15991204" cy="1658625"/>
          </a:xfrm>
          <a:prstGeom prst="roundRect">
            <a:avLst>
              <a:gd name="adj" fmla="val 9423"/>
            </a:avLst>
          </a:prstGeom>
          <a:solidFill>
            <a:srgbClr val="FFFFFF"/>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8" name="Rectangle: Rounded Corners 37">
            <a:extLst>
              <a:ext uri="{FF2B5EF4-FFF2-40B4-BE49-F238E27FC236}">
                <a16:creationId xmlns:a16="http://schemas.microsoft.com/office/drawing/2014/main" id="{8F316735-A35D-846D-164A-429AFC5F81B4}"/>
              </a:ext>
            </a:extLst>
          </p:cNvPr>
          <p:cNvSpPr/>
          <p:nvPr/>
        </p:nvSpPr>
        <p:spPr>
          <a:xfrm>
            <a:off x="556880" y="1474348"/>
            <a:ext cx="15991204" cy="3005560"/>
          </a:xfrm>
          <a:prstGeom prst="roundRect">
            <a:avLst>
              <a:gd name="adj" fmla="val 9423"/>
            </a:avLst>
          </a:prstGeom>
          <a:solidFill>
            <a:schemeClr val="accent1">
              <a:lumMod val="7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cxnSp>
        <p:nvCxnSpPr>
          <p:cNvPr id="55" name="Straight Connector 54">
            <a:extLst>
              <a:ext uri="{FF2B5EF4-FFF2-40B4-BE49-F238E27FC236}">
                <a16:creationId xmlns:a16="http://schemas.microsoft.com/office/drawing/2014/main" id="{3BA3522F-9249-6F4C-B1FD-EDE9B3B0025A}"/>
              </a:ext>
            </a:extLst>
          </p:cNvPr>
          <p:cNvCxnSpPr>
            <a:cxnSpLocks/>
          </p:cNvCxnSpPr>
          <p:nvPr/>
        </p:nvCxnSpPr>
        <p:spPr>
          <a:xfrm>
            <a:off x="5471153" y="3025569"/>
            <a:ext cx="2044907" cy="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9" name="Rectangle: Rounded Corners 38">
            <a:extLst>
              <a:ext uri="{FF2B5EF4-FFF2-40B4-BE49-F238E27FC236}">
                <a16:creationId xmlns:a16="http://schemas.microsoft.com/office/drawing/2014/main" id="{3DAEAAB1-77B2-89C2-58C8-D7C68669306A}"/>
              </a:ext>
            </a:extLst>
          </p:cNvPr>
          <p:cNvSpPr/>
          <p:nvPr/>
        </p:nvSpPr>
        <p:spPr>
          <a:xfrm>
            <a:off x="1268961" y="1806369"/>
            <a:ext cx="4278392" cy="2438400"/>
          </a:xfrm>
          <a:prstGeom prst="roundRect">
            <a:avLst/>
          </a:prstGeom>
          <a:solidFill>
            <a:schemeClr val="bg1">
              <a:lumMod val="8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object 3"/>
          <p:cNvPicPr/>
          <p:nvPr/>
        </p:nvPicPr>
        <p:blipFill>
          <a:blip r:embed="rId3" cstate="print"/>
          <a:stretch>
            <a:fillRect/>
          </a:stretch>
        </p:blipFill>
        <p:spPr>
          <a:xfrm>
            <a:off x="1232675" y="7868502"/>
            <a:ext cx="840636" cy="740436"/>
          </a:xfrm>
          <a:prstGeom prst="rect">
            <a:avLst/>
          </a:prstGeom>
        </p:spPr>
      </p:pic>
      <p:sp>
        <p:nvSpPr>
          <p:cNvPr id="11" name="object 11" descr="$PPTXTitle"/>
          <p:cNvSpPr txBox="1">
            <a:spLocks noGrp="1"/>
          </p:cNvSpPr>
          <p:nvPr>
            <p:ph type="title"/>
          </p:nvPr>
        </p:nvSpPr>
        <p:spPr>
          <a:xfrm>
            <a:off x="556880" y="349009"/>
            <a:ext cx="15954918" cy="784225"/>
          </a:xfrm>
          <a:prstGeom prst="rect">
            <a:avLst/>
          </a:prstGeom>
        </p:spPr>
        <p:txBody>
          <a:bodyPr vert="horz" wrap="square" lIns="0" tIns="15875" rIns="0" bIns="0" rtlCol="0">
            <a:spAutoFit/>
          </a:bodyPr>
          <a:lstStyle/>
          <a:p>
            <a:pPr marL="12700" algn="ctr">
              <a:lnSpc>
                <a:spcPct val="100000"/>
              </a:lnSpc>
              <a:spcBef>
                <a:spcPts val="125"/>
              </a:spcBef>
            </a:pPr>
            <a:r>
              <a:rPr sz="4950" spc="120" dirty="0">
                <a:solidFill>
                  <a:srgbClr val="0F2848"/>
                </a:solidFill>
              </a:rPr>
              <a:t>Partners</a:t>
            </a:r>
            <a:r>
              <a:rPr sz="4950" spc="-125" dirty="0">
                <a:solidFill>
                  <a:srgbClr val="0F2848"/>
                </a:solidFill>
              </a:rPr>
              <a:t> </a:t>
            </a:r>
            <a:r>
              <a:rPr sz="4950" spc="195" dirty="0">
                <a:solidFill>
                  <a:srgbClr val="0F2848"/>
                </a:solidFill>
              </a:rPr>
              <a:t>in</a:t>
            </a:r>
            <a:r>
              <a:rPr sz="4950" spc="-405" dirty="0">
                <a:solidFill>
                  <a:srgbClr val="0F2848"/>
                </a:solidFill>
              </a:rPr>
              <a:t> </a:t>
            </a:r>
            <a:r>
              <a:rPr sz="4950" spc="80" dirty="0">
                <a:solidFill>
                  <a:srgbClr val="0F2848"/>
                </a:solidFill>
              </a:rPr>
              <a:t>Compliance:</a:t>
            </a:r>
            <a:r>
              <a:rPr sz="4950" spc="50" dirty="0">
                <a:solidFill>
                  <a:srgbClr val="0F2848"/>
                </a:solidFill>
              </a:rPr>
              <a:t> </a:t>
            </a:r>
            <a:r>
              <a:rPr sz="4950" dirty="0">
                <a:solidFill>
                  <a:srgbClr val="0F2848"/>
                </a:solidFill>
              </a:rPr>
              <a:t>Business</a:t>
            </a:r>
            <a:r>
              <a:rPr sz="4950" spc="120" dirty="0">
                <a:solidFill>
                  <a:srgbClr val="0F2848"/>
                </a:solidFill>
              </a:rPr>
              <a:t> </a:t>
            </a:r>
            <a:r>
              <a:rPr sz="4950" spc="70" dirty="0">
                <a:solidFill>
                  <a:srgbClr val="0F2848"/>
                </a:solidFill>
              </a:rPr>
              <a:t>Associates</a:t>
            </a:r>
            <a:r>
              <a:rPr sz="4950" spc="420" dirty="0">
                <a:solidFill>
                  <a:srgbClr val="0F2848"/>
                </a:solidFill>
              </a:rPr>
              <a:t> </a:t>
            </a:r>
            <a:r>
              <a:rPr sz="4950" spc="55" dirty="0">
                <a:solidFill>
                  <a:srgbClr val="0F2848"/>
                </a:solidFill>
              </a:rPr>
              <a:t>(BA)</a:t>
            </a:r>
            <a:endParaRPr sz="4950" dirty="0"/>
          </a:p>
        </p:txBody>
      </p:sp>
      <p:sp>
        <p:nvSpPr>
          <p:cNvPr id="40" name="Rectangle: Rounded Corners 39">
            <a:extLst>
              <a:ext uri="{FF2B5EF4-FFF2-40B4-BE49-F238E27FC236}">
                <a16:creationId xmlns:a16="http://schemas.microsoft.com/office/drawing/2014/main" id="{A886FD6F-4FBC-D88A-797E-DFF418FE6606}"/>
              </a:ext>
            </a:extLst>
          </p:cNvPr>
          <p:cNvSpPr/>
          <p:nvPr/>
        </p:nvSpPr>
        <p:spPr>
          <a:xfrm>
            <a:off x="11388842" y="1803347"/>
            <a:ext cx="4439692" cy="2438400"/>
          </a:xfrm>
          <a:prstGeom prst="roundRect">
            <a:avLst/>
          </a:prstGeom>
          <a:solidFill>
            <a:schemeClr val="bg1">
              <a:lumMod val="85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bject 31"/>
          <p:cNvSpPr txBox="1"/>
          <p:nvPr/>
        </p:nvSpPr>
        <p:spPr>
          <a:xfrm>
            <a:off x="2240531" y="3295073"/>
            <a:ext cx="2047239" cy="569595"/>
          </a:xfrm>
          <a:prstGeom prst="rect">
            <a:avLst/>
          </a:prstGeom>
        </p:spPr>
        <p:txBody>
          <a:bodyPr vert="horz" wrap="square" lIns="0" tIns="14604" rIns="0" bIns="0" rtlCol="0">
            <a:spAutoFit/>
          </a:bodyPr>
          <a:lstStyle/>
          <a:p>
            <a:pPr>
              <a:lnSpc>
                <a:spcPct val="100000"/>
              </a:lnSpc>
              <a:spcBef>
                <a:spcPts val="114"/>
              </a:spcBef>
            </a:pPr>
            <a:r>
              <a:rPr sz="3550" b="1" dirty="0">
                <a:solidFill>
                  <a:srgbClr val="0F2848"/>
                </a:solidFill>
                <a:latin typeface="Arial"/>
                <a:cs typeface="Arial"/>
              </a:rPr>
              <a:t>Our</a:t>
            </a:r>
            <a:r>
              <a:rPr sz="3550" b="1" spc="-220" dirty="0">
                <a:solidFill>
                  <a:srgbClr val="0F2848"/>
                </a:solidFill>
                <a:latin typeface="Arial"/>
                <a:cs typeface="Arial"/>
              </a:rPr>
              <a:t> </a:t>
            </a:r>
            <a:r>
              <a:rPr sz="3550" b="1" spc="-120" dirty="0">
                <a:solidFill>
                  <a:srgbClr val="0F2848"/>
                </a:solidFill>
                <a:latin typeface="Arial"/>
                <a:cs typeface="Arial"/>
              </a:rPr>
              <a:t>Clinic</a:t>
            </a:r>
            <a:endParaRPr sz="3550" dirty="0">
              <a:latin typeface="Arial"/>
              <a:cs typeface="Arial"/>
            </a:endParaRPr>
          </a:p>
        </p:txBody>
      </p:sp>
      <p:sp>
        <p:nvSpPr>
          <p:cNvPr id="62" name="Rectangle: Rounded Corners 61">
            <a:extLst>
              <a:ext uri="{FF2B5EF4-FFF2-40B4-BE49-F238E27FC236}">
                <a16:creationId xmlns:a16="http://schemas.microsoft.com/office/drawing/2014/main" id="{D093E38E-C570-9F2A-C22A-B7D36AB0E860}"/>
              </a:ext>
            </a:extLst>
          </p:cNvPr>
          <p:cNvSpPr/>
          <p:nvPr/>
        </p:nvSpPr>
        <p:spPr>
          <a:xfrm>
            <a:off x="556880" y="4793172"/>
            <a:ext cx="15991204" cy="2406233"/>
          </a:xfrm>
          <a:prstGeom prst="roundRect">
            <a:avLst>
              <a:gd name="adj" fmla="val 9423"/>
            </a:avLst>
          </a:prstGeom>
          <a:solidFill>
            <a:schemeClr val="accent1">
              <a:lumMod val="40000"/>
              <a:lumOff val="6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4" name="object 34"/>
          <p:cNvSpPr txBox="1"/>
          <p:nvPr/>
        </p:nvSpPr>
        <p:spPr>
          <a:xfrm>
            <a:off x="11576053" y="3125945"/>
            <a:ext cx="4065270" cy="1005840"/>
          </a:xfrm>
          <a:prstGeom prst="rect">
            <a:avLst/>
          </a:prstGeom>
        </p:spPr>
        <p:txBody>
          <a:bodyPr vert="horz" wrap="square" lIns="0" tIns="14604" rIns="0" bIns="0" rtlCol="0">
            <a:spAutoFit/>
          </a:bodyPr>
          <a:lstStyle/>
          <a:p>
            <a:pPr marR="1270" algn="ctr">
              <a:lnSpc>
                <a:spcPct val="100000"/>
              </a:lnSpc>
              <a:spcBef>
                <a:spcPts val="114"/>
              </a:spcBef>
            </a:pPr>
            <a:r>
              <a:rPr sz="3250" b="1" spc="-10" dirty="0">
                <a:solidFill>
                  <a:srgbClr val="0F2848"/>
                </a:solidFill>
                <a:latin typeface="Arial"/>
                <a:cs typeface="Arial"/>
              </a:rPr>
              <a:t>Vendors</a:t>
            </a:r>
            <a:endParaRPr sz="3250" dirty="0">
              <a:latin typeface="Arial"/>
              <a:cs typeface="Arial"/>
            </a:endParaRPr>
          </a:p>
          <a:p>
            <a:pPr marR="5080" algn="ctr">
              <a:lnSpc>
                <a:spcPct val="100000"/>
              </a:lnSpc>
              <a:spcBef>
                <a:spcPts val="20"/>
              </a:spcBef>
            </a:pPr>
            <a:r>
              <a:rPr sz="3150" dirty="0">
                <a:solidFill>
                  <a:srgbClr val="0F2848"/>
                </a:solidFill>
                <a:latin typeface="Arial"/>
                <a:cs typeface="Arial"/>
              </a:rPr>
              <a:t>(Billing,</a:t>
            </a:r>
            <a:r>
              <a:rPr sz="3150" spc="95" dirty="0">
                <a:solidFill>
                  <a:srgbClr val="0F2848"/>
                </a:solidFill>
                <a:latin typeface="Arial"/>
                <a:cs typeface="Arial"/>
              </a:rPr>
              <a:t> </a:t>
            </a:r>
            <a:r>
              <a:rPr sz="3150" dirty="0">
                <a:solidFill>
                  <a:srgbClr val="0F2848"/>
                </a:solidFill>
                <a:latin typeface="Arial"/>
                <a:cs typeface="Arial"/>
              </a:rPr>
              <a:t>IT,</a:t>
            </a:r>
            <a:r>
              <a:rPr sz="3150" spc="65" dirty="0">
                <a:solidFill>
                  <a:srgbClr val="0F2848"/>
                </a:solidFill>
                <a:latin typeface="Arial"/>
                <a:cs typeface="Arial"/>
              </a:rPr>
              <a:t> </a:t>
            </a:r>
            <a:r>
              <a:rPr sz="3150" spc="-10" dirty="0">
                <a:solidFill>
                  <a:srgbClr val="0F2848"/>
                </a:solidFill>
                <a:latin typeface="Arial"/>
                <a:cs typeface="Arial"/>
              </a:rPr>
              <a:t>Shredding)</a:t>
            </a:r>
            <a:endParaRPr sz="3150" dirty="0">
              <a:latin typeface="Arial"/>
              <a:cs typeface="Arial"/>
            </a:endParaRPr>
          </a:p>
        </p:txBody>
      </p:sp>
      <p:sp>
        <p:nvSpPr>
          <p:cNvPr id="35" name="object 35"/>
          <p:cNvSpPr txBox="1"/>
          <p:nvPr/>
        </p:nvSpPr>
        <p:spPr>
          <a:xfrm>
            <a:off x="1116602" y="5149379"/>
            <a:ext cx="14436090" cy="1720850"/>
          </a:xfrm>
          <a:prstGeom prst="rect">
            <a:avLst/>
          </a:prstGeom>
        </p:spPr>
        <p:txBody>
          <a:bodyPr vert="horz" wrap="square" lIns="0" tIns="14604" rIns="0" bIns="0" rtlCol="0">
            <a:spAutoFit/>
          </a:bodyPr>
          <a:lstStyle/>
          <a:p>
            <a:pPr marL="22860">
              <a:lnSpc>
                <a:spcPct val="100000"/>
              </a:lnSpc>
              <a:spcBef>
                <a:spcPts val="114"/>
              </a:spcBef>
              <a:tabLst>
                <a:tab pos="12686665" algn="l"/>
                <a:tab pos="13337540" algn="l"/>
              </a:tabLst>
            </a:pPr>
            <a:r>
              <a:rPr sz="3100" b="1" spc="-130" dirty="0">
                <a:solidFill>
                  <a:schemeClr val="tx1"/>
                </a:solidFill>
                <a:latin typeface="+mj-lt"/>
                <a:cs typeface="Times New Roman"/>
              </a:rPr>
              <a:t>Who</a:t>
            </a:r>
            <a:r>
              <a:rPr sz="3100" b="1" spc="-95" dirty="0">
                <a:solidFill>
                  <a:schemeClr val="tx1"/>
                </a:solidFill>
                <a:latin typeface="+mj-lt"/>
                <a:cs typeface="Times New Roman"/>
              </a:rPr>
              <a:t> </a:t>
            </a:r>
            <a:r>
              <a:rPr sz="3100" b="1" dirty="0">
                <a:solidFill>
                  <a:schemeClr val="tx1"/>
                </a:solidFill>
                <a:latin typeface="+mj-lt"/>
                <a:cs typeface="Times New Roman"/>
              </a:rPr>
              <a:t>is</a:t>
            </a:r>
            <a:r>
              <a:rPr sz="3100" b="1" spc="105" dirty="0">
                <a:solidFill>
                  <a:schemeClr val="tx1"/>
                </a:solidFill>
                <a:latin typeface="+mj-lt"/>
                <a:cs typeface="Times New Roman"/>
              </a:rPr>
              <a:t> </a:t>
            </a:r>
            <a:r>
              <a:rPr sz="3100" b="1" spc="120" dirty="0">
                <a:solidFill>
                  <a:schemeClr val="tx1"/>
                </a:solidFill>
                <a:latin typeface="+mj-lt"/>
                <a:cs typeface="Times New Roman"/>
              </a:rPr>
              <a:t>a</a:t>
            </a:r>
            <a:r>
              <a:rPr sz="3100" b="1" spc="-175" dirty="0">
                <a:solidFill>
                  <a:schemeClr val="tx1"/>
                </a:solidFill>
                <a:latin typeface="+mj-lt"/>
                <a:cs typeface="Times New Roman"/>
              </a:rPr>
              <a:t> </a:t>
            </a:r>
            <a:r>
              <a:rPr sz="3100" b="1" dirty="0">
                <a:solidFill>
                  <a:schemeClr val="tx1"/>
                </a:solidFill>
                <a:latin typeface="+mj-lt"/>
                <a:cs typeface="Times New Roman"/>
              </a:rPr>
              <a:t>BA</a:t>
            </a:r>
            <a:r>
              <a:rPr sz="3100" b="1" spc="-335" dirty="0">
                <a:solidFill>
                  <a:schemeClr val="tx1"/>
                </a:solidFill>
                <a:latin typeface="+mj-lt"/>
                <a:cs typeface="Times New Roman"/>
              </a:rPr>
              <a:t>?</a:t>
            </a:r>
            <a:r>
              <a:rPr sz="3100" b="1" spc="-195" dirty="0">
                <a:solidFill>
                  <a:schemeClr val="tx1"/>
                </a:solidFill>
                <a:latin typeface="+mj-lt"/>
                <a:cs typeface="Times New Roman"/>
              </a:rPr>
              <a:t> </a:t>
            </a:r>
            <a:r>
              <a:rPr sz="2900" spc="-20" dirty="0">
                <a:solidFill>
                  <a:schemeClr val="tx1"/>
                </a:solidFill>
                <a:latin typeface="+mj-lt"/>
                <a:cs typeface="Times New Roman"/>
              </a:rPr>
              <a:t>Any</a:t>
            </a:r>
            <a:r>
              <a:rPr sz="2900" spc="-165" dirty="0">
                <a:solidFill>
                  <a:schemeClr val="tx1"/>
                </a:solidFill>
                <a:latin typeface="+mj-lt"/>
                <a:cs typeface="Times New Roman"/>
              </a:rPr>
              <a:t> </a:t>
            </a:r>
            <a:r>
              <a:rPr sz="2900" spc="130" dirty="0">
                <a:solidFill>
                  <a:schemeClr val="tx1"/>
                </a:solidFill>
                <a:latin typeface="+mj-lt"/>
                <a:cs typeface="Times New Roman"/>
              </a:rPr>
              <a:t>vendor</a:t>
            </a:r>
            <a:r>
              <a:rPr sz="2900" spc="15" dirty="0">
                <a:solidFill>
                  <a:schemeClr val="tx1"/>
                </a:solidFill>
                <a:latin typeface="+mj-lt"/>
                <a:cs typeface="Times New Roman"/>
              </a:rPr>
              <a:t> </a:t>
            </a:r>
            <a:r>
              <a:rPr sz="2900" spc="165" dirty="0">
                <a:solidFill>
                  <a:schemeClr val="tx1"/>
                </a:solidFill>
                <a:latin typeface="+mj-lt"/>
                <a:cs typeface="Times New Roman"/>
              </a:rPr>
              <a:t>that</a:t>
            </a:r>
            <a:r>
              <a:rPr sz="2900" spc="-30" dirty="0">
                <a:solidFill>
                  <a:schemeClr val="tx1"/>
                </a:solidFill>
                <a:latin typeface="+mj-lt"/>
                <a:cs typeface="Times New Roman"/>
              </a:rPr>
              <a:t> </a:t>
            </a:r>
            <a:r>
              <a:rPr sz="2900" spc="140" dirty="0">
                <a:solidFill>
                  <a:schemeClr val="tx1"/>
                </a:solidFill>
                <a:latin typeface="+mj-lt"/>
                <a:cs typeface="Times New Roman"/>
              </a:rPr>
              <a:t>creates,</a:t>
            </a:r>
            <a:r>
              <a:rPr sz="2900" spc="40" dirty="0">
                <a:solidFill>
                  <a:schemeClr val="tx1"/>
                </a:solidFill>
                <a:latin typeface="+mj-lt"/>
                <a:cs typeface="Times New Roman"/>
              </a:rPr>
              <a:t> </a:t>
            </a:r>
            <a:r>
              <a:rPr sz="2900" spc="95" dirty="0">
                <a:solidFill>
                  <a:schemeClr val="tx1"/>
                </a:solidFill>
                <a:latin typeface="+mj-lt"/>
                <a:cs typeface="Times New Roman"/>
              </a:rPr>
              <a:t>receives,</a:t>
            </a:r>
            <a:r>
              <a:rPr sz="2900" spc="-155" dirty="0">
                <a:solidFill>
                  <a:schemeClr val="tx1"/>
                </a:solidFill>
                <a:latin typeface="+mj-lt"/>
                <a:cs typeface="Times New Roman"/>
              </a:rPr>
              <a:t> </a:t>
            </a:r>
            <a:r>
              <a:rPr sz="2900" spc="80" dirty="0">
                <a:solidFill>
                  <a:schemeClr val="tx1"/>
                </a:solidFill>
                <a:latin typeface="+mj-lt"/>
                <a:cs typeface="Times New Roman"/>
              </a:rPr>
              <a:t>maintains,</a:t>
            </a:r>
            <a:r>
              <a:rPr sz="2900" spc="60" dirty="0">
                <a:solidFill>
                  <a:schemeClr val="tx1"/>
                </a:solidFill>
                <a:latin typeface="+mj-lt"/>
                <a:cs typeface="Times New Roman"/>
              </a:rPr>
              <a:t> </a:t>
            </a:r>
            <a:r>
              <a:rPr sz="2900" spc="80" dirty="0">
                <a:solidFill>
                  <a:schemeClr val="tx1"/>
                </a:solidFill>
                <a:latin typeface="+mj-lt"/>
                <a:cs typeface="Times New Roman"/>
              </a:rPr>
              <a:t>or</a:t>
            </a:r>
            <a:r>
              <a:rPr sz="2900" spc="170" dirty="0">
                <a:solidFill>
                  <a:schemeClr val="tx1"/>
                </a:solidFill>
                <a:latin typeface="+mj-lt"/>
                <a:cs typeface="Times New Roman"/>
              </a:rPr>
              <a:t> </a:t>
            </a:r>
            <a:r>
              <a:rPr sz="2900" spc="135" dirty="0">
                <a:solidFill>
                  <a:schemeClr val="tx1"/>
                </a:solidFill>
                <a:latin typeface="+mj-lt"/>
                <a:cs typeface="Times New Roman"/>
              </a:rPr>
              <a:t>transmits</a:t>
            </a:r>
            <a:r>
              <a:rPr sz="2900" spc="155" dirty="0">
                <a:solidFill>
                  <a:schemeClr val="tx1"/>
                </a:solidFill>
                <a:latin typeface="+mj-lt"/>
                <a:cs typeface="Times New Roman"/>
              </a:rPr>
              <a:t> </a:t>
            </a:r>
            <a:r>
              <a:rPr sz="2900" spc="-40" dirty="0">
                <a:solidFill>
                  <a:schemeClr val="tx1"/>
                </a:solidFill>
                <a:latin typeface="+mj-lt"/>
                <a:cs typeface="Times New Roman"/>
              </a:rPr>
              <a:t>PHI</a:t>
            </a:r>
            <a:r>
              <a:rPr sz="2900" spc="-110" dirty="0">
                <a:solidFill>
                  <a:schemeClr val="tx1"/>
                </a:solidFill>
                <a:latin typeface="+mj-lt"/>
                <a:cs typeface="Times New Roman"/>
              </a:rPr>
              <a:t> </a:t>
            </a:r>
            <a:r>
              <a:rPr sz="2900" spc="-25" dirty="0">
                <a:solidFill>
                  <a:schemeClr val="tx1"/>
                </a:solidFill>
                <a:latin typeface="+mj-lt"/>
                <a:cs typeface="Times New Roman"/>
              </a:rPr>
              <a:t>on</a:t>
            </a:r>
            <a:r>
              <a:rPr sz="2900" dirty="0">
                <a:solidFill>
                  <a:schemeClr val="tx1"/>
                </a:solidFill>
                <a:latin typeface="+mj-lt"/>
                <a:cs typeface="Times New Roman"/>
              </a:rPr>
              <a:t>	</a:t>
            </a:r>
            <a:r>
              <a:rPr sz="2900" spc="-25" dirty="0">
                <a:solidFill>
                  <a:schemeClr val="tx1"/>
                </a:solidFill>
                <a:latin typeface="+mj-lt"/>
                <a:cs typeface="Times New Roman"/>
              </a:rPr>
              <a:t>our</a:t>
            </a:r>
            <a:r>
              <a:rPr sz="2900" dirty="0">
                <a:solidFill>
                  <a:schemeClr val="tx1"/>
                </a:solidFill>
                <a:latin typeface="+mj-lt"/>
                <a:cs typeface="Times New Roman"/>
              </a:rPr>
              <a:t>	</a:t>
            </a:r>
            <a:r>
              <a:rPr sz="2900" spc="45" dirty="0">
                <a:solidFill>
                  <a:schemeClr val="tx1"/>
                </a:solidFill>
                <a:latin typeface="+mj-lt"/>
                <a:cs typeface="Times New Roman"/>
              </a:rPr>
              <a:t>behalf.</a:t>
            </a:r>
            <a:endParaRPr sz="2900" dirty="0">
              <a:solidFill>
                <a:schemeClr val="tx1"/>
              </a:solidFill>
              <a:latin typeface="+mj-lt"/>
              <a:cs typeface="Times New Roman"/>
            </a:endParaRPr>
          </a:p>
          <a:p>
            <a:pPr marL="15240" marR="5080" indent="-3175" algn="l">
              <a:lnSpc>
                <a:spcPts val="3220"/>
              </a:lnSpc>
              <a:spcBef>
                <a:spcPts val="3235"/>
              </a:spcBef>
              <a:tabLst>
                <a:tab pos="3543300" algn="l"/>
                <a:tab pos="4020820" algn="l"/>
              </a:tabLst>
            </a:pPr>
            <a:r>
              <a:rPr sz="3100" b="1" spc="-10" dirty="0">
                <a:solidFill>
                  <a:schemeClr val="tx1"/>
                </a:solidFill>
                <a:latin typeface="+mj-lt"/>
                <a:cs typeface="Times New Roman"/>
              </a:rPr>
              <a:t>The</a:t>
            </a:r>
            <a:r>
              <a:rPr sz="3100" b="1" spc="-180" dirty="0">
                <a:solidFill>
                  <a:schemeClr val="tx1"/>
                </a:solidFill>
                <a:latin typeface="+mj-lt"/>
                <a:cs typeface="Times New Roman"/>
              </a:rPr>
              <a:t> </a:t>
            </a:r>
            <a:r>
              <a:rPr sz="3100" b="1" spc="-130" dirty="0">
                <a:solidFill>
                  <a:schemeClr val="tx1"/>
                </a:solidFill>
                <a:latin typeface="+mj-lt"/>
                <a:cs typeface="Times New Roman"/>
              </a:rPr>
              <a:t>Rule:</a:t>
            </a:r>
            <a:r>
              <a:rPr sz="3100" b="1" spc="-65" dirty="0">
                <a:solidFill>
                  <a:schemeClr val="tx1"/>
                </a:solidFill>
                <a:latin typeface="+mj-lt"/>
                <a:cs typeface="Times New Roman"/>
              </a:rPr>
              <a:t> </a:t>
            </a:r>
            <a:r>
              <a:rPr sz="2900" dirty="0">
                <a:solidFill>
                  <a:schemeClr val="tx1"/>
                </a:solidFill>
                <a:latin typeface="+mn-lt"/>
                <a:cs typeface="Times New Roman"/>
              </a:rPr>
              <a:t>No</a:t>
            </a:r>
            <a:r>
              <a:rPr sz="2900" spc="-85" dirty="0">
                <a:solidFill>
                  <a:schemeClr val="tx1"/>
                </a:solidFill>
                <a:latin typeface="+mn-lt"/>
                <a:cs typeface="Times New Roman"/>
              </a:rPr>
              <a:t> </a:t>
            </a:r>
            <a:r>
              <a:rPr sz="2900" dirty="0">
                <a:solidFill>
                  <a:schemeClr val="tx1"/>
                </a:solidFill>
                <a:latin typeface="+mn-lt"/>
                <a:cs typeface="Times New Roman"/>
              </a:rPr>
              <a:t>PHI</a:t>
            </a:r>
            <a:r>
              <a:rPr sz="2900" spc="-110" dirty="0">
                <a:solidFill>
                  <a:schemeClr val="tx1"/>
                </a:solidFill>
                <a:latin typeface="+mn-lt"/>
                <a:cs typeface="Times New Roman"/>
              </a:rPr>
              <a:t> </a:t>
            </a:r>
            <a:r>
              <a:rPr sz="2900" spc="-25" dirty="0">
                <a:solidFill>
                  <a:schemeClr val="tx1"/>
                </a:solidFill>
                <a:latin typeface="+mn-lt"/>
                <a:cs typeface="Times New Roman"/>
              </a:rPr>
              <a:t>can</a:t>
            </a:r>
            <a:r>
              <a:rPr lang="en-US" sz="2900" spc="-25" dirty="0">
                <a:solidFill>
                  <a:schemeClr val="tx1"/>
                </a:solidFill>
                <a:latin typeface="+mn-lt"/>
                <a:cs typeface="Times New Roman"/>
              </a:rPr>
              <a:t> </a:t>
            </a:r>
            <a:r>
              <a:rPr sz="2900" spc="-25" dirty="0">
                <a:solidFill>
                  <a:schemeClr val="tx1"/>
                </a:solidFill>
                <a:latin typeface="+mn-lt"/>
                <a:cs typeface="Times New Roman"/>
              </a:rPr>
              <a:t>be</a:t>
            </a:r>
            <a:r>
              <a:rPr lang="en-US" sz="2900" spc="-25" dirty="0">
                <a:solidFill>
                  <a:schemeClr val="tx1"/>
                </a:solidFill>
                <a:latin typeface="+mn-lt"/>
                <a:cs typeface="Times New Roman"/>
              </a:rPr>
              <a:t> </a:t>
            </a:r>
            <a:r>
              <a:rPr sz="2900" spc="135" dirty="0">
                <a:solidFill>
                  <a:schemeClr val="tx1"/>
                </a:solidFill>
                <a:latin typeface="+mn-lt"/>
                <a:cs typeface="Times New Roman"/>
              </a:rPr>
              <a:t>shared</a:t>
            </a:r>
            <a:r>
              <a:rPr sz="2900" spc="125" dirty="0">
                <a:solidFill>
                  <a:schemeClr val="tx1"/>
                </a:solidFill>
                <a:latin typeface="+mn-lt"/>
                <a:cs typeface="Times New Roman"/>
              </a:rPr>
              <a:t> </a:t>
            </a:r>
            <a:r>
              <a:rPr sz="2900" spc="80" dirty="0">
                <a:solidFill>
                  <a:schemeClr val="tx1"/>
                </a:solidFill>
                <a:latin typeface="+mn-lt"/>
                <a:cs typeface="Times New Roman"/>
              </a:rPr>
              <a:t>until</a:t>
            </a:r>
            <a:r>
              <a:rPr sz="2900" spc="-45" dirty="0">
                <a:solidFill>
                  <a:schemeClr val="tx1"/>
                </a:solidFill>
                <a:latin typeface="+mn-lt"/>
                <a:cs typeface="Times New Roman"/>
              </a:rPr>
              <a:t> </a:t>
            </a:r>
            <a:r>
              <a:rPr sz="2900" spc="100" dirty="0">
                <a:solidFill>
                  <a:schemeClr val="tx1"/>
                </a:solidFill>
                <a:latin typeface="+mn-lt"/>
                <a:cs typeface="Times New Roman"/>
              </a:rPr>
              <a:t>a</a:t>
            </a:r>
            <a:r>
              <a:rPr sz="2900" spc="150" dirty="0">
                <a:solidFill>
                  <a:schemeClr val="tx1"/>
                </a:solidFill>
                <a:latin typeface="+mn-lt"/>
                <a:cs typeface="Times New Roman"/>
              </a:rPr>
              <a:t> </a:t>
            </a:r>
            <a:r>
              <a:rPr sz="2900" dirty="0">
                <a:solidFill>
                  <a:schemeClr val="tx1"/>
                </a:solidFill>
                <a:latin typeface="+mn-lt"/>
                <a:cs typeface="Times New Roman"/>
              </a:rPr>
              <a:t>Business</a:t>
            </a:r>
            <a:r>
              <a:rPr sz="2900" spc="90" dirty="0">
                <a:solidFill>
                  <a:schemeClr val="tx1"/>
                </a:solidFill>
                <a:latin typeface="+mn-lt"/>
                <a:cs typeface="Times New Roman"/>
              </a:rPr>
              <a:t> </a:t>
            </a:r>
            <a:r>
              <a:rPr sz="2900" spc="55" dirty="0">
                <a:solidFill>
                  <a:schemeClr val="tx1"/>
                </a:solidFill>
                <a:latin typeface="+mn-lt"/>
                <a:cs typeface="Times New Roman"/>
              </a:rPr>
              <a:t>Associate</a:t>
            </a:r>
            <a:r>
              <a:rPr sz="2900" spc="-35" dirty="0">
                <a:solidFill>
                  <a:schemeClr val="tx1"/>
                </a:solidFill>
                <a:latin typeface="+mn-lt"/>
                <a:cs typeface="Times New Roman"/>
              </a:rPr>
              <a:t> </a:t>
            </a:r>
            <a:r>
              <a:rPr sz="2900" spc="95" dirty="0">
                <a:solidFill>
                  <a:schemeClr val="tx1"/>
                </a:solidFill>
                <a:latin typeface="+mn-lt"/>
                <a:cs typeface="Times New Roman"/>
              </a:rPr>
              <a:t>Agreement</a:t>
            </a:r>
            <a:r>
              <a:rPr sz="2900" spc="130" dirty="0">
                <a:solidFill>
                  <a:schemeClr val="tx1"/>
                </a:solidFill>
                <a:latin typeface="+mn-lt"/>
                <a:cs typeface="Times New Roman"/>
              </a:rPr>
              <a:t> </a:t>
            </a:r>
            <a:r>
              <a:rPr sz="2900" spc="-295" dirty="0">
                <a:solidFill>
                  <a:schemeClr val="tx1"/>
                </a:solidFill>
                <a:latin typeface="+mn-lt"/>
                <a:cs typeface="Times New Roman"/>
              </a:rPr>
              <a:t>(</a:t>
            </a:r>
            <a:r>
              <a:rPr sz="2900" dirty="0">
                <a:solidFill>
                  <a:schemeClr val="tx1"/>
                </a:solidFill>
                <a:latin typeface="+mn-lt"/>
                <a:cs typeface="Times New Roman"/>
              </a:rPr>
              <a:t>BAA)</a:t>
            </a:r>
            <a:r>
              <a:rPr sz="2900" spc="114" dirty="0">
                <a:solidFill>
                  <a:schemeClr val="tx1"/>
                </a:solidFill>
                <a:latin typeface="+mn-lt"/>
                <a:cs typeface="Times New Roman"/>
              </a:rPr>
              <a:t> </a:t>
            </a:r>
            <a:r>
              <a:rPr sz="2900" dirty="0">
                <a:solidFill>
                  <a:schemeClr val="tx1"/>
                </a:solidFill>
                <a:latin typeface="+mn-lt"/>
                <a:cs typeface="Times New Roman"/>
              </a:rPr>
              <a:t>is</a:t>
            </a:r>
            <a:r>
              <a:rPr sz="2900" spc="355" dirty="0">
                <a:solidFill>
                  <a:schemeClr val="tx1"/>
                </a:solidFill>
                <a:latin typeface="+mn-lt"/>
                <a:cs typeface="Times New Roman"/>
              </a:rPr>
              <a:t> </a:t>
            </a:r>
            <a:r>
              <a:rPr sz="2900" spc="105" dirty="0">
                <a:solidFill>
                  <a:schemeClr val="tx1"/>
                </a:solidFill>
                <a:latin typeface="+mn-lt"/>
                <a:cs typeface="Times New Roman"/>
              </a:rPr>
              <a:t>signed.</a:t>
            </a:r>
            <a:r>
              <a:rPr sz="2900" spc="-210" dirty="0">
                <a:solidFill>
                  <a:schemeClr val="tx1"/>
                </a:solidFill>
                <a:latin typeface="+mn-lt"/>
                <a:cs typeface="Times New Roman"/>
              </a:rPr>
              <a:t> </a:t>
            </a:r>
            <a:r>
              <a:rPr sz="2900" spc="65" dirty="0">
                <a:solidFill>
                  <a:schemeClr val="tx1"/>
                </a:solidFill>
                <a:latin typeface="+mn-lt"/>
                <a:cs typeface="Times New Roman"/>
              </a:rPr>
              <a:t>This </a:t>
            </a:r>
            <a:r>
              <a:rPr sz="2900" dirty="0">
                <a:solidFill>
                  <a:schemeClr val="tx1"/>
                </a:solidFill>
                <a:latin typeface="+mn-lt"/>
                <a:cs typeface="Times New Roman"/>
              </a:rPr>
              <a:t>legally</a:t>
            </a:r>
            <a:r>
              <a:rPr sz="2900" spc="15" dirty="0">
                <a:solidFill>
                  <a:schemeClr val="tx1"/>
                </a:solidFill>
                <a:latin typeface="+mn-lt"/>
                <a:cs typeface="Times New Roman"/>
              </a:rPr>
              <a:t> </a:t>
            </a:r>
            <a:r>
              <a:rPr sz="2900" spc="95" dirty="0">
                <a:solidFill>
                  <a:schemeClr val="tx1"/>
                </a:solidFill>
                <a:latin typeface="+mn-lt"/>
                <a:cs typeface="Times New Roman"/>
              </a:rPr>
              <a:t>binds</a:t>
            </a:r>
            <a:r>
              <a:rPr sz="2900" spc="-55" dirty="0">
                <a:solidFill>
                  <a:schemeClr val="tx1"/>
                </a:solidFill>
                <a:latin typeface="+mn-lt"/>
                <a:cs typeface="Times New Roman"/>
              </a:rPr>
              <a:t> </a:t>
            </a:r>
            <a:r>
              <a:rPr sz="2900" spc="155" dirty="0">
                <a:solidFill>
                  <a:schemeClr val="tx1"/>
                </a:solidFill>
                <a:latin typeface="+mn-lt"/>
                <a:cs typeface="Times New Roman"/>
              </a:rPr>
              <a:t>them</a:t>
            </a:r>
            <a:r>
              <a:rPr sz="2900" spc="35" dirty="0">
                <a:solidFill>
                  <a:schemeClr val="tx1"/>
                </a:solidFill>
                <a:latin typeface="+mn-lt"/>
                <a:cs typeface="Times New Roman"/>
              </a:rPr>
              <a:t> </a:t>
            </a:r>
            <a:r>
              <a:rPr sz="2900" spc="120" dirty="0">
                <a:solidFill>
                  <a:schemeClr val="tx1"/>
                </a:solidFill>
                <a:latin typeface="+mn-lt"/>
                <a:cs typeface="Times New Roman"/>
              </a:rPr>
              <a:t>to</a:t>
            </a:r>
            <a:r>
              <a:rPr sz="2900" spc="140" dirty="0">
                <a:solidFill>
                  <a:schemeClr val="tx1"/>
                </a:solidFill>
                <a:latin typeface="+mn-lt"/>
                <a:cs typeface="Times New Roman"/>
              </a:rPr>
              <a:t> </a:t>
            </a:r>
            <a:r>
              <a:rPr sz="2900" spc="-95" dirty="0">
                <a:solidFill>
                  <a:schemeClr val="tx1"/>
                </a:solidFill>
                <a:latin typeface="+mn-lt"/>
                <a:cs typeface="Times New Roman"/>
              </a:rPr>
              <a:t>HIPAA/FIPA</a:t>
            </a:r>
            <a:r>
              <a:rPr sz="2900" spc="145" dirty="0">
                <a:solidFill>
                  <a:schemeClr val="tx1"/>
                </a:solidFill>
                <a:latin typeface="+mn-lt"/>
                <a:cs typeface="Times New Roman"/>
              </a:rPr>
              <a:t> </a:t>
            </a:r>
            <a:r>
              <a:rPr sz="2900" spc="130" dirty="0">
                <a:solidFill>
                  <a:schemeClr val="tx1"/>
                </a:solidFill>
                <a:latin typeface="+mn-lt"/>
                <a:cs typeface="Times New Roman"/>
              </a:rPr>
              <a:t>standards.</a:t>
            </a:r>
            <a:endParaRPr sz="2900" dirty="0">
              <a:solidFill>
                <a:schemeClr val="tx1"/>
              </a:solidFill>
              <a:latin typeface="+mn-lt"/>
              <a:cs typeface="Times New Roman"/>
            </a:endParaRPr>
          </a:p>
        </p:txBody>
      </p:sp>
      <p:sp>
        <p:nvSpPr>
          <p:cNvPr id="36" name="object 36"/>
          <p:cNvSpPr txBox="1"/>
          <p:nvPr/>
        </p:nvSpPr>
        <p:spPr>
          <a:xfrm>
            <a:off x="965200" y="7383386"/>
            <a:ext cx="14558644" cy="1574149"/>
          </a:xfrm>
          <a:prstGeom prst="rect">
            <a:avLst/>
          </a:prstGeom>
          <a:ln w="25473">
            <a:noFill/>
          </a:ln>
        </p:spPr>
        <p:txBody>
          <a:bodyPr vert="horz" wrap="square" lIns="0" tIns="187325" rIns="0" bIns="0" rtlCol="0">
            <a:spAutoFit/>
          </a:bodyPr>
          <a:lstStyle/>
          <a:p>
            <a:pPr marL="1347470">
              <a:spcBef>
                <a:spcPts val="1475"/>
              </a:spcBef>
            </a:pPr>
            <a:r>
              <a:rPr sz="3350" b="1" spc="-50" dirty="0">
                <a:solidFill>
                  <a:srgbClr val="0F2848"/>
                </a:solidFill>
                <a:latin typeface="Arial"/>
                <a:cs typeface="Arial"/>
              </a:rPr>
              <a:t>Staff</a:t>
            </a:r>
            <a:r>
              <a:rPr sz="3350" b="1" spc="-90" dirty="0">
                <a:solidFill>
                  <a:srgbClr val="0F2848"/>
                </a:solidFill>
                <a:latin typeface="Arial"/>
                <a:cs typeface="Arial"/>
              </a:rPr>
              <a:t> </a:t>
            </a:r>
            <a:r>
              <a:rPr sz="3350" b="1" spc="-125" dirty="0">
                <a:solidFill>
                  <a:srgbClr val="0F2848"/>
                </a:solidFill>
                <a:latin typeface="Arial"/>
                <a:cs typeface="Arial"/>
              </a:rPr>
              <a:t>Responsibility</a:t>
            </a:r>
            <a:r>
              <a:rPr sz="3350" b="1" spc="-265" dirty="0">
                <a:solidFill>
                  <a:srgbClr val="0F2848"/>
                </a:solidFill>
                <a:latin typeface="Arial"/>
                <a:cs typeface="Arial"/>
              </a:rPr>
              <a:t> </a:t>
            </a:r>
            <a:r>
              <a:rPr sz="3350" b="1" spc="-10" dirty="0">
                <a:solidFill>
                  <a:srgbClr val="0F2848"/>
                </a:solidFill>
                <a:latin typeface="Arial"/>
                <a:cs typeface="Arial"/>
              </a:rPr>
              <a:t>Warning</a:t>
            </a:r>
            <a:endParaRPr sz="3350" dirty="0">
              <a:latin typeface="Arial"/>
              <a:cs typeface="Arial"/>
            </a:endParaRPr>
          </a:p>
          <a:p>
            <a:pPr marL="1361440">
              <a:tabLst>
                <a:tab pos="11406505" algn="l"/>
              </a:tabLst>
            </a:pPr>
            <a:r>
              <a:rPr sz="2700" spc="150" dirty="0">
                <a:solidFill>
                  <a:srgbClr val="903B36"/>
                </a:solidFill>
                <a:latin typeface="Arial"/>
                <a:cs typeface="Arial"/>
              </a:rPr>
              <a:t>Do</a:t>
            </a:r>
            <a:r>
              <a:rPr sz="2700" spc="-80" dirty="0">
                <a:solidFill>
                  <a:srgbClr val="903B36"/>
                </a:solidFill>
                <a:latin typeface="Arial"/>
                <a:cs typeface="Arial"/>
              </a:rPr>
              <a:t> </a:t>
            </a:r>
            <a:r>
              <a:rPr sz="2700" spc="105" dirty="0">
                <a:solidFill>
                  <a:srgbClr val="903B36"/>
                </a:solidFill>
                <a:latin typeface="Arial"/>
                <a:cs typeface="Arial"/>
              </a:rPr>
              <a:t>not</a:t>
            </a:r>
            <a:r>
              <a:rPr sz="2700" spc="75" dirty="0">
                <a:solidFill>
                  <a:srgbClr val="903B36"/>
                </a:solidFill>
                <a:latin typeface="Arial"/>
                <a:cs typeface="Arial"/>
              </a:rPr>
              <a:t> </a:t>
            </a:r>
            <a:r>
              <a:rPr sz="2700" dirty="0">
                <a:solidFill>
                  <a:srgbClr val="903B36"/>
                </a:solidFill>
                <a:latin typeface="Arial"/>
                <a:cs typeface="Arial"/>
              </a:rPr>
              <a:t>sign</a:t>
            </a:r>
            <a:r>
              <a:rPr sz="2700" spc="-30" dirty="0">
                <a:solidFill>
                  <a:srgbClr val="903B36"/>
                </a:solidFill>
                <a:latin typeface="Arial"/>
                <a:cs typeface="Arial"/>
              </a:rPr>
              <a:t> </a:t>
            </a:r>
            <a:r>
              <a:rPr sz="2700" spc="114" dirty="0">
                <a:solidFill>
                  <a:srgbClr val="903B36"/>
                </a:solidFill>
                <a:latin typeface="Arial"/>
                <a:cs typeface="Arial"/>
              </a:rPr>
              <a:t>up</a:t>
            </a:r>
            <a:r>
              <a:rPr sz="2700" spc="-140" dirty="0">
                <a:solidFill>
                  <a:srgbClr val="903B36"/>
                </a:solidFill>
                <a:latin typeface="Arial"/>
                <a:cs typeface="Arial"/>
              </a:rPr>
              <a:t> </a:t>
            </a:r>
            <a:r>
              <a:rPr sz="2700" spc="80" dirty="0">
                <a:solidFill>
                  <a:srgbClr val="903B36"/>
                </a:solidFill>
                <a:latin typeface="Arial"/>
                <a:cs typeface="Arial"/>
              </a:rPr>
              <a:t>for</a:t>
            </a:r>
            <a:r>
              <a:rPr sz="2700" spc="160" dirty="0">
                <a:solidFill>
                  <a:srgbClr val="903B36"/>
                </a:solidFill>
                <a:latin typeface="Arial"/>
                <a:cs typeface="Arial"/>
              </a:rPr>
              <a:t> </a:t>
            </a:r>
            <a:r>
              <a:rPr sz="2700" spc="100" dirty="0">
                <a:solidFill>
                  <a:srgbClr val="903B36"/>
                </a:solidFill>
                <a:latin typeface="Arial"/>
                <a:cs typeface="Arial"/>
              </a:rPr>
              <a:t>free</a:t>
            </a:r>
            <a:r>
              <a:rPr sz="2700" spc="-175" dirty="0">
                <a:solidFill>
                  <a:srgbClr val="903B36"/>
                </a:solidFill>
                <a:latin typeface="Arial"/>
                <a:cs typeface="Arial"/>
              </a:rPr>
              <a:t> </a:t>
            </a:r>
            <a:r>
              <a:rPr sz="2700" spc="75" dirty="0">
                <a:solidFill>
                  <a:srgbClr val="903B36"/>
                </a:solidFill>
                <a:latin typeface="Arial"/>
                <a:cs typeface="Arial"/>
              </a:rPr>
              <a:t>online</a:t>
            </a:r>
            <a:r>
              <a:rPr sz="2700" spc="-110" dirty="0">
                <a:solidFill>
                  <a:srgbClr val="903B36"/>
                </a:solidFill>
                <a:latin typeface="Arial"/>
                <a:cs typeface="Arial"/>
              </a:rPr>
              <a:t> </a:t>
            </a:r>
            <a:r>
              <a:rPr sz="2700" spc="90" dirty="0">
                <a:solidFill>
                  <a:srgbClr val="903B36"/>
                </a:solidFill>
                <a:latin typeface="Arial"/>
                <a:cs typeface="Arial"/>
              </a:rPr>
              <a:t>tools</a:t>
            </a:r>
            <a:r>
              <a:rPr sz="2700" spc="-120" dirty="0">
                <a:solidFill>
                  <a:srgbClr val="903B36"/>
                </a:solidFill>
                <a:latin typeface="Arial"/>
                <a:cs typeface="Arial"/>
              </a:rPr>
              <a:t> </a:t>
            </a:r>
            <a:r>
              <a:rPr sz="2700" spc="-40" dirty="0">
                <a:solidFill>
                  <a:srgbClr val="903B36"/>
                </a:solidFill>
                <a:latin typeface="Arial"/>
                <a:cs typeface="Arial"/>
              </a:rPr>
              <a:t>(e.g.,</a:t>
            </a:r>
            <a:r>
              <a:rPr sz="2700" spc="-100" dirty="0">
                <a:solidFill>
                  <a:srgbClr val="903B36"/>
                </a:solidFill>
                <a:latin typeface="Arial"/>
                <a:cs typeface="Arial"/>
              </a:rPr>
              <a:t> </a:t>
            </a:r>
            <a:r>
              <a:rPr sz="2700" dirty="0">
                <a:solidFill>
                  <a:srgbClr val="903B36"/>
                </a:solidFill>
                <a:latin typeface="Arial"/>
                <a:cs typeface="Arial"/>
              </a:rPr>
              <a:t>"Free</a:t>
            </a:r>
            <a:r>
              <a:rPr sz="2700" spc="-35" dirty="0">
                <a:solidFill>
                  <a:srgbClr val="903B36"/>
                </a:solidFill>
                <a:latin typeface="Arial"/>
                <a:cs typeface="Arial"/>
              </a:rPr>
              <a:t> </a:t>
            </a:r>
            <a:r>
              <a:rPr sz="2700" dirty="0">
                <a:solidFill>
                  <a:srgbClr val="903B36"/>
                </a:solidFill>
                <a:latin typeface="Arial"/>
                <a:cs typeface="Arial"/>
              </a:rPr>
              <a:t>PDF</a:t>
            </a:r>
            <a:r>
              <a:rPr sz="2700" spc="-114" dirty="0">
                <a:solidFill>
                  <a:srgbClr val="903B36"/>
                </a:solidFill>
                <a:latin typeface="Arial"/>
                <a:cs typeface="Arial"/>
              </a:rPr>
              <a:t> </a:t>
            </a:r>
            <a:r>
              <a:rPr sz="2700" spc="-10" dirty="0">
                <a:solidFill>
                  <a:srgbClr val="903B36"/>
                </a:solidFill>
                <a:latin typeface="Arial"/>
                <a:cs typeface="Arial"/>
              </a:rPr>
              <a:t>Converter</a:t>
            </a:r>
            <a:r>
              <a:rPr sz="1725" spc="-15" baseline="62801" dirty="0">
                <a:solidFill>
                  <a:srgbClr val="903B36"/>
                </a:solidFill>
                <a:latin typeface="Arial"/>
                <a:cs typeface="Arial"/>
              </a:rPr>
              <a:t>11</a:t>
            </a:r>
            <a:r>
              <a:rPr sz="1725" baseline="62801" dirty="0">
                <a:solidFill>
                  <a:srgbClr val="903B36"/>
                </a:solidFill>
                <a:latin typeface="Arial"/>
                <a:cs typeface="Arial"/>
              </a:rPr>
              <a:t>	</a:t>
            </a:r>
            <a:r>
              <a:rPr sz="2700" dirty="0">
                <a:solidFill>
                  <a:srgbClr val="903B36"/>
                </a:solidFill>
                <a:latin typeface="Arial"/>
                <a:cs typeface="Arial"/>
              </a:rPr>
              <a:t>to</a:t>
            </a:r>
            <a:r>
              <a:rPr sz="2700" spc="175" dirty="0">
                <a:solidFill>
                  <a:srgbClr val="903B36"/>
                </a:solidFill>
                <a:latin typeface="Arial"/>
                <a:cs typeface="Arial"/>
              </a:rPr>
              <a:t> </a:t>
            </a:r>
            <a:r>
              <a:rPr sz="2700" dirty="0">
                <a:solidFill>
                  <a:srgbClr val="903B36"/>
                </a:solidFill>
                <a:latin typeface="Arial"/>
                <a:cs typeface="Arial"/>
              </a:rPr>
              <a:t>process</a:t>
            </a:r>
            <a:r>
              <a:rPr sz="2700" spc="75" dirty="0">
                <a:solidFill>
                  <a:srgbClr val="903B36"/>
                </a:solidFill>
                <a:latin typeface="Arial"/>
                <a:cs typeface="Arial"/>
              </a:rPr>
              <a:t> patient</a:t>
            </a:r>
            <a:endParaRPr sz="1150" dirty="0">
              <a:latin typeface="Arial"/>
              <a:cs typeface="Arial"/>
            </a:endParaRPr>
          </a:p>
          <a:p>
            <a:pPr marL="1363980">
              <a:spcBef>
                <a:spcPts val="285"/>
              </a:spcBef>
            </a:pPr>
            <a:r>
              <a:rPr sz="2700" dirty="0">
                <a:solidFill>
                  <a:srgbClr val="903B36"/>
                </a:solidFill>
                <a:latin typeface="Arial"/>
                <a:cs typeface="Arial"/>
              </a:rPr>
              <a:t>data.</a:t>
            </a:r>
            <a:r>
              <a:rPr sz="2700" spc="-185" dirty="0">
                <a:solidFill>
                  <a:srgbClr val="903B36"/>
                </a:solidFill>
                <a:latin typeface="Arial"/>
                <a:cs typeface="Arial"/>
              </a:rPr>
              <a:t> </a:t>
            </a:r>
            <a:r>
              <a:rPr sz="2700" dirty="0">
                <a:solidFill>
                  <a:srgbClr val="852321"/>
                </a:solidFill>
                <a:latin typeface="Arial"/>
                <a:cs typeface="Arial"/>
              </a:rPr>
              <a:t>They</a:t>
            </a:r>
            <a:r>
              <a:rPr sz="2700" spc="40" dirty="0">
                <a:solidFill>
                  <a:srgbClr val="852321"/>
                </a:solidFill>
                <a:latin typeface="Arial"/>
                <a:cs typeface="Arial"/>
              </a:rPr>
              <a:t> </a:t>
            </a:r>
            <a:r>
              <a:rPr sz="2700" dirty="0">
                <a:solidFill>
                  <a:srgbClr val="903B36"/>
                </a:solidFill>
                <a:latin typeface="Arial"/>
                <a:cs typeface="Arial"/>
              </a:rPr>
              <a:t>are</a:t>
            </a:r>
            <a:r>
              <a:rPr sz="2700" spc="25" dirty="0">
                <a:solidFill>
                  <a:srgbClr val="903B36"/>
                </a:solidFill>
                <a:latin typeface="Arial"/>
                <a:cs typeface="Arial"/>
              </a:rPr>
              <a:t> </a:t>
            </a:r>
            <a:r>
              <a:rPr sz="2700" spc="50" dirty="0">
                <a:solidFill>
                  <a:srgbClr val="852321"/>
                </a:solidFill>
                <a:latin typeface="Arial"/>
                <a:cs typeface="Arial"/>
              </a:rPr>
              <a:t>likely</a:t>
            </a:r>
            <a:r>
              <a:rPr sz="2700" spc="55" dirty="0">
                <a:solidFill>
                  <a:srgbClr val="852321"/>
                </a:solidFill>
                <a:latin typeface="Arial"/>
                <a:cs typeface="Arial"/>
              </a:rPr>
              <a:t> </a:t>
            </a:r>
            <a:r>
              <a:rPr sz="2700" spc="55" dirty="0">
                <a:solidFill>
                  <a:srgbClr val="903B36"/>
                </a:solidFill>
                <a:latin typeface="Arial"/>
                <a:cs typeface="Arial"/>
              </a:rPr>
              <a:t>not</a:t>
            </a:r>
            <a:r>
              <a:rPr sz="2700" spc="335" dirty="0">
                <a:solidFill>
                  <a:srgbClr val="903B36"/>
                </a:solidFill>
                <a:latin typeface="Arial"/>
                <a:cs typeface="Arial"/>
              </a:rPr>
              <a:t> </a:t>
            </a:r>
            <a:r>
              <a:rPr sz="2700" spc="45" dirty="0">
                <a:solidFill>
                  <a:srgbClr val="903B36"/>
                </a:solidFill>
                <a:latin typeface="Arial"/>
                <a:cs typeface="Arial"/>
              </a:rPr>
              <a:t>compliant.</a:t>
            </a:r>
            <a:endParaRPr sz="2700" dirty="0">
              <a:latin typeface="Arial"/>
              <a:cs typeface="Arial"/>
            </a:endParaRPr>
          </a:p>
        </p:txBody>
      </p:sp>
      <p:pic>
        <p:nvPicPr>
          <p:cNvPr id="42" name="Graphic 41" descr="City outline">
            <a:extLst>
              <a:ext uri="{FF2B5EF4-FFF2-40B4-BE49-F238E27FC236}">
                <a16:creationId xmlns:a16="http://schemas.microsoft.com/office/drawing/2014/main" id="{9B69EB9F-70B5-B474-8CEA-0EA911239B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1751" y="2059390"/>
            <a:ext cx="1224797" cy="1224797"/>
          </a:xfrm>
          <a:prstGeom prst="rect">
            <a:avLst/>
          </a:prstGeom>
          <a:effectLst>
            <a:outerShdw blurRad="50800" dist="38100" dir="5400000" algn="t" rotWithShape="0">
              <a:prstClr val="black">
                <a:alpha val="40000"/>
              </a:prstClr>
            </a:outerShdw>
          </a:effectLst>
        </p:spPr>
      </p:pic>
      <p:pic>
        <p:nvPicPr>
          <p:cNvPr id="44" name="Graphic 43" descr="Shredder outline">
            <a:extLst>
              <a:ext uri="{FF2B5EF4-FFF2-40B4-BE49-F238E27FC236}">
                <a16:creationId xmlns:a16="http://schemas.microsoft.com/office/drawing/2014/main" id="{A69D144A-9DEA-F48E-111C-3961E8B37B9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538955" y="2095676"/>
            <a:ext cx="914400" cy="914400"/>
          </a:xfrm>
          <a:prstGeom prst="rect">
            <a:avLst/>
          </a:prstGeom>
          <a:effectLst>
            <a:outerShdw blurRad="50800" dist="38100" dir="2700000" algn="tl" rotWithShape="0">
              <a:prstClr val="black">
                <a:alpha val="40000"/>
              </a:prstClr>
            </a:outerShdw>
          </a:effectLst>
        </p:spPr>
      </p:pic>
      <p:pic>
        <p:nvPicPr>
          <p:cNvPr id="46" name="Graphic 45" descr="Computer outline">
            <a:extLst>
              <a:ext uri="{FF2B5EF4-FFF2-40B4-BE49-F238E27FC236}">
                <a16:creationId xmlns:a16="http://schemas.microsoft.com/office/drawing/2014/main" id="{984FB5D4-C566-E344-ECC0-9D4458CA87D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234862" y="2108147"/>
            <a:ext cx="914400" cy="914400"/>
          </a:xfrm>
          <a:prstGeom prst="rect">
            <a:avLst/>
          </a:prstGeom>
          <a:effectLst>
            <a:outerShdw blurRad="50800" dist="38100" dir="2700000" algn="tl" rotWithShape="0">
              <a:prstClr val="black">
                <a:alpha val="40000"/>
              </a:prstClr>
            </a:outerShdw>
          </a:effectLst>
        </p:spPr>
      </p:pic>
      <p:pic>
        <p:nvPicPr>
          <p:cNvPr id="48" name="Graphic 47" descr="Coins outline">
            <a:extLst>
              <a:ext uri="{FF2B5EF4-FFF2-40B4-BE49-F238E27FC236}">
                <a16:creationId xmlns:a16="http://schemas.microsoft.com/office/drawing/2014/main" id="{C7F08E66-0062-F68C-E77D-8B32680CE98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795753" y="2088833"/>
            <a:ext cx="914400" cy="914400"/>
          </a:xfrm>
          <a:prstGeom prst="rect">
            <a:avLst/>
          </a:prstGeom>
        </p:spPr>
      </p:pic>
      <p:pic>
        <p:nvPicPr>
          <p:cNvPr id="50" name="Graphic 49" descr="Handshake outline">
            <a:extLst>
              <a:ext uri="{FF2B5EF4-FFF2-40B4-BE49-F238E27FC236}">
                <a16:creationId xmlns:a16="http://schemas.microsoft.com/office/drawing/2014/main" id="{FEE09123-834C-4D1B-97CF-DA7F64E432B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665511" y="2729080"/>
            <a:ext cx="1338271" cy="1338271"/>
          </a:xfrm>
          <a:prstGeom prst="rect">
            <a:avLst/>
          </a:prstGeom>
          <a:effectLst>
            <a:outerShdw blurRad="50800" dist="38100" dir="2700000" algn="tl" rotWithShape="0">
              <a:prstClr val="black">
                <a:alpha val="40000"/>
              </a:prstClr>
            </a:outerShdw>
          </a:effectLst>
        </p:spPr>
      </p:pic>
      <p:cxnSp>
        <p:nvCxnSpPr>
          <p:cNvPr id="60" name="Straight Connector 59">
            <a:extLst>
              <a:ext uri="{FF2B5EF4-FFF2-40B4-BE49-F238E27FC236}">
                <a16:creationId xmlns:a16="http://schemas.microsoft.com/office/drawing/2014/main" id="{383EB6BA-98FF-B663-DD2D-8DC2C0E634BC}"/>
              </a:ext>
            </a:extLst>
          </p:cNvPr>
          <p:cNvCxnSpPr>
            <a:cxnSpLocks/>
          </p:cNvCxnSpPr>
          <p:nvPr/>
        </p:nvCxnSpPr>
        <p:spPr>
          <a:xfrm>
            <a:off x="9029693" y="3026176"/>
            <a:ext cx="2385060" cy="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1" name="object 31">
            <a:extLst>
              <a:ext uri="{FF2B5EF4-FFF2-40B4-BE49-F238E27FC236}">
                <a16:creationId xmlns:a16="http://schemas.microsoft.com/office/drawing/2014/main" id="{CB83AB7D-2B99-D995-AC0D-0B8BAC3A7FBE}"/>
              </a:ext>
            </a:extLst>
          </p:cNvPr>
          <p:cNvSpPr txBox="1"/>
          <p:nvPr/>
        </p:nvSpPr>
        <p:spPr>
          <a:xfrm>
            <a:off x="7814961" y="2407533"/>
            <a:ext cx="1039370" cy="569595"/>
          </a:xfrm>
          <a:prstGeom prst="rect">
            <a:avLst/>
          </a:prstGeom>
          <a:ln>
            <a:noFill/>
          </a:ln>
          <a:effectLst>
            <a:outerShdw blurRad="50800" dist="38100" dir="2700000" algn="tl" rotWithShape="0">
              <a:prstClr val="black">
                <a:alpha val="40000"/>
              </a:prstClr>
            </a:outerShdw>
          </a:effectLst>
        </p:spPr>
        <p:txBody>
          <a:bodyPr vert="horz" wrap="square" lIns="0" tIns="14604" rIns="0" bIns="0" rtlCol="0">
            <a:spAutoFit/>
          </a:bodyPr>
          <a:lstStyle/>
          <a:p>
            <a:pPr>
              <a:lnSpc>
                <a:spcPct val="100000"/>
              </a:lnSpc>
              <a:spcBef>
                <a:spcPts val="114"/>
              </a:spcBef>
            </a:pPr>
            <a:r>
              <a:rPr lang="en-US" sz="3550" b="1" dirty="0">
                <a:solidFill>
                  <a:schemeClr val="tx2">
                    <a:lumMod val="20000"/>
                    <a:lumOff val="80000"/>
                  </a:schemeClr>
                </a:solidFill>
                <a:latin typeface="Arial"/>
                <a:cs typeface="Arial"/>
              </a:rPr>
              <a:t>BAA</a:t>
            </a:r>
            <a:endParaRPr sz="3550" dirty="0">
              <a:solidFill>
                <a:schemeClr val="tx2">
                  <a:lumMod val="20000"/>
                  <a:lumOff val="80000"/>
                </a:schemeClr>
              </a:solidFill>
              <a:latin typeface="Arial"/>
              <a:cs typeface="Arial"/>
            </a:endParaRPr>
          </a:p>
        </p:txBody>
      </p:sp>
      <p:pic>
        <p:nvPicPr>
          <p:cNvPr id="53" name="Graphic 52" descr="Paper outline">
            <a:extLst>
              <a:ext uri="{FF2B5EF4-FFF2-40B4-BE49-F238E27FC236}">
                <a16:creationId xmlns:a16="http://schemas.microsoft.com/office/drawing/2014/main" id="{892347E2-5EB5-E6E5-2AA9-E3605BE0954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70725" y="1630661"/>
            <a:ext cx="2611086" cy="2611086"/>
          </a:xfrm>
          <a:prstGeom prst="rect">
            <a:avLst/>
          </a:prstGeom>
        </p:spPr>
      </p:pic>
      <p:sp>
        <p:nvSpPr>
          <p:cNvPr id="2" name="object 17">
            <a:extLst>
              <a:ext uri="{FF2B5EF4-FFF2-40B4-BE49-F238E27FC236}">
                <a16:creationId xmlns:a16="http://schemas.microsoft.com/office/drawing/2014/main" id="{78503E0B-C7E3-8D61-91C6-5B7A09C71AA1}"/>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1368703-EB89-5A1E-DEF0-D16620B6937C}"/>
              </a:ext>
            </a:extLst>
          </p:cNvPr>
          <p:cNvSpPr/>
          <p:nvPr/>
        </p:nvSpPr>
        <p:spPr>
          <a:xfrm>
            <a:off x="741998" y="6512149"/>
            <a:ext cx="15991204" cy="1938669"/>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D75E60E-35D6-4C22-999C-D0DCBCE1C530}"/>
              </a:ext>
            </a:extLst>
          </p:cNvPr>
          <p:cNvSpPr/>
          <p:nvPr/>
        </p:nvSpPr>
        <p:spPr>
          <a:xfrm>
            <a:off x="741998" y="3209149"/>
            <a:ext cx="15991204" cy="2044854"/>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8"/>
          <p:cNvGraphicFramePr>
            <a:graphicFrameLocks noGrp="1"/>
          </p:cNvGraphicFramePr>
          <p:nvPr>
            <p:extLst>
              <p:ext uri="{D42A27DB-BD31-4B8C-83A1-F6EECF244321}">
                <p14:modId xmlns:p14="http://schemas.microsoft.com/office/powerpoint/2010/main" val="3121833245"/>
              </p:ext>
            </p:extLst>
          </p:nvPr>
        </p:nvGraphicFramePr>
        <p:xfrm>
          <a:off x="928713" y="5594431"/>
          <a:ext cx="15511143" cy="2881629"/>
        </p:xfrm>
        <a:graphic>
          <a:graphicData uri="http://schemas.openxmlformats.org/drawingml/2006/table">
            <a:tbl>
              <a:tblPr firstRow="1" bandRow="1">
                <a:tableStyleId>{2D5ABB26-0587-4C30-8999-92F81FD0307C}</a:tableStyleId>
              </a:tblPr>
              <a:tblGrid>
                <a:gridCol w="3932554">
                  <a:extLst>
                    <a:ext uri="{9D8B030D-6E8A-4147-A177-3AD203B41FA5}">
                      <a16:colId xmlns:a16="http://schemas.microsoft.com/office/drawing/2014/main" val="20000"/>
                    </a:ext>
                  </a:extLst>
                </a:gridCol>
                <a:gridCol w="3587750">
                  <a:extLst>
                    <a:ext uri="{9D8B030D-6E8A-4147-A177-3AD203B41FA5}">
                      <a16:colId xmlns:a16="http://schemas.microsoft.com/office/drawing/2014/main" val="20001"/>
                    </a:ext>
                  </a:extLst>
                </a:gridCol>
                <a:gridCol w="4816475">
                  <a:extLst>
                    <a:ext uri="{9D8B030D-6E8A-4147-A177-3AD203B41FA5}">
                      <a16:colId xmlns:a16="http://schemas.microsoft.com/office/drawing/2014/main" val="20002"/>
                    </a:ext>
                  </a:extLst>
                </a:gridCol>
                <a:gridCol w="3174364">
                  <a:extLst>
                    <a:ext uri="{9D8B030D-6E8A-4147-A177-3AD203B41FA5}">
                      <a16:colId xmlns:a16="http://schemas.microsoft.com/office/drawing/2014/main" val="20003"/>
                    </a:ext>
                  </a:extLst>
                </a:gridCol>
              </a:tblGrid>
              <a:tr h="1423670">
                <a:tc rowSpan="2">
                  <a:txBody>
                    <a:bodyPr/>
                    <a:lstStyle/>
                    <a:p>
                      <a:pPr>
                        <a:lnSpc>
                          <a:spcPct val="100000"/>
                        </a:lnSpc>
                      </a:pPr>
                      <a:endParaRPr sz="3800" dirty="0">
                        <a:latin typeface="Times New Roman"/>
                        <a:cs typeface="Times New Roman"/>
                      </a:endParaRPr>
                    </a:p>
                  </a:txBody>
                  <a:tcPr marL="0" marR="0" marT="0" marB="0"/>
                </a:tc>
                <a:tc gridSpan="2">
                  <a:txBody>
                    <a:bodyPr/>
                    <a:lstStyle/>
                    <a:p>
                      <a:pPr marL="868680">
                        <a:lnSpc>
                          <a:spcPts val="4715"/>
                        </a:lnSpc>
                      </a:pPr>
                      <a:r>
                        <a:rPr sz="4250" b="1" spc="-215" dirty="0">
                          <a:solidFill>
                            <a:srgbClr val="072849"/>
                          </a:solidFill>
                          <a:latin typeface="Arial"/>
                          <a:cs typeface="Arial"/>
                        </a:rPr>
                        <a:t>Risk</a:t>
                      </a:r>
                      <a:r>
                        <a:rPr sz="4250" b="1" spc="-240" dirty="0">
                          <a:solidFill>
                            <a:srgbClr val="072849"/>
                          </a:solidFill>
                          <a:latin typeface="Arial"/>
                          <a:cs typeface="Arial"/>
                        </a:rPr>
                        <a:t> </a:t>
                      </a:r>
                      <a:r>
                        <a:rPr sz="4250" b="1" spc="-175" dirty="0">
                          <a:solidFill>
                            <a:srgbClr val="072849"/>
                          </a:solidFill>
                          <a:latin typeface="Arial"/>
                          <a:cs typeface="Arial"/>
                        </a:rPr>
                        <a:t>Assessment</a:t>
                      </a:r>
                      <a:r>
                        <a:rPr sz="4250" b="1" spc="-45" dirty="0">
                          <a:solidFill>
                            <a:srgbClr val="072849"/>
                          </a:solidFill>
                          <a:latin typeface="Arial"/>
                          <a:cs typeface="Arial"/>
                        </a:rPr>
                        <a:t> </a:t>
                      </a:r>
                      <a:r>
                        <a:rPr sz="4250" b="1" spc="-10" dirty="0">
                          <a:solidFill>
                            <a:srgbClr val="072849"/>
                          </a:solidFill>
                          <a:latin typeface="Arial"/>
                          <a:cs typeface="Arial"/>
                        </a:rPr>
                        <a:t>Factors</a:t>
                      </a:r>
                      <a:endParaRPr sz="4250" dirty="0">
                        <a:latin typeface="Arial"/>
                        <a:cs typeface="Arial"/>
                      </a:endParaRPr>
                    </a:p>
                  </a:txBody>
                  <a:tcPr marL="0" marR="0" marT="0" marB="0"/>
                </a:tc>
                <a:tc hMerge="1">
                  <a:txBody>
                    <a:bodyPr/>
                    <a:lstStyle/>
                    <a:p>
                      <a:endParaRPr/>
                    </a:p>
                  </a:txBody>
                  <a:tcPr marL="0" marR="0" marT="0" marB="0"/>
                </a:tc>
                <a:tc>
                  <a:txBody>
                    <a:bodyPr/>
                    <a:lstStyle/>
                    <a:p>
                      <a:pPr>
                        <a:lnSpc>
                          <a:spcPct val="100000"/>
                        </a:lnSpc>
                      </a:pPr>
                      <a:endParaRPr sz="3800" dirty="0">
                        <a:latin typeface="Times New Roman"/>
                        <a:cs typeface="Times New Roman"/>
                      </a:endParaRPr>
                    </a:p>
                  </a:txBody>
                  <a:tcPr marL="0" marR="0" marT="0" marB="0"/>
                </a:tc>
                <a:extLst>
                  <a:ext uri="{0D108BD9-81ED-4DB2-BD59-A6C34878D82A}">
                    <a16:rowId xmlns:a16="http://schemas.microsoft.com/office/drawing/2014/main" val="10000"/>
                  </a:ext>
                </a:extLst>
              </a:tr>
              <a:tr h="488315">
                <a:tc vMerge="1">
                  <a:txBody>
                    <a:bodyPr/>
                    <a:lstStyle/>
                    <a:p>
                      <a:endParaRPr/>
                    </a:p>
                  </a:txBody>
                  <a:tcPr marL="0" marR="0" marT="0" marB="0"/>
                </a:tc>
                <a:tc>
                  <a:txBody>
                    <a:bodyPr/>
                    <a:lstStyle/>
                    <a:p>
                      <a:pPr marR="352425" algn="ctr">
                        <a:lnSpc>
                          <a:spcPts val="3145"/>
                        </a:lnSpc>
                      </a:pPr>
                      <a:endParaRPr sz="2700" dirty="0">
                        <a:latin typeface="Times New Roman"/>
                        <a:cs typeface="Times New Roman"/>
                      </a:endParaRPr>
                    </a:p>
                  </a:txBody>
                  <a:tcPr marL="0" marR="0" marT="0" marB="0"/>
                </a:tc>
                <a:tc>
                  <a:txBody>
                    <a:bodyPr/>
                    <a:lstStyle/>
                    <a:p>
                      <a:pPr marL="67310" algn="ctr">
                        <a:lnSpc>
                          <a:spcPct val="100000"/>
                        </a:lnSpc>
                        <a:spcBef>
                          <a:spcPts val="305"/>
                        </a:spcBef>
                      </a:pPr>
                      <a:endParaRPr sz="2300" dirty="0">
                        <a:latin typeface="Arial"/>
                        <a:cs typeface="Arial"/>
                      </a:endParaRPr>
                    </a:p>
                  </a:txBody>
                  <a:tcPr marL="0" marR="0" marT="38735" marB="0"/>
                </a:tc>
                <a:tc>
                  <a:txBody>
                    <a:bodyPr/>
                    <a:lstStyle/>
                    <a:p>
                      <a:pPr>
                        <a:lnSpc>
                          <a:spcPct val="100000"/>
                        </a:lnSpc>
                      </a:pPr>
                      <a:endParaRPr sz="3100" dirty="0">
                        <a:latin typeface="Times New Roman"/>
                        <a:cs typeface="Times New Roman"/>
                      </a:endParaRPr>
                    </a:p>
                  </a:txBody>
                  <a:tcPr marL="0" marR="0" marT="0" marB="0"/>
                </a:tc>
                <a:extLst>
                  <a:ext uri="{0D108BD9-81ED-4DB2-BD59-A6C34878D82A}">
                    <a16:rowId xmlns:a16="http://schemas.microsoft.com/office/drawing/2014/main" val="10001"/>
                  </a:ext>
                </a:extLst>
              </a:tr>
              <a:tr h="526415">
                <a:tc>
                  <a:txBody>
                    <a:bodyPr/>
                    <a:lstStyle/>
                    <a:p>
                      <a:pPr marL="31750">
                        <a:lnSpc>
                          <a:spcPts val="3615"/>
                        </a:lnSpc>
                        <a:spcBef>
                          <a:spcPts val="434"/>
                        </a:spcBef>
                      </a:pPr>
                      <a:r>
                        <a:rPr sz="3050" spc="85" dirty="0">
                          <a:solidFill>
                            <a:srgbClr val="181818"/>
                          </a:solidFill>
                          <a:latin typeface="+mn-lt"/>
                          <a:cs typeface="Times New Roman"/>
                        </a:rPr>
                        <a:t>Nature/Extent</a:t>
                      </a:r>
                      <a:r>
                        <a:rPr sz="3050" spc="135" dirty="0">
                          <a:solidFill>
                            <a:srgbClr val="181818"/>
                          </a:solidFill>
                          <a:latin typeface="+mn-lt"/>
                          <a:cs typeface="Times New Roman"/>
                        </a:rPr>
                        <a:t> </a:t>
                      </a:r>
                      <a:r>
                        <a:rPr sz="3050" dirty="0">
                          <a:solidFill>
                            <a:srgbClr val="181818"/>
                          </a:solidFill>
                          <a:latin typeface="+mn-lt"/>
                          <a:cs typeface="Times New Roman"/>
                        </a:rPr>
                        <a:t>of</a:t>
                      </a:r>
                      <a:r>
                        <a:rPr sz="3050" spc="70" dirty="0">
                          <a:solidFill>
                            <a:srgbClr val="181818"/>
                          </a:solidFill>
                          <a:latin typeface="+mn-lt"/>
                          <a:cs typeface="Times New Roman"/>
                        </a:rPr>
                        <a:t> </a:t>
                      </a:r>
                      <a:r>
                        <a:rPr sz="3050" spc="-25" dirty="0">
                          <a:solidFill>
                            <a:srgbClr val="181818"/>
                          </a:solidFill>
                          <a:latin typeface="+mn-lt"/>
                          <a:cs typeface="Times New Roman"/>
                        </a:rPr>
                        <a:t>PHI</a:t>
                      </a:r>
                      <a:endParaRPr sz="3050" dirty="0">
                        <a:latin typeface="+mn-lt"/>
                        <a:cs typeface="Times New Roman"/>
                      </a:endParaRPr>
                    </a:p>
                  </a:txBody>
                  <a:tcPr marL="0" marR="0" marT="55244" marB="0"/>
                </a:tc>
                <a:tc>
                  <a:txBody>
                    <a:bodyPr/>
                    <a:lstStyle/>
                    <a:p>
                      <a:pPr marL="20955" algn="ctr">
                        <a:lnSpc>
                          <a:spcPct val="100000"/>
                        </a:lnSpc>
                        <a:spcBef>
                          <a:spcPts val="334"/>
                        </a:spcBef>
                      </a:pPr>
                      <a:r>
                        <a:rPr sz="3050" dirty="0">
                          <a:solidFill>
                            <a:srgbClr val="181818"/>
                          </a:solidFill>
                          <a:latin typeface="+mn-lt"/>
                          <a:cs typeface="Times New Roman"/>
                        </a:rPr>
                        <a:t>Who</a:t>
                      </a:r>
                      <a:r>
                        <a:rPr sz="3050" spc="50" dirty="0">
                          <a:solidFill>
                            <a:srgbClr val="181818"/>
                          </a:solidFill>
                          <a:latin typeface="+mn-lt"/>
                          <a:cs typeface="Times New Roman"/>
                        </a:rPr>
                        <a:t> </a:t>
                      </a:r>
                      <a:r>
                        <a:rPr sz="3050" dirty="0">
                          <a:solidFill>
                            <a:srgbClr val="181818"/>
                          </a:solidFill>
                          <a:latin typeface="+mn-lt"/>
                          <a:cs typeface="Times New Roman"/>
                        </a:rPr>
                        <a:t>received</a:t>
                      </a:r>
                      <a:r>
                        <a:rPr sz="3050" spc="210" dirty="0">
                          <a:solidFill>
                            <a:srgbClr val="181818"/>
                          </a:solidFill>
                          <a:latin typeface="+mn-lt"/>
                          <a:cs typeface="Times New Roman"/>
                        </a:rPr>
                        <a:t> </a:t>
                      </a:r>
                      <a:r>
                        <a:rPr sz="3050" spc="-25" dirty="0">
                          <a:solidFill>
                            <a:srgbClr val="181818"/>
                          </a:solidFill>
                          <a:latin typeface="+mn-lt"/>
                          <a:cs typeface="Times New Roman"/>
                        </a:rPr>
                        <a:t>it?</a:t>
                      </a:r>
                      <a:endParaRPr sz="3050" dirty="0">
                        <a:latin typeface="+mn-lt"/>
                        <a:cs typeface="Times New Roman"/>
                      </a:endParaRPr>
                    </a:p>
                  </a:txBody>
                  <a:tcPr marL="0" marR="0" marT="42544" marB="0"/>
                </a:tc>
                <a:tc>
                  <a:txBody>
                    <a:bodyPr/>
                    <a:lstStyle/>
                    <a:p>
                      <a:pPr marL="65405" algn="ctr">
                        <a:lnSpc>
                          <a:spcPts val="3615"/>
                        </a:lnSpc>
                        <a:spcBef>
                          <a:spcPts val="434"/>
                        </a:spcBef>
                      </a:pPr>
                      <a:r>
                        <a:rPr sz="3050" spc="-25" dirty="0">
                          <a:solidFill>
                            <a:srgbClr val="181818"/>
                          </a:solidFill>
                          <a:latin typeface="+mn-lt"/>
                          <a:cs typeface="Times New Roman"/>
                        </a:rPr>
                        <a:t>Was</a:t>
                      </a:r>
                      <a:r>
                        <a:rPr sz="3050" spc="-175" dirty="0">
                          <a:solidFill>
                            <a:srgbClr val="181818"/>
                          </a:solidFill>
                          <a:latin typeface="+mn-lt"/>
                          <a:cs typeface="Times New Roman"/>
                        </a:rPr>
                        <a:t> </a:t>
                      </a:r>
                      <a:r>
                        <a:rPr sz="3050" dirty="0">
                          <a:solidFill>
                            <a:srgbClr val="181818"/>
                          </a:solidFill>
                          <a:latin typeface="+mn-lt"/>
                          <a:cs typeface="Times New Roman"/>
                        </a:rPr>
                        <a:t>it</a:t>
                      </a:r>
                      <a:r>
                        <a:rPr sz="3050" spc="100" dirty="0">
                          <a:solidFill>
                            <a:srgbClr val="181818"/>
                          </a:solidFill>
                          <a:latin typeface="+mn-lt"/>
                          <a:cs typeface="Times New Roman"/>
                        </a:rPr>
                        <a:t> </a:t>
                      </a:r>
                      <a:r>
                        <a:rPr sz="3050" spc="75" dirty="0">
                          <a:solidFill>
                            <a:srgbClr val="181818"/>
                          </a:solidFill>
                          <a:latin typeface="+mn-lt"/>
                          <a:cs typeface="Times New Roman"/>
                        </a:rPr>
                        <a:t>viewed/acquired?</a:t>
                      </a:r>
                      <a:endParaRPr sz="3050" dirty="0">
                        <a:latin typeface="+mn-lt"/>
                        <a:cs typeface="Times New Roman"/>
                      </a:endParaRPr>
                    </a:p>
                  </a:txBody>
                  <a:tcPr marL="0" marR="0" marT="55244" marB="0"/>
                </a:tc>
                <a:tc>
                  <a:txBody>
                    <a:bodyPr/>
                    <a:lstStyle/>
                    <a:p>
                      <a:pPr marL="369570">
                        <a:lnSpc>
                          <a:spcPts val="3615"/>
                        </a:lnSpc>
                        <a:spcBef>
                          <a:spcPts val="434"/>
                        </a:spcBef>
                      </a:pPr>
                      <a:r>
                        <a:rPr sz="3050" dirty="0">
                          <a:solidFill>
                            <a:srgbClr val="181818"/>
                          </a:solidFill>
                          <a:latin typeface="+mn-lt"/>
                          <a:cs typeface="Times New Roman"/>
                        </a:rPr>
                        <a:t>Mitigation</a:t>
                      </a:r>
                      <a:r>
                        <a:rPr sz="3050" spc="95" dirty="0">
                          <a:solidFill>
                            <a:srgbClr val="181818"/>
                          </a:solidFill>
                          <a:latin typeface="+mn-lt"/>
                          <a:cs typeface="Times New Roman"/>
                        </a:rPr>
                        <a:t> </a:t>
                      </a:r>
                      <a:r>
                        <a:rPr sz="3050" spc="80" dirty="0">
                          <a:solidFill>
                            <a:srgbClr val="181818"/>
                          </a:solidFill>
                          <a:latin typeface="+mn-lt"/>
                          <a:cs typeface="Times New Roman"/>
                        </a:rPr>
                        <a:t>extent</a:t>
                      </a:r>
                      <a:endParaRPr sz="3050" dirty="0">
                        <a:latin typeface="+mn-lt"/>
                        <a:cs typeface="Times New Roman"/>
                      </a:endParaRPr>
                    </a:p>
                  </a:txBody>
                  <a:tcPr marL="0" marR="0" marT="55244" marB="0"/>
                </a:tc>
                <a:extLst>
                  <a:ext uri="{0D108BD9-81ED-4DB2-BD59-A6C34878D82A}">
                    <a16:rowId xmlns:a16="http://schemas.microsoft.com/office/drawing/2014/main" val="10002"/>
                  </a:ext>
                </a:extLst>
              </a:tr>
            </a:tbl>
          </a:graphicData>
        </a:graphic>
      </p:graphicFrame>
      <p:sp>
        <p:nvSpPr>
          <p:cNvPr id="4" name="object 4" descr="$PPTXTitle"/>
          <p:cNvSpPr txBox="1">
            <a:spLocks noGrp="1"/>
          </p:cNvSpPr>
          <p:nvPr>
            <p:ph type="title"/>
          </p:nvPr>
        </p:nvSpPr>
        <p:spPr>
          <a:xfrm>
            <a:off x="1127785" y="237312"/>
            <a:ext cx="15113000" cy="2439670"/>
          </a:xfrm>
          <a:prstGeom prst="rect">
            <a:avLst/>
          </a:prstGeom>
        </p:spPr>
        <p:txBody>
          <a:bodyPr vert="horz" wrap="square" lIns="0" tIns="143510" rIns="0" bIns="0" rtlCol="0">
            <a:spAutoFit/>
          </a:bodyPr>
          <a:lstStyle/>
          <a:p>
            <a:pPr marL="90170" algn="ctr">
              <a:lnSpc>
                <a:spcPct val="100000"/>
              </a:lnSpc>
              <a:spcBef>
                <a:spcPts val="1130"/>
              </a:spcBef>
            </a:pPr>
            <a:r>
              <a:rPr sz="7050" spc="125" dirty="0">
                <a:solidFill>
                  <a:srgbClr val="072849"/>
                </a:solidFill>
              </a:rPr>
              <a:t>Anatomy</a:t>
            </a:r>
            <a:r>
              <a:rPr sz="7050" spc="204" dirty="0">
                <a:solidFill>
                  <a:srgbClr val="072849"/>
                </a:solidFill>
              </a:rPr>
              <a:t> </a:t>
            </a:r>
            <a:r>
              <a:rPr sz="7050" spc="130" dirty="0">
                <a:solidFill>
                  <a:srgbClr val="072849"/>
                </a:solidFill>
              </a:rPr>
              <a:t>of</a:t>
            </a:r>
            <a:r>
              <a:rPr sz="7050" spc="-150" dirty="0">
                <a:solidFill>
                  <a:srgbClr val="072849"/>
                </a:solidFill>
              </a:rPr>
              <a:t> </a:t>
            </a:r>
            <a:r>
              <a:rPr sz="7050" spc="235" dirty="0">
                <a:solidFill>
                  <a:srgbClr val="072849"/>
                </a:solidFill>
              </a:rPr>
              <a:t>a</a:t>
            </a:r>
            <a:r>
              <a:rPr sz="7050" spc="-375" dirty="0">
                <a:solidFill>
                  <a:srgbClr val="072849"/>
                </a:solidFill>
              </a:rPr>
              <a:t> </a:t>
            </a:r>
            <a:r>
              <a:rPr sz="7050" spc="55" dirty="0">
                <a:solidFill>
                  <a:srgbClr val="072849"/>
                </a:solidFill>
              </a:rPr>
              <a:t>Breach</a:t>
            </a:r>
            <a:endParaRPr sz="7050" dirty="0"/>
          </a:p>
          <a:p>
            <a:pPr marL="12700" marR="5080" algn="ctr">
              <a:lnSpc>
                <a:spcPts val="4320"/>
              </a:lnSpc>
              <a:spcBef>
                <a:spcPts val="965"/>
              </a:spcBef>
              <a:tabLst>
                <a:tab pos="8924925" algn="l"/>
              </a:tabLst>
            </a:pPr>
            <a:r>
              <a:rPr sz="3850" dirty="0">
                <a:solidFill>
                  <a:srgbClr val="3D3D3D"/>
                </a:solidFill>
                <a:latin typeface="+mj-lt"/>
                <a:cs typeface="Times New Roman"/>
              </a:rPr>
              <a:t>Definition:</a:t>
            </a:r>
            <a:r>
              <a:rPr sz="3850" spc="-80" dirty="0">
                <a:solidFill>
                  <a:srgbClr val="3D3D3D"/>
                </a:solidFill>
                <a:latin typeface="+mj-lt"/>
                <a:cs typeface="Times New Roman"/>
              </a:rPr>
              <a:t> </a:t>
            </a:r>
            <a:r>
              <a:rPr sz="3850" b="0" spc="-165" dirty="0">
                <a:solidFill>
                  <a:srgbClr val="3D3D3D"/>
                </a:solidFill>
                <a:latin typeface="+mj-lt"/>
                <a:cs typeface="Times New Roman"/>
              </a:rPr>
              <a:t>An</a:t>
            </a:r>
            <a:r>
              <a:rPr sz="3850" b="0" spc="-114" dirty="0">
                <a:solidFill>
                  <a:srgbClr val="3D3D3D"/>
                </a:solidFill>
                <a:latin typeface="+mj-lt"/>
                <a:cs typeface="Times New Roman"/>
              </a:rPr>
              <a:t> </a:t>
            </a:r>
            <a:r>
              <a:rPr sz="3850" b="0" dirty="0">
                <a:solidFill>
                  <a:srgbClr val="3D3D3D"/>
                </a:solidFill>
                <a:latin typeface="+mj-lt"/>
                <a:cs typeface="Times New Roman"/>
              </a:rPr>
              <a:t>impermissible</a:t>
            </a:r>
            <a:r>
              <a:rPr sz="3850" b="0" spc="365" dirty="0">
                <a:solidFill>
                  <a:srgbClr val="3D3D3D"/>
                </a:solidFill>
                <a:latin typeface="+mj-lt"/>
                <a:cs typeface="Times New Roman"/>
              </a:rPr>
              <a:t> </a:t>
            </a:r>
            <a:r>
              <a:rPr sz="3850" b="0" spc="130" dirty="0">
                <a:solidFill>
                  <a:srgbClr val="3D3D3D"/>
                </a:solidFill>
                <a:latin typeface="+mj-lt"/>
                <a:cs typeface="Times New Roman"/>
              </a:rPr>
              <a:t>use</a:t>
            </a:r>
            <a:r>
              <a:rPr sz="3850" b="0" spc="-120" dirty="0">
                <a:solidFill>
                  <a:srgbClr val="3D3D3D"/>
                </a:solidFill>
                <a:latin typeface="+mj-lt"/>
                <a:cs typeface="Times New Roman"/>
              </a:rPr>
              <a:t> </a:t>
            </a:r>
            <a:r>
              <a:rPr sz="3850" b="0" spc="125" dirty="0">
                <a:solidFill>
                  <a:srgbClr val="3D3D3D"/>
                </a:solidFill>
                <a:latin typeface="+mj-lt"/>
                <a:cs typeface="Times New Roman"/>
              </a:rPr>
              <a:t>or</a:t>
            </a:r>
            <a:r>
              <a:rPr sz="3850" b="0" spc="-10" dirty="0">
                <a:solidFill>
                  <a:srgbClr val="3D3D3D"/>
                </a:solidFill>
                <a:latin typeface="+mj-lt"/>
                <a:cs typeface="Times New Roman"/>
              </a:rPr>
              <a:t> </a:t>
            </a:r>
            <a:r>
              <a:rPr sz="3850" b="0" spc="70" dirty="0">
                <a:solidFill>
                  <a:srgbClr val="3D3D3D"/>
                </a:solidFill>
                <a:latin typeface="+mj-lt"/>
                <a:cs typeface="Times New Roman"/>
              </a:rPr>
              <a:t>disclosure</a:t>
            </a:r>
            <a:r>
              <a:rPr sz="3850" b="0" spc="114" dirty="0">
                <a:solidFill>
                  <a:srgbClr val="3D3D3D"/>
                </a:solidFill>
                <a:latin typeface="+mj-lt"/>
                <a:cs typeface="Times New Roman"/>
              </a:rPr>
              <a:t> </a:t>
            </a:r>
            <a:r>
              <a:rPr sz="3850" b="0" spc="120" dirty="0">
                <a:solidFill>
                  <a:srgbClr val="3D3D3D"/>
                </a:solidFill>
                <a:latin typeface="+mj-lt"/>
                <a:cs typeface="Times New Roman"/>
              </a:rPr>
              <a:t>under</a:t>
            </a:r>
            <a:r>
              <a:rPr sz="3850" b="0" spc="145" dirty="0">
                <a:solidFill>
                  <a:srgbClr val="3D3D3D"/>
                </a:solidFill>
                <a:latin typeface="+mj-lt"/>
                <a:cs typeface="Times New Roman"/>
              </a:rPr>
              <a:t> </a:t>
            </a:r>
            <a:r>
              <a:rPr sz="3850" b="0" spc="105" dirty="0">
                <a:solidFill>
                  <a:srgbClr val="3D3D3D"/>
                </a:solidFill>
                <a:latin typeface="+mj-lt"/>
                <a:cs typeface="Times New Roman"/>
              </a:rPr>
              <a:t>the</a:t>
            </a:r>
            <a:r>
              <a:rPr sz="3850" b="0" spc="204" dirty="0">
                <a:solidFill>
                  <a:srgbClr val="3D3D3D"/>
                </a:solidFill>
                <a:latin typeface="+mj-lt"/>
                <a:cs typeface="Times New Roman"/>
              </a:rPr>
              <a:t> </a:t>
            </a:r>
            <a:r>
              <a:rPr sz="3850" b="0" dirty="0">
                <a:solidFill>
                  <a:srgbClr val="3D3D3D"/>
                </a:solidFill>
                <a:latin typeface="+mj-lt"/>
                <a:cs typeface="Times New Roman"/>
              </a:rPr>
              <a:t>Privacy</a:t>
            </a:r>
            <a:r>
              <a:rPr sz="3850" b="0" spc="105" dirty="0">
                <a:solidFill>
                  <a:srgbClr val="3D3D3D"/>
                </a:solidFill>
                <a:latin typeface="+mj-lt"/>
                <a:cs typeface="Times New Roman"/>
              </a:rPr>
              <a:t> </a:t>
            </a:r>
            <a:r>
              <a:rPr sz="3850" b="0" spc="-60" dirty="0">
                <a:solidFill>
                  <a:srgbClr val="3D3D3D"/>
                </a:solidFill>
                <a:latin typeface="+mj-lt"/>
                <a:cs typeface="Times New Roman"/>
              </a:rPr>
              <a:t>Rule</a:t>
            </a:r>
            <a:r>
              <a:rPr sz="3850" b="0" spc="-20" dirty="0">
                <a:solidFill>
                  <a:srgbClr val="3D3D3D"/>
                </a:solidFill>
                <a:latin typeface="+mj-lt"/>
                <a:cs typeface="Times New Roman"/>
              </a:rPr>
              <a:t> </a:t>
            </a:r>
            <a:r>
              <a:rPr sz="3850" b="0" spc="190" dirty="0">
                <a:solidFill>
                  <a:srgbClr val="3D3D3D"/>
                </a:solidFill>
                <a:latin typeface="+mj-lt"/>
                <a:cs typeface="Times New Roman"/>
              </a:rPr>
              <a:t>that </a:t>
            </a:r>
            <a:r>
              <a:rPr sz="3850" b="0" spc="70" dirty="0">
                <a:solidFill>
                  <a:srgbClr val="3D3D3D"/>
                </a:solidFill>
                <a:latin typeface="+mj-lt"/>
                <a:cs typeface="Times New Roman"/>
              </a:rPr>
              <a:t>compromises</a:t>
            </a:r>
            <a:r>
              <a:rPr sz="3850" b="0" spc="270" dirty="0">
                <a:solidFill>
                  <a:srgbClr val="3D3D3D"/>
                </a:solidFill>
                <a:latin typeface="+mj-lt"/>
                <a:cs typeface="Times New Roman"/>
              </a:rPr>
              <a:t> </a:t>
            </a:r>
            <a:r>
              <a:rPr sz="3850" b="0" spc="55" dirty="0">
                <a:solidFill>
                  <a:srgbClr val="3D3D3D"/>
                </a:solidFill>
                <a:latin typeface="+mj-lt"/>
                <a:cs typeface="Times New Roman"/>
              </a:rPr>
              <a:t>the</a:t>
            </a:r>
            <a:r>
              <a:rPr sz="3850" b="0" spc="190" dirty="0">
                <a:solidFill>
                  <a:srgbClr val="3D3D3D"/>
                </a:solidFill>
                <a:latin typeface="+mj-lt"/>
                <a:cs typeface="Times New Roman"/>
              </a:rPr>
              <a:t> </a:t>
            </a:r>
            <a:r>
              <a:rPr sz="3850" b="0" spc="105" dirty="0">
                <a:solidFill>
                  <a:srgbClr val="3D3D3D"/>
                </a:solidFill>
                <a:latin typeface="+mj-lt"/>
                <a:cs typeface="Times New Roman"/>
              </a:rPr>
              <a:t>security</a:t>
            </a:r>
            <a:r>
              <a:rPr sz="3850" b="0" spc="-65" dirty="0">
                <a:solidFill>
                  <a:srgbClr val="3D3D3D"/>
                </a:solidFill>
                <a:latin typeface="+mj-lt"/>
                <a:cs typeface="Times New Roman"/>
              </a:rPr>
              <a:t> </a:t>
            </a:r>
            <a:r>
              <a:rPr sz="3850" b="0" spc="110" dirty="0">
                <a:solidFill>
                  <a:srgbClr val="3D3D3D"/>
                </a:solidFill>
                <a:latin typeface="+mj-lt"/>
                <a:cs typeface="Times New Roman"/>
              </a:rPr>
              <a:t>or</a:t>
            </a:r>
            <a:r>
              <a:rPr sz="3850" b="0" spc="140" dirty="0">
                <a:solidFill>
                  <a:srgbClr val="3D3D3D"/>
                </a:solidFill>
                <a:latin typeface="+mj-lt"/>
                <a:cs typeface="Times New Roman"/>
              </a:rPr>
              <a:t> </a:t>
            </a:r>
            <a:r>
              <a:rPr sz="3850" b="0" dirty="0">
                <a:solidFill>
                  <a:srgbClr val="3D3D3D"/>
                </a:solidFill>
                <a:latin typeface="+mj-lt"/>
                <a:cs typeface="Times New Roman"/>
              </a:rPr>
              <a:t>privacy</a:t>
            </a:r>
            <a:r>
              <a:rPr sz="3850" b="0" spc="-70" dirty="0">
                <a:solidFill>
                  <a:srgbClr val="3D3D3D"/>
                </a:solidFill>
                <a:latin typeface="+mj-lt"/>
                <a:cs typeface="Times New Roman"/>
              </a:rPr>
              <a:t> </a:t>
            </a:r>
            <a:r>
              <a:rPr sz="3850" b="0" dirty="0">
                <a:solidFill>
                  <a:srgbClr val="3D3D3D"/>
                </a:solidFill>
                <a:latin typeface="+mj-lt"/>
                <a:cs typeface="Times New Roman"/>
              </a:rPr>
              <a:t>of</a:t>
            </a:r>
            <a:r>
              <a:rPr sz="3850" b="0" spc="40" dirty="0">
                <a:solidFill>
                  <a:srgbClr val="3D3D3D"/>
                </a:solidFill>
                <a:latin typeface="+mj-lt"/>
                <a:cs typeface="Times New Roman"/>
              </a:rPr>
              <a:t> </a:t>
            </a:r>
            <a:r>
              <a:rPr sz="3850" b="0" spc="-25" dirty="0">
                <a:solidFill>
                  <a:srgbClr val="3D3D3D"/>
                </a:solidFill>
                <a:latin typeface="+mj-lt"/>
                <a:cs typeface="Times New Roman"/>
              </a:rPr>
              <a:t>the</a:t>
            </a:r>
            <a:r>
              <a:rPr sz="3850" b="0" dirty="0">
                <a:solidFill>
                  <a:srgbClr val="3D3D3D"/>
                </a:solidFill>
                <a:latin typeface="+mj-lt"/>
                <a:cs typeface="Times New Roman"/>
              </a:rPr>
              <a:t>	</a:t>
            </a:r>
            <a:r>
              <a:rPr sz="3850" b="0" spc="-20" dirty="0">
                <a:solidFill>
                  <a:srgbClr val="3D3D3D"/>
                </a:solidFill>
                <a:latin typeface="+mj-lt"/>
                <a:cs typeface="Times New Roman"/>
              </a:rPr>
              <a:t>PHI.</a:t>
            </a:r>
            <a:endParaRPr sz="3850" dirty="0">
              <a:latin typeface="+mj-lt"/>
              <a:cs typeface="Times New Roman"/>
            </a:endParaRPr>
          </a:p>
        </p:txBody>
      </p:sp>
      <p:sp>
        <p:nvSpPr>
          <p:cNvPr id="5" name="object 5"/>
          <p:cNvSpPr txBox="1"/>
          <p:nvPr/>
        </p:nvSpPr>
        <p:spPr>
          <a:xfrm>
            <a:off x="139700" y="2991483"/>
            <a:ext cx="17195800" cy="2044854"/>
          </a:xfrm>
          <a:prstGeom prst="rect">
            <a:avLst/>
          </a:prstGeom>
          <a:ln w="12736">
            <a:noFill/>
          </a:ln>
        </p:spPr>
        <p:txBody>
          <a:bodyPr vert="horz" wrap="square" lIns="0" tIns="412114" rIns="0" bIns="0" rtlCol="0">
            <a:spAutoFit/>
          </a:bodyPr>
          <a:lstStyle/>
          <a:p>
            <a:pPr marL="736600" marR="671195" indent="11430" algn="ctr">
              <a:lnSpc>
                <a:spcPct val="98000"/>
              </a:lnSpc>
              <a:spcBef>
                <a:spcPts val="3244"/>
              </a:spcBef>
            </a:pPr>
            <a:r>
              <a:rPr sz="3600" b="1" dirty="0">
                <a:solidFill>
                  <a:srgbClr val="010101"/>
                </a:solidFill>
                <a:latin typeface="Arial"/>
                <a:cs typeface="Arial"/>
              </a:rPr>
              <a:t>The Presumption of Guilt: </a:t>
            </a:r>
            <a:r>
              <a:rPr sz="3600" dirty="0">
                <a:solidFill>
                  <a:srgbClr val="010101"/>
                </a:solidFill>
                <a:latin typeface="Arial"/>
                <a:cs typeface="Arial"/>
              </a:rPr>
              <a:t>Under the Omnibus Rule, any impermissible use is </a:t>
            </a:r>
            <a:r>
              <a:rPr sz="3600" b="1" dirty="0">
                <a:solidFill>
                  <a:srgbClr val="010101"/>
                </a:solidFill>
                <a:latin typeface="Arial"/>
                <a:cs typeface="Arial"/>
              </a:rPr>
              <a:t>PRESUMED TO BE A BREACH </a:t>
            </a:r>
            <a:r>
              <a:rPr sz="3600" dirty="0">
                <a:solidFill>
                  <a:srgbClr val="010101"/>
                </a:solidFill>
                <a:latin typeface="Arial"/>
                <a:cs typeface="Arial"/>
              </a:rPr>
              <a:t>unless we can prove there is a low probability of compromise.</a:t>
            </a:r>
            <a:endParaRPr sz="3600" dirty="0">
              <a:latin typeface="Arial"/>
              <a:cs typeface="Arial"/>
            </a:endParaRPr>
          </a:p>
        </p:txBody>
      </p:sp>
      <p:sp>
        <p:nvSpPr>
          <p:cNvPr id="7" name="object 7"/>
          <p:cNvSpPr txBox="1"/>
          <p:nvPr/>
        </p:nvSpPr>
        <p:spPr>
          <a:xfrm>
            <a:off x="9462826" y="6979158"/>
            <a:ext cx="1852295" cy="646972"/>
          </a:xfrm>
          <a:prstGeom prst="rect">
            <a:avLst/>
          </a:prstGeom>
        </p:spPr>
        <p:txBody>
          <a:bodyPr vert="horz" wrap="square" lIns="0" tIns="15875" rIns="0" bIns="0" rtlCol="0">
            <a:spAutoFit/>
          </a:bodyPr>
          <a:lstStyle/>
          <a:p>
            <a:pPr marL="12700">
              <a:lnSpc>
                <a:spcPct val="100000"/>
              </a:lnSpc>
              <a:spcBef>
                <a:spcPts val="125"/>
              </a:spcBef>
            </a:pPr>
            <a:r>
              <a:rPr sz="4100" b="1" spc="150" dirty="0">
                <a:solidFill>
                  <a:srgbClr val="072849"/>
                </a:solidFill>
                <a:latin typeface="Arial"/>
                <a:cs typeface="Arial"/>
              </a:rPr>
              <a:t>3.</a:t>
            </a:r>
            <a:r>
              <a:rPr sz="4100" b="1" spc="450" dirty="0">
                <a:solidFill>
                  <a:srgbClr val="072849"/>
                </a:solidFill>
                <a:latin typeface="Arial"/>
                <a:cs typeface="Arial"/>
              </a:rPr>
              <a:t> </a:t>
            </a:r>
            <a:endParaRPr sz="5200" dirty="0">
              <a:latin typeface="Times New Roman"/>
              <a:cs typeface="Times New Roman"/>
            </a:endParaRPr>
          </a:p>
        </p:txBody>
      </p:sp>
      <p:sp>
        <p:nvSpPr>
          <p:cNvPr id="9" name="object 9"/>
          <p:cNvSpPr txBox="1"/>
          <p:nvPr/>
        </p:nvSpPr>
        <p:spPr>
          <a:xfrm>
            <a:off x="279401" y="8574028"/>
            <a:ext cx="17195799" cy="630942"/>
          </a:xfrm>
          <a:prstGeom prst="rect">
            <a:avLst/>
          </a:prstGeom>
        </p:spPr>
        <p:txBody>
          <a:bodyPr vert="horz" wrap="square" lIns="0" tIns="15240" rIns="0" bIns="0" rtlCol="0">
            <a:spAutoFit/>
          </a:bodyPr>
          <a:lstStyle/>
          <a:p>
            <a:pPr marL="12700">
              <a:lnSpc>
                <a:spcPct val="100000"/>
              </a:lnSpc>
              <a:spcBef>
                <a:spcPts val="120"/>
              </a:spcBef>
            </a:pPr>
            <a:r>
              <a:rPr sz="3200" b="1" dirty="0">
                <a:solidFill>
                  <a:srgbClr val="181818"/>
                </a:solidFill>
                <a:latin typeface="+mn-lt"/>
                <a:cs typeface="Times New Roman"/>
              </a:rPr>
              <a:t>Examples listed at the bottom: </a:t>
            </a:r>
            <a:r>
              <a:rPr sz="3200" dirty="0">
                <a:solidFill>
                  <a:srgbClr val="181818"/>
                </a:solidFill>
                <a:latin typeface="+mn-lt"/>
                <a:cs typeface="Times New Roman"/>
              </a:rPr>
              <a:t>Lost laptop </a:t>
            </a:r>
            <a:r>
              <a:rPr sz="4000" dirty="0">
                <a:solidFill>
                  <a:srgbClr val="181818"/>
                </a:solidFill>
                <a:latin typeface="+mn-lt"/>
                <a:cs typeface="Times New Roman"/>
              </a:rPr>
              <a:t>= </a:t>
            </a:r>
            <a:r>
              <a:rPr sz="3200" dirty="0">
                <a:solidFill>
                  <a:srgbClr val="181818"/>
                </a:solidFill>
                <a:latin typeface="+mn-lt"/>
                <a:cs typeface="Times New Roman"/>
              </a:rPr>
              <a:t>Breach. </a:t>
            </a:r>
            <a:r>
              <a:rPr sz="3200" dirty="0">
                <a:solidFill>
                  <a:srgbClr val="3D3D3D"/>
                </a:solidFill>
                <a:latin typeface="+mn-lt"/>
                <a:cs typeface="Times New Roman"/>
              </a:rPr>
              <a:t>F</a:t>
            </a:r>
            <a:r>
              <a:rPr sz="3200" dirty="0">
                <a:solidFill>
                  <a:srgbClr val="181818"/>
                </a:solidFill>
                <a:latin typeface="+mn-lt"/>
                <a:cs typeface="Times New Roman"/>
              </a:rPr>
              <a:t>ax to wrong number </a:t>
            </a:r>
            <a:r>
              <a:rPr sz="2400" dirty="0">
                <a:solidFill>
                  <a:srgbClr val="181818"/>
                </a:solidFill>
                <a:latin typeface="+mn-lt"/>
                <a:cs typeface="Arial"/>
              </a:rPr>
              <a:t>= </a:t>
            </a:r>
            <a:r>
              <a:rPr sz="3200" dirty="0">
                <a:solidFill>
                  <a:srgbClr val="181818"/>
                </a:solidFill>
                <a:latin typeface="+mn-lt"/>
                <a:cs typeface="Times New Roman"/>
              </a:rPr>
              <a:t>Breach. Gossip </a:t>
            </a:r>
            <a:r>
              <a:rPr sz="4000" dirty="0">
                <a:solidFill>
                  <a:srgbClr val="181818"/>
                </a:solidFill>
                <a:latin typeface="+mn-lt"/>
                <a:cs typeface="Times New Roman"/>
              </a:rPr>
              <a:t>= </a:t>
            </a:r>
            <a:r>
              <a:rPr sz="3200" dirty="0">
                <a:solidFill>
                  <a:srgbClr val="181818"/>
                </a:solidFill>
                <a:latin typeface="+mn-lt"/>
                <a:cs typeface="Times New Roman"/>
              </a:rPr>
              <a:t>Breach.</a:t>
            </a:r>
            <a:endParaRPr sz="3200" dirty="0">
              <a:latin typeface="+mn-lt"/>
              <a:cs typeface="Times New Roman"/>
            </a:endParaRPr>
          </a:p>
        </p:txBody>
      </p:sp>
      <p:sp>
        <p:nvSpPr>
          <p:cNvPr id="12" name="object 7">
            <a:extLst>
              <a:ext uri="{FF2B5EF4-FFF2-40B4-BE49-F238E27FC236}">
                <a16:creationId xmlns:a16="http://schemas.microsoft.com/office/drawing/2014/main" id="{001A94CD-D508-533B-7CEF-F8CB8E5925AA}"/>
              </a:ext>
            </a:extLst>
          </p:cNvPr>
          <p:cNvSpPr txBox="1"/>
          <p:nvPr/>
        </p:nvSpPr>
        <p:spPr>
          <a:xfrm>
            <a:off x="13673492" y="6979158"/>
            <a:ext cx="1852295" cy="646972"/>
          </a:xfrm>
          <a:prstGeom prst="rect">
            <a:avLst/>
          </a:prstGeom>
        </p:spPr>
        <p:txBody>
          <a:bodyPr vert="horz" wrap="square" lIns="0" tIns="15875" rIns="0" bIns="0" rtlCol="0">
            <a:spAutoFit/>
          </a:bodyPr>
          <a:lstStyle/>
          <a:p>
            <a:pPr marL="12700">
              <a:lnSpc>
                <a:spcPct val="100000"/>
              </a:lnSpc>
              <a:spcBef>
                <a:spcPts val="125"/>
              </a:spcBef>
            </a:pPr>
            <a:r>
              <a:rPr lang="en-US" sz="4100" b="1" spc="150" dirty="0">
                <a:solidFill>
                  <a:srgbClr val="072849"/>
                </a:solidFill>
                <a:latin typeface="Arial"/>
                <a:cs typeface="Arial"/>
              </a:rPr>
              <a:t>4</a:t>
            </a:r>
            <a:r>
              <a:rPr sz="4100" b="1" spc="150" dirty="0">
                <a:solidFill>
                  <a:srgbClr val="072849"/>
                </a:solidFill>
                <a:latin typeface="Arial"/>
                <a:cs typeface="Arial"/>
              </a:rPr>
              <a:t>.</a:t>
            </a:r>
            <a:r>
              <a:rPr sz="4100" b="1" spc="450" dirty="0">
                <a:solidFill>
                  <a:srgbClr val="072849"/>
                </a:solidFill>
                <a:latin typeface="Arial"/>
                <a:cs typeface="Arial"/>
              </a:rPr>
              <a:t> </a:t>
            </a:r>
            <a:endParaRPr sz="5200" dirty="0">
              <a:latin typeface="Times New Roman"/>
              <a:cs typeface="Times New Roman"/>
            </a:endParaRPr>
          </a:p>
        </p:txBody>
      </p:sp>
      <p:sp>
        <p:nvSpPr>
          <p:cNvPr id="13" name="object 7">
            <a:extLst>
              <a:ext uri="{FF2B5EF4-FFF2-40B4-BE49-F238E27FC236}">
                <a16:creationId xmlns:a16="http://schemas.microsoft.com/office/drawing/2014/main" id="{80AFD90B-2E3D-7729-EAB7-BB7149895A68}"/>
              </a:ext>
            </a:extLst>
          </p:cNvPr>
          <p:cNvSpPr txBox="1"/>
          <p:nvPr/>
        </p:nvSpPr>
        <p:spPr>
          <a:xfrm>
            <a:off x="5391813" y="6947916"/>
            <a:ext cx="1852295" cy="646972"/>
          </a:xfrm>
          <a:prstGeom prst="rect">
            <a:avLst/>
          </a:prstGeom>
        </p:spPr>
        <p:txBody>
          <a:bodyPr vert="horz" wrap="square" lIns="0" tIns="15875" rIns="0" bIns="0" rtlCol="0">
            <a:spAutoFit/>
          </a:bodyPr>
          <a:lstStyle/>
          <a:p>
            <a:pPr marL="12700">
              <a:lnSpc>
                <a:spcPct val="100000"/>
              </a:lnSpc>
              <a:spcBef>
                <a:spcPts val="125"/>
              </a:spcBef>
            </a:pPr>
            <a:r>
              <a:rPr lang="en-US" sz="4100" b="1" spc="150" dirty="0">
                <a:solidFill>
                  <a:srgbClr val="072849"/>
                </a:solidFill>
                <a:latin typeface="Arial"/>
                <a:cs typeface="Arial"/>
              </a:rPr>
              <a:t>2</a:t>
            </a:r>
            <a:r>
              <a:rPr sz="4100" b="1" spc="150" dirty="0">
                <a:solidFill>
                  <a:srgbClr val="072849"/>
                </a:solidFill>
                <a:latin typeface="Arial"/>
                <a:cs typeface="Arial"/>
              </a:rPr>
              <a:t>.</a:t>
            </a:r>
            <a:r>
              <a:rPr sz="4100" b="1" spc="450" dirty="0">
                <a:solidFill>
                  <a:srgbClr val="072849"/>
                </a:solidFill>
                <a:latin typeface="Arial"/>
                <a:cs typeface="Arial"/>
              </a:rPr>
              <a:t> </a:t>
            </a:r>
            <a:endParaRPr sz="5200" dirty="0">
              <a:latin typeface="Times New Roman"/>
              <a:cs typeface="Times New Roman"/>
            </a:endParaRPr>
          </a:p>
        </p:txBody>
      </p:sp>
      <p:sp>
        <p:nvSpPr>
          <p:cNvPr id="14" name="object 7">
            <a:extLst>
              <a:ext uri="{FF2B5EF4-FFF2-40B4-BE49-F238E27FC236}">
                <a16:creationId xmlns:a16="http://schemas.microsoft.com/office/drawing/2014/main" id="{E2BB783B-12E1-8741-2C08-E65EF2C98E52}"/>
              </a:ext>
            </a:extLst>
          </p:cNvPr>
          <p:cNvSpPr txBox="1"/>
          <p:nvPr/>
        </p:nvSpPr>
        <p:spPr>
          <a:xfrm>
            <a:off x="1346200" y="6953215"/>
            <a:ext cx="1852295" cy="646972"/>
          </a:xfrm>
          <a:prstGeom prst="rect">
            <a:avLst/>
          </a:prstGeom>
        </p:spPr>
        <p:txBody>
          <a:bodyPr vert="horz" wrap="square" lIns="0" tIns="15875" rIns="0" bIns="0" rtlCol="0">
            <a:spAutoFit/>
          </a:bodyPr>
          <a:lstStyle/>
          <a:p>
            <a:pPr marL="12700">
              <a:lnSpc>
                <a:spcPct val="100000"/>
              </a:lnSpc>
              <a:spcBef>
                <a:spcPts val="125"/>
              </a:spcBef>
            </a:pPr>
            <a:r>
              <a:rPr lang="en-US" sz="4100" b="1" spc="150" dirty="0">
                <a:solidFill>
                  <a:srgbClr val="072849"/>
                </a:solidFill>
                <a:latin typeface="Arial"/>
                <a:cs typeface="Arial"/>
              </a:rPr>
              <a:t>1</a:t>
            </a:r>
            <a:r>
              <a:rPr sz="4100" b="1" spc="150" dirty="0">
                <a:solidFill>
                  <a:srgbClr val="072849"/>
                </a:solidFill>
                <a:latin typeface="Arial"/>
                <a:cs typeface="Arial"/>
              </a:rPr>
              <a:t>.</a:t>
            </a:r>
            <a:r>
              <a:rPr sz="4100" b="1" spc="450" dirty="0">
                <a:solidFill>
                  <a:srgbClr val="072849"/>
                </a:solidFill>
                <a:latin typeface="Arial"/>
                <a:cs typeface="Arial"/>
              </a:rPr>
              <a:t> </a:t>
            </a:r>
            <a:endParaRPr sz="5200" dirty="0">
              <a:latin typeface="Times New Roman"/>
              <a:cs typeface="Times New Roman"/>
            </a:endParaRPr>
          </a:p>
        </p:txBody>
      </p:sp>
      <p:pic>
        <p:nvPicPr>
          <p:cNvPr id="17" name="Picture 16">
            <a:extLst>
              <a:ext uri="{FF2B5EF4-FFF2-40B4-BE49-F238E27FC236}">
                <a16:creationId xmlns:a16="http://schemas.microsoft.com/office/drawing/2014/main" id="{63E3BD45-A527-C45B-0E98-4927095BEDF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2169651" y="6590425"/>
            <a:ext cx="1028844" cy="1000265"/>
          </a:xfrm>
          <a:prstGeom prst="rect">
            <a:avLst/>
          </a:prstGeom>
        </p:spPr>
      </p:pic>
      <p:pic>
        <p:nvPicPr>
          <p:cNvPr id="19" name="Picture 18">
            <a:extLst>
              <a:ext uri="{FF2B5EF4-FFF2-40B4-BE49-F238E27FC236}">
                <a16:creationId xmlns:a16="http://schemas.microsoft.com/office/drawing/2014/main" id="{70AF6C3F-292B-1B7C-3A50-074735874EB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71667" y1="64583" x2="71667" y2="64583"/>
                        <a14:foregroundMark x1="71667" y1="85417" x2="71667" y2="85417"/>
                        <a14:foregroundMark x1="66667" y1="34375" x2="66667" y2="34375"/>
                        <a14:foregroundMark x1="28333" y1="59375" x2="28333" y2="59375"/>
                      </a14:backgroundRemoval>
                    </a14:imgEffect>
                  </a14:imgLayer>
                </a14:imgProps>
              </a:ext>
            </a:extLst>
          </a:blip>
          <a:stretch>
            <a:fillRect/>
          </a:stretch>
        </p:blipFill>
        <p:spPr>
          <a:xfrm>
            <a:off x="6050449" y="6680360"/>
            <a:ext cx="1143160" cy="914528"/>
          </a:xfrm>
          <a:prstGeom prst="rect">
            <a:avLst/>
          </a:prstGeom>
        </p:spPr>
      </p:pic>
      <p:pic>
        <p:nvPicPr>
          <p:cNvPr id="21" name="Picture 20">
            <a:extLst>
              <a:ext uri="{FF2B5EF4-FFF2-40B4-BE49-F238E27FC236}">
                <a16:creationId xmlns:a16="http://schemas.microsoft.com/office/drawing/2014/main" id="{88FD9BEB-A1E7-25F4-4993-575FA305676E}"/>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615" b="91346" l="9302" r="89922">
                        <a14:foregroundMark x1="69767" y1="73077" x2="69767" y2="73077"/>
                        <a14:foregroundMark x1="65116" y1="91346" x2="65116" y2="91346"/>
                        <a14:foregroundMark x1="53488" y1="71154" x2="53488" y2="71154"/>
                        <a14:foregroundMark x1="38760" y1="74038" x2="38760" y2="74038"/>
                        <a14:foregroundMark x1="25581" y1="73077" x2="25581" y2="73077"/>
                        <a14:foregroundMark x1="21705" y1="79808" x2="21705" y2="79808"/>
                        <a14:foregroundMark x1="48837" y1="24038" x2="48837" y2="24038"/>
                        <a14:foregroundMark x1="70543" y1="18269" x2="70543" y2="18269"/>
                        <a14:foregroundMark x1="64341" y1="24038" x2="64341" y2="24038"/>
                        <a14:foregroundMark x1="67442" y1="30769" x2="67442" y2="30769"/>
                        <a14:foregroundMark x1="58915" y1="30769" x2="58915" y2="30769"/>
                        <a14:foregroundMark x1="58915" y1="17308" x2="58915" y2="17308"/>
                      </a14:backgroundRemoval>
                    </a14:imgEffect>
                  </a14:imgLayer>
                </a14:imgProps>
              </a:ext>
            </a:extLst>
          </a:blip>
          <a:stretch>
            <a:fillRect/>
          </a:stretch>
        </p:blipFill>
        <p:spPr>
          <a:xfrm>
            <a:off x="10341835" y="6503864"/>
            <a:ext cx="1318234" cy="1062762"/>
          </a:xfrm>
          <a:prstGeom prst="rect">
            <a:avLst/>
          </a:prstGeom>
        </p:spPr>
      </p:pic>
      <p:pic>
        <p:nvPicPr>
          <p:cNvPr id="25" name="Picture 24">
            <a:extLst>
              <a:ext uri="{FF2B5EF4-FFF2-40B4-BE49-F238E27FC236}">
                <a16:creationId xmlns:a16="http://schemas.microsoft.com/office/drawing/2014/main" id="{5BC1E8FC-AEC5-3D13-55DD-9F31D549E8CE}"/>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14072870" y="6586692"/>
            <a:ext cx="1053537" cy="1101864"/>
          </a:xfrm>
          <a:prstGeom prst="rect">
            <a:avLst/>
          </a:prstGeom>
        </p:spPr>
      </p:pic>
      <p:sp>
        <p:nvSpPr>
          <p:cNvPr id="2" name="object 17">
            <a:extLst>
              <a:ext uri="{FF2B5EF4-FFF2-40B4-BE49-F238E27FC236}">
                <a16:creationId xmlns:a16="http://schemas.microsoft.com/office/drawing/2014/main" id="{54A78D09-BD13-3D42-325C-CBA2ABB15F5D}"/>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F7E4286B-C66E-CC22-349B-64C12A9DC206}"/>
              </a:ext>
            </a:extLst>
          </p:cNvPr>
          <p:cNvSpPr/>
          <p:nvPr/>
        </p:nvSpPr>
        <p:spPr>
          <a:xfrm>
            <a:off x="1047796" y="2250076"/>
            <a:ext cx="15488285" cy="5420597"/>
          </a:xfrm>
          <a:prstGeom prst="roundRect">
            <a:avLst>
              <a:gd name="adj" fmla="val 8882"/>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84F6BA1-3544-B357-0B21-20108401F746}"/>
              </a:ext>
            </a:extLst>
          </p:cNvPr>
          <p:cNvSpPr/>
          <p:nvPr/>
        </p:nvSpPr>
        <p:spPr>
          <a:xfrm>
            <a:off x="8763021" y="3777331"/>
            <a:ext cx="7425743" cy="3144929"/>
          </a:xfrm>
          <a:prstGeom prst="roundRect">
            <a:avLst>
              <a:gd name="adj" fmla="val 8882"/>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8" name="object 8" descr="$PPTXTitle"/>
          <p:cNvSpPr txBox="1">
            <a:spLocks noGrp="1"/>
          </p:cNvSpPr>
          <p:nvPr>
            <p:ph type="title"/>
          </p:nvPr>
        </p:nvSpPr>
        <p:spPr>
          <a:xfrm>
            <a:off x="927781" y="555658"/>
            <a:ext cx="15608300" cy="922019"/>
          </a:xfrm>
          <a:prstGeom prst="rect">
            <a:avLst/>
          </a:prstGeom>
        </p:spPr>
        <p:txBody>
          <a:bodyPr vert="horz" wrap="square" lIns="0" tIns="16510" rIns="0" bIns="0" rtlCol="0">
            <a:spAutoFit/>
          </a:bodyPr>
          <a:lstStyle/>
          <a:p>
            <a:pPr marL="12700">
              <a:lnSpc>
                <a:spcPct val="100000"/>
              </a:lnSpc>
              <a:spcBef>
                <a:spcPts val="130"/>
              </a:spcBef>
            </a:pPr>
            <a:r>
              <a:rPr sz="5700" spc="-200" dirty="0">
                <a:solidFill>
                  <a:srgbClr val="05213F"/>
                </a:solidFill>
              </a:rPr>
              <a:t>Response</a:t>
            </a:r>
            <a:r>
              <a:rPr sz="5700" spc="-100" dirty="0">
                <a:solidFill>
                  <a:srgbClr val="05213F"/>
                </a:solidFill>
              </a:rPr>
              <a:t> </a:t>
            </a:r>
            <a:r>
              <a:rPr sz="5850" b="0" spc="-685" dirty="0">
                <a:solidFill>
                  <a:srgbClr val="05213F"/>
                </a:solidFill>
                <a:latin typeface="Times New Roman"/>
                <a:cs typeface="Times New Roman"/>
              </a:rPr>
              <a:t>&amp;</a:t>
            </a:r>
            <a:r>
              <a:rPr sz="5850" b="0" spc="-430" dirty="0">
                <a:solidFill>
                  <a:srgbClr val="05213F"/>
                </a:solidFill>
                <a:latin typeface="Times New Roman"/>
                <a:cs typeface="Times New Roman"/>
              </a:rPr>
              <a:t> </a:t>
            </a:r>
            <a:r>
              <a:rPr sz="5700" spc="-145" dirty="0">
                <a:solidFill>
                  <a:srgbClr val="05213F"/>
                </a:solidFill>
              </a:rPr>
              <a:t>Responsibility:</a:t>
            </a:r>
            <a:r>
              <a:rPr sz="5700" spc="-994" dirty="0">
                <a:solidFill>
                  <a:srgbClr val="05213F"/>
                </a:solidFill>
              </a:rPr>
              <a:t> </a:t>
            </a:r>
            <a:r>
              <a:rPr sz="5700" spc="-204" dirty="0">
                <a:solidFill>
                  <a:srgbClr val="05213F"/>
                </a:solidFill>
              </a:rPr>
              <a:t>Reporting</a:t>
            </a:r>
            <a:r>
              <a:rPr sz="5700" spc="-85" dirty="0">
                <a:solidFill>
                  <a:srgbClr val="05213F"/>
                </a:solidFill>
              </a:rPr>
              <a:t> </a:t>
            </a:r>
            <a:r>
              <a:rPr sz="5700" spc="-180" dirty="0">
                <a:solidFill>
                  <a:srgbClr val="05213F"/>
                </a:solidFill>
              </a:rPr>
              <a:t>Protocols</a:t>
            </a:r>
            <a:endParaRPr sz="5700">
              <a:latin typeface="Times New Roman"/>
              <a:cs typeface="Times New Roman"/>
            </a:endParaRPr>
          </a:p>
        </p:txBody>
      </p:sp>
      <p:sp>
        <p:nvSpPr>
          <p:cNvPr id="9" name="object 9"/>
          <p:cNvSpPr txBox="1"/>
          <p:nvPr/>
        </p:nvSpPr>
        <p:spPr>
          <a:xfrm>
            <a:off x="4999189" y="2451431"/>
            <a:ext cx="7511415" cy="760730"/>
          </a:xfrm>
          <a:prstGeom prst="rect">
            <a:avLst/>
          </a:prstGeom>
        </p:spPr>
        <p:txBody>
          <a:bodyPr vert="horz" wrap="square" lIns="0" tIns="15875" rIns="0" bIns="0" rtlCol="0">
            <a:spAutoFit/>
          </a:bodyPr>
          <a:lstStyle/>
          <a:p>
            <a:pPr>
              <a:lnSpc>
                <a:spcPct val="100000"/>
              </a:lnSpc>
              <a:spcBef>
                <a:spcPts val="125"/>
              </a:spcBef>
            </a:pPr>
            <a:r>
              <a:rPr sz="4800" b="1" spc="50" dirty="0">
                <a:solidFill>
                  <a:srgbClr val="1F2121"/>
                </a:solidFill>
                <a:latin typeface="Arial"/>
                <a:cs typeface="Arial"/>
              </a:rPr>
              <a:t>Emergency</a:t>
            </a:r>
            <a:r>
              <a:rPr sz="4800" b="1" spc="120" dirty="0">
                <a:solidFill>
                  <a:srgbClr val="1F2121"/>
                </a:solidFill>
                <a:latin typeface="Arial"/>
                <a:cs typeface="Arial"/>
              </a:rPr>
              <a:t> </a:t>
            </a:r>
            <a:r>
              <a:rPr sz="4800" b="1" spc="75" dirty="0">
                <a:solidFill>
                  <a:srgbClr val="1F2121"/>
                </a:solidFill>
                <a:latin typeface="Arial"/>
                <a:cs typeface="Arial"/>
              </a:rPr>
              <a:t>Contact</a:t>
            </a:r>
            <a:r>
              <a:rPr sz="4800" b="1" spc="80" dirty="0">
                <a:solidFill>
                  <a:srgbClr val="1F2121"/>
                </a:solidFill>
                <a:latin typeface="Arial"/>
                <a:cs typeface="Arial"/>
              </a:rPr>
              <a:t> </a:t>
            </a:r>
            <a:r>
              <a:rPr sz="4800" b="1" spc="55" dirty="0">
                <a:solidFill>
                  <a:srgbClr val="1F2121"/>
                </a:solidFill>
                <a:latin typeface="Arial"/>
                <a:cs typeface="Arial"/>
              </a:rPr>
              <a:t>Card</a:t>
            </a:r>
            <a:endParaRPr sz="4800">
              <a:latin typeface="Arial"/>
              <a:cs typeface="Arial"/>
            </a:endParaRPr>
          </a:p>
        </p:txBody>
      </p:sp>
      <p:sp>
        <p:nvSpPr>
          <p:cNvPr id="10" name="object 10"/>
          <p:cNvSpPr txBox="1"/>
          <p:nvPr/>
        </p:nvSpPr>
        <p:spPr>
          <a:xfrm>
            <a:off x="2570438" y="3688127"/>
            <a:ext cx="6884670" cy="546735"/>
          </a:xfrm>
          <a:prstGeom prst="rect">
            <a:avLst/>
          </a:prstGeom>
        </p:spPr>
        <p:txBody>
          <a:bodyPr vert="horz" wrap="square" lIns="0" tIns="14604" rIns="0" bIns="0" rtlCol="0">
            <a:spAutoFit/>
          </a:bodyPr>
          <a:lstStyle/>
          <a:p>
            <a:pPr>
              <a:lnSpc>
                <a:spcPct val="100000"/>
              </a:lnSpc>
              <a:spcBef>
                <a:spcPts val="114"/>
              </a:spcBef>
              <a:tabLst>
                <a:tab pos="1132840" algn="l"/>
              </a:tabLst>
            </a:pPr>
            <a:r>
              <a:rPr sz="3400" b="1" u="none" spc="-95" dirty="0">
                <a:solidFill>
                  <a:srgbClr val="0F0F0F"/>
                </a:solidFill>
                <a:latin typeface="+mj-lt"/>
                <a:cs typeface="Times New Roman"/>
              </a:rPr>
              <a:t>The</a:t>
            </a:r>
            <a:r>
              <a:rPr sz="3400" b="1" u="none" spc="-120" dirty="0">
                <a:solidFill>
                  <a:srgbClr val="0F0F0F"/>
                </a:solidFill>
                <a:latin typeface="+mj-lt"/>
                <a:cs typeface="Times New Roman"/>
              </a:rPr>
              <a:t> </a:t>
            </a:r>
            <a:r>
              <a:rPr sz="3400" b="1" u="none" spc="-125" dirty="0">
                <a:solidFill>
                  <a:srgbClr val="0F0F0F"/>
                </a:solidFill>
                <a:latin typeface="+mj-lt"/>
                <a:cs typeface="Times New Roman"/>
              </a:rPr>
              <a:t>Protocol:</a:t>
            </a:r>
            <a:r>
              <a:rPr sz="3400" b="1" u="none" spc="-210" dirty="0">
                <a:solidFill>
                  <a:srgbClr val="0F0F0F"/>
                </a:solidFill>
                <a:latin typeface="+mj-lt"/>
                <a:cs typeface="Times New Roman"/>
              </a:rPr>
              <a:t> </a:t>
            </a:r>
            <a:r>
              <a:rPr sz="3400" u="none" spc="-45" dirty="0">
                <a:solidFill>
                  <a:srgbClr val="1F2121"/>
                </a:solidFill>
                <a:latin typeface="+mj-lt"/>
                <a:cs typeface="Times New Roman"/>
              </a:rPr>
              <a:t>See</a:t>
            </a:r>
            <a:r>
              <a:rPr sz="3400" u="none" spc="-254" dirty="0">
                <a:solidFill>
                  <a:srgbClr val="1F2121"/>
                </a:solidFill>
                <a:latin typeface="+mj-lt"/>
                <a:cs typeface="Times New Roman"/>
              </a:rPr>
              <a:t> </a:t>
            </a:r>
            <a:r>
              <a:rPr sz="3400" u="none" spc="-50" dirty="0">
                <a:solidFill>
                  <a:srgbClr val="1F2121"/>
                </a:solidFill>
                <a:latin typeface="+mj-lt"/>
                <a:cs typeface="Times New Roman"/>
              </a:rPr>
              <a:t>Something,</a:t>
            </a:r>
            <a:r>
              <a:rPr sz="3400" u="none" spc="-35" dirty="0">
                <a:solidFill>
                  <a:srgbClr val="1F2121"/>
                </a:solidFill>
                <a:latin typeface="+mj-lt"/>
                <a:cs typeface="Times New Roman"/>
              </a:rPr>
              <a:t> </a:t>
            </a:r>
            <a:r>
              <a:rPr sz="3400" u="none" spc="-75" dirty="0">
                <a:solidFill>
                  <a:srgbClr val="1F2121"/>
                </a:solidFill>
                <a:latin typeface="+mj-lt"/>
                <a:cs typeface="Times New Roman"/>
              </a:rPr>
              <a:t>Say</a:t>
            </a:r>
            <a:endParaRPr sz="3400" dirty="0">
              <a:latin typeface="+mj-lt"/>
              <a:cs typeface="Times New Roman"/>
            </a:endParaRPr>
          </a:p>
        </p:txBody>
      </p:sp>
      <p:sp>
        <p:nvSpPr>
          <p:cNvPr id="11" name="object 11"/>
          <p:cNvSpPr txBox="1"/>
          <p:nvPr/>
        </p:nvSpPr>
        <p:spPr>
          <a:xfrm>
            <a:off x="2567956" y="4076741"/>
            <a:ext cx="6223000" cy="1017523"/>
          </a:xfrm>
          <a:prstGeom prst="rect">
            <a:avLst/>
          </a:prstGeom>
        </p:spPr>
        <p:txBody>
          <a:bodyPr vert="horz" wrap="square" lIns="0" tIns="168275" rIns="0" bIns="0" rtlCol="0">
            <a:spAutoFit/>
          </a:bodyPr>
          <a:lstStyle/>
          <a:p>
            <a:pPr marL="57150" marR="5080" indent="-57150" algn="l">
              <a:lnSpc>
                <a:spcPct val="80000"/>
              </a:lnSpc>
              <a:spcBef>
                <a:spcPts val="1325"/>
              </a:spcBef>
              <a:tabLst>
                <a:tab pos="0" algn="l"/>
              </a:tabLst>
            </a:pPr>
            <a:r>
              <a:rPr sz="3400" spc="-45" dirty="0">
                <a:solidFill>
                  <a:srgbClr val="1F2121"/>
                </a:solidFill>
                <a:latin typeface="+mj-lt"/>
                <a:cs typeface="Times New Roman"/>
              </a:rPr>
              <a:t>Something.</a:t>
            </a:r>
            <a:r>
              <a:rPr sz="3400" spc="-110" dirty="0">
                <a:solidFill>
                  <a:srgbClr val="1F2121"/>
                </a:solidFill>
                <a:latin typeface="+mj-lt"/>
                <a:cs typeface="Times New Roman"/>
              </a:rPr>
              <a:t> </a:t>
            </a:r>
            <a:r>
              <a:rPr sz="3400" spc="-165" dirty="0">
                <a:solidFill>
                  <a:srgbClr val="1F2121"/>
                </a:solidFill>
                <a:latin typeface="+mj-lt"/>
                <a:cs typeface="Times New Roman"/>
              </a:rPr>
              <a:t>Do</a:t>
            </a:r>
            <a:r>
              <a:rPr sz="3400" spc="10" dirty="0">
                <a:solidFill>
                  <a:srgbClr val="1F2121"/>
                </a:solidFill>
                <a:latin typeface="+mj-lt"/>
                <a:cs typeface="Times New Roman"/>
              </a:rPr>
              <a:t> </a:t>
            </a:r>
            <a:r>
              <a:rPr sz="3400" dirty="0">
                <a:solidFill>
                  <a:srgbClr val="1F2121"/>
                </a:solidFill>
                <a:latin typeface="+mj-lt"/>
                <a:cs typeface="Times New Roman"/>
              </a:rPr>
              <a:t>not</a:t>
            </a:r>
            <a:r>
              <a:rPr sz="3400" spc="-155" dirty="0">
                <a:solidFill>
                  <a:srgbClr val="1F2121"/>
                </a:solidFill>
                <a:latin typeface="+mj-lt"/>
                <a:cs typeface="Times New Roman"/>
              </a:rPr>
              <a:t> </a:t>
            </a:r>
            <a:r>
              <a:rPr sz="3400" spc="-45" dirty="0">
                <a:solidFill>
                  <a:srgbClr val="1F2121"/>
                </a:solidFill>
                <a:latin typeface="+mj-lt"/>
                <a:cs typeface="Times New Roman"/>
              </a:rPr>
              <a:t>investigate</a:t>
            </a:r>
            <a:r>
              <a:rPr lang="en-US" sz="3400" spc="-45" dirty="0">
                <a:solidFill>
                  <a:srgbClr val="1F2121"/>
                </a:solidFill>
                <a:latin typeface="+mj-lt"/>
                <a:cs typeface="Times New Roman"/>
              </a:rPr>
              <a:t> </a:t>
            </a:r>
            <a:r>
              <a:rPr sz="3400" spc="-60" dirty="0">
                <a:solidFill>
                  <a:srgbClr val="1F2121"/>
                </a:solidFill>
                <a:latin typeface="+mj-lt"/>
                <a:cs typeface="Times New Roman"/>
              </a:rPr>
              <a:t>yourself.</a:t>
            </a:r>
            <a:r>
              <a:rPr sz="3400" spc="-110" dirty="0">
                <a:solidFill>
                  <a:srgbClr val="1F2121"/>
                </a:solidFill>
                <a:latin typeface="+mj-lt"/>
                <a:cs typeface="Times New Roman"/>
              </a:rPr>
              <a:t> </a:t>
            </a:r>
            <a:r>
              <a:rPr sz="3400" spc="-195" dirty="0">
                <a:solidFill>
                  <a:srgbClr val="1F2121"/>
                </a:solidFill>
                <a:latin typeface="+mj-lt"/>
                <a:cs typeface="Times New Roman"/>
              </a:rPr>
              <a:t>Do</a:t>
            </a:r>
            <a:r>
              <a:rPr sz="3400" spc="-95" dirty="0">
                <a:solidFill>
                  <a:srgbClr val="1F2121"/>
                </a:solidFill>
                <a:latin typeface="+mj-lt"/>
                <a:cs typeface="Times New Roman"/>
              </a:rPr>
              <a:t> </a:t>
            </a:r>
            <a:r>
              <a:rPr sz="3400" dirty="0">
                <a:solidFill>
                  <a:srgbClr val="1F2121"/>
                </a:solidFill>
                <a:latin typeface="+mj-lt"/>
                <a:cs typeface="Times New Roman"/>
              </a:rPr>
              <a:t>not</a:t>
            </a:r>
            <a:r>
              <a:rPr sz="3400" spc="-90" dirty="0">
                <a:solidFill>
                  <a:srgbClr val="1F2121"/>
                </a:solidFill>
                <a:latin typeface="+mj-lt"/>
                <a:cs typeface="Times New Roman"/>
              </a:rPr>
              <a:t> </a:t>
            </a:r>
            <a:r>
              <a:rPr sz="3400" dirty="0">
                <a:solidFill>
                  <a:srgbClr val="1F2121"/>
                </a:solidFill>
                <a:latin typeface="+mj-lt"/>
                <a:cs typeface="Times New Roman"/>
              </a:rPr>
              <a:t>hide</a:t>
            </a:r>
            <a:r>
              <a:rPr sz="3400" spc="-125" dirty="0">
                <a:solidFill>
                  <a:srgbClr val="1F2121"/>
                </a:solidFill>
                <a:latin typeface="+mj-lt"/>
                <a:cs typeface="Times New Roman"/>
              </a:rPr>
              <a:t> </a:t>
            </a:r>
            <a:r>
              <a:rPr sz="3400" spc="-25" dirty="0">
                <a:solidFill>
                  <a:srgbClr val="0F0F0F"/>
                </a:solidFill>
                <a:latin typeface="+mj-lt"/>
                <a:cs typeface="Times New Roman"/>
              </a:rPr>
              <a:t>it.</a:t>
            </a:r>
            <a:endParaRPr sz="3400" dirty="0">
              <a:latin typeface="+mj-lt"/>
              <a:cs typeface="Times New Roman"/>
            </a:endParaRPr>
          </a:p>
        </p:txBody>
      </p:sp>
      <p:sp>
        <p:nvSpPr>
          <p:cNvPr id="12" name="object 12"/>
          <p:cNvSpPr txBox="1"/>
          <p:nvPr/>
        </p:nvSpPr>
        <p:spPr>
          <a:xfrm>
            <a:off x="2570438" y="5451475"/>
            <a:ext cx="5902960" cy="1951560"/>
          </a:xfrm>
          <a:prstGeom prst="rect">
            <a:avLst/>
          </a:prstGeom>
        </p:spPr>
        <p:txBody>
          <a:bodyPr vert="horz" wrap="square" lIns="0" tIns="67310" rIns="0" bIns="0" rtlCol="0">
            <a:spAutoFit/>
          </a:bodyPr>
          <a:lstStyle/>
          <a:p>
            <a:pPr marR="5080" indent="9525">
              <a:lnSpc>
                <a:spcPct val="89900"/>
              </a:lnSpc>
              <a:spcBef>
                <a:spcPts val="530"/>
              </a:spcBef>
            </a:pPr>
            <a:r>
              <a:rPr sz="3400" b="1" spc="-100" dirty="0">
                <a:solidFill>
                  <a:srgbClr val="0F0F0F"/>
                </a:solidFill>
                <a:latin typeface="+mj-lt"/>
                <a:cs typeface="Times New Roman"/>
              </a:rPr>
              <a:t>Non-</a:t>
            </a:r>
            <a:r>
              <a:rPr sz="3400" b="1" spc="-80" dirty="0">
                <a:solidFill>
                  <a:srgbClr val="0F0F0F"/>
                </a:solidFill>
                <a:latin typeface="+mj-lt"/>
                <a:cs typeface="Times New Roman"/>
              </a:rPr>
              <a:t>Retaliation</a:t>
            </a:r>
            <a:r>
              <a:rPr sz="3400" b="1" spc="-120" dirty="0">
                <a:solidFill>
                  <a:srgbClr val="0F0F0F"/>
                </a:solidFill>
                <a:latin typeface="+mj-lt"/>
                <a:cs typeface="Times New Roman"/>
              </a:rPr>
              <a:t> </a:t>
            </a:r>
            <a:r>
              <a:rPr sz="3400" b="1" spc="-150" dirty="0">
                <a:solidFill>
                  <a:srgbClr val="0F0F0F"/>
                </a:solidFill>
                <a:latin typeface="+mj-lt"/>
                <a:cs typeface="Times New Roman"/>
              </a:rPr>
              <a:t>Policy:</a:t>
            </a:r>
            <a:r>
              <a:rPr sz="3400" b="1" spc="-80" dirty="0">
                <a:solidFill>
                  <a:srgbClr val="0F0F0F"/>
                </a:solidFill>
                <a:latin typeface="+mj-lt"/>
                <a:cs typeface="Times New Roman"/>
              </a:rPr>
              <a:t> </a:t>
            </a:r>
            <a:r>
              <a:rPr sz="3400" spc="-10" dirty="0">
                <a:solidFill>
                  <a:srgbClr val="1F2121"/>
                </a:solidFill>
                <a:latin typeface="+mj-lt"/>
                <a:cs typeface="Times New Roman"/>
              </a:rPr>
              <a:t>Reports </a:t>
            </a:r>
            <a:r>
              <a:rPr sz="3400" dirty="0">
                <a:solidFill>
                  <a:srgbClr val="1F2121"/>
                </a:solidFill>
                <a:latin typeface="+mj-lt"/>
                <a:cs typeface="Times New Roman"/>
              </a:rPr>
              <a:t>can</a:t>
            </a:r>
            <a:r>
              <a:rPr sz="3400" spc="-165" dirty="0">
                <a:solidFill>
                  <a:srgbClr val="1F2121"/>
                </a:solidFill>
                <a:latin typeface="+mj-lt"/>
                <a:cs typeface="Times New Roman"/>
              </a:rPr>
              <a:t> </a:t>
            </a:r>
            <a:r>
              <a:rPr sz="3400" dirty="0">
                <a:solidFill>
                  <a:srgbClr val="1F2121"/>
                </a:solidFill>
                <a:latin typeface="+mj-lt"/>
                <a:cs typeface="Times New Roman"/>
              </a:rPr>
              <a:t>be</a:t>
            </a:r>
            <a:r>
              <a:rPr sz="3400" spc="-180" dirty="0">
                <a:solidFill>
                  <a:srgbClr val="1F2121"/>
                </a:solidFill>
                <a:latin typeface="+mj-lt"/>
                <a:cs typeface="Times New Roman"/>
              </a:rPr>
              <a:t> </a:t>
            </a:r>
            <a:r>
              <a:rPr sz="3400" spc="-40" dirty="0">
                <a:solidFill>
                  <a:srgbClr val="1F2121"/>
                </a:solidFill>
                <a:latin typeface="+mj-lt"/>
                <a:cs typeface="Times New Roman"/>
              </a:rPr>
              <a:t>made</a:t>
            </a:r>
            <a:r>
              <a:rPr sz="3400" spc="-175" dirty="0">
                <a:solidFill>
                  <a:srgbClr val="1F2121"/>
                </a:solidFill>
                <a:latin typeface="+mj-lt"/>
                <a:cs typeface="Times New Roman"/>
              </a:rPr>
              <a:t> </a:t>
            </a:r>
            <a:r>
              <a:rPr sz="3400" spc="-70" dirty="0">
                <a:solidFill>
                  <a:srgbClr val="1F2121"/>
                </a:solidFill>
                <a:latin typeface="+mj-lt"/>
                <a:cs typeface="Times New Roman"/>
              </a:rPr>
              <a:t>anonymously.</a:t>
            </a:r>
            <a:r>
              <a:rPr sz="3400" spc="215" dirty="0">
                <a:solidFill>
                  <a:srgbClr val="1F2121"/>
                </a:solidFill>
                <a:latin typeface="+mj-lt"/>
                <a:cs typeface="Times New Roman"/>
              </a:rPr>
              <a:t> </a:t>
            </a:r>
            <a:r>
              <a:rPr sz="3400" spc="-25" dirty="0">
                <a:solidFill>
                  <a:srgbClr val="1F2121"/>
                </a:solidFill>
                <a:latin typeface="+mj-lt"/>
                <a:cs typeface="Times New Roman"/>
              </a:rPr>
              <a:t>No </a:t>
            </a:r>
            <a:r>
              <a:rPr sz="3400" spc="-40" dirty="0">
                <a:solidFill>
                  <a:srgbClr val="1F2121"/>
                </a:solidFill>
                <a:latin typeface="+mj-lt"/>
                <a:cs typeface="Times New Roman"/>
              </a:rPr>
              <a:t>retaliation</a:t>
            </a:r>
            <a:r>
              <a:rPr sz="3400" spc="-125" dirty="0">
                <a:solidFill>
                  <a:srgbClr val="1F2121"/>
                </a:solidFill>
                <a:latin typeface="+mj-lt"/>
                <a:cs typeface="Times New Roman"/>
              </a:rPr>
              <a:t> </a:t>
            </a:r>
            <a:r>
              <a:rPr sz="3400" dirty="0">
                <a:solidFill>
                  <a:srgbClr val="1F2121"/>
                </a:solidFill>
                <a:latin typeface="+mj-lt"/>
                <a:cs typeface="Times New Roman"/>
              </a:rPr>
              <a:t>for</a:t>
            </a:r>
            <a:r>
              <a:rPr sz="3400" spc="-210" dirty="0">
                <a:solidFill>
                  <a:srgbClr val="1F2121"/>
                </a:solidFill>
                <a:latin typeface="+mj-lt"/>
                <a:cs typeface="Times New Roman"/>
              </a:rPr>
              <a:t> </a:t>
            </a:r>
            <a:r>
              <a:rPr sz="3400" spc="-90" dirty="0">
                <a:solidFill>
                  <a:srgbClr val="1F2121"/>
                </a:solidFill>
                <a:latin typeface="+mj-lt"/>
                <a:cs typeface="Times New Roman"/>
              </a:rPr>
              <a:t>good</a:t>
            </a:r>
            <a:r>
              <a:rPr sz="3400" spc="-140" dirty="0">
                <a:solidFill>
                  <a:srgbClr val="1F2121"/>
                </a:solidFill>
                <a:latin typeface="+mj-lt"/>
                <a:cs typeface="Times New Roman"/>
              </a:rPr>
              <a:t> </a:t>
            </a:r>
            <a:r>
              <a:rPr sz="3400" dirty="0">
                <a:solidFill>
                  <a:srgbClr val="1F2121"/>
                </a:solidFill>
                <a:latin typeface="+mj-lt"/>
                <a:cs typeface="Times New Roman"/>
              </a:rPr>
              <a:t>faith</a:t>
            </a:r>
            <a:r>
              <a:rPr sz="3400" spc="-10" dirty="0">
                <a:solidFill>
                  <a:srgbClr val="1F2121"/>
                </a:solidFill>
                <a:latin typeface="+mj-lt"/>
                <a:cs typeface="Times New Roman"/>
              </a:rPr>
              <a:t> reporting.</a:t>
            </a:r>
            <a:endParaRPr sz="3400" dirty="0">
              <a:latin typeface="+mj-lt"/>
              <a:cs typeface="Times New Roman"/>
            </a:endParaRPr>
          </a:p>
        </p:txBody>
      </p:sp>
      <p:sp>
        <p:nvSpPr>
          <p:cNvPr id="13" name="object 13"/>
          <p:cNvSpPr txBox="1"/>
          <p:nvPr/>
        </p:nvSpPr>
        <p:spPr>
          <a:xfrm>
            <a:off x="8788474" y="3638615"/>
            <a:ext cx="7400290" cy="2857192"/>
          </a:xfrm>
          <a:prstGeom prst="rect">
            <a:avLst/>
          </a:prstGeom>
          <a:ln w="50947">
            <a:noFill/>
          </a:ln>
        </p:spPr>
        <p:txBody>
          <a:bodyPr vert="horz" wrap="square" lIns="0" tIns="99060" rIns="0" bIns="0" rtlCol="0">
            <a:spAutoFit/>
          </a:bodyPr>
          <a:lstStyle/>
          <a:p>
            <a:pPr marL="300355" marR="314325">
              <a:lnSpc>
                <a:spcPts val="7440"/>
              </a:lnSpc>
              <a:spcBef>
                <a:spcPts val="780"/>
              </a:spcBef>
            </a:pPr>
            <a:r>
              <a:rPr sz="3250" b="1" dirty="0">
                <a:solidFill>
                  <a:srgbClr val="05213F"/>
                </a:solidFill>
                <a:latin typeface="Arial"/>
                <a:cs typeface="Arial"/>
              </a:rPr>
              <a:t>PRIVACY</a:t>
            </a:r>
            <a:r>
              <a:rPr sz="3250" b="1" spc="165" dirty="0">
                <a:solidFill>
                  <a:srgbClr val="05213F"/>
                </a:solidFill>
                <a:latin typeface="Arial"/>
                <a:cs typeface="Arial"/>
              </a:rPr>
              <a:t> </a:t>
            </a:r>
            <a:r>
              <a:rPr sz="3250" b="1" dirty="0">
                <a:solidFill>
                  <a:srgbClr val="05213F"/>
                </a:solidFill>
                <a:latin typeface="Arial"/>
                <a:cs typeface="Arial"/>
              </a:rPr>
              <a:t>OFFICER:</a:t>
            </a:r>
            <a:r>
              <a:rPr sz="3250" b="1" spc="65" dirty="0">
                <a:solidFill>
                  <a:srgbClr val="05213F"/>
                </a:solidFill>
                <a:latin typeface="Arial"/>
                <a:cs typeface="Arial"/>
              </a:rPr>
              <a:t> </a:t>
            </a:r>
            <a:r>
              <a:rPr sz="3250" b="1" spc="55" dirty="0">
                <a:solidFill>
                  <a:srgbClr val="05213F"/>
                </a:solidFill>
                <a:latin typeface="Arial"/>
                <a:cs typeface="Arial"/>
              </a:rPr>
              <a:t>So</a:t>
            </a:r>
            <a:r>
              <a:rPr lang="en-US" sz="3250" b="1" spc="55" dirty="0">
                <a:solidFill>
                  <a:srgbClr val="05213F"/>
                </a:solidFill>
                <a:latin typeface="Arial"/>
                <a:cs typeface="Arial"/>
              </a:rPr>
              <a:t>h</a:t>
            </a:r>
            <a:r>
              <a:rPr sz="3250" b="1" spc="55" dirty="0">
                <a:solidFill>
                  <a:srgbClr val="05213F"/>
                </a:solidFill>
                <a:latin typeface="Arial"/>
                <a:cs typeface="Arial"/>
              </a:rPr>
              <a:t>a</a:t>
            </a:r>
            <a:r>
              <a:rPr sz="3250" b="1" spc="150" dirty="0">
                <a:solidFill>
                  <a:srgbClr val="05213F"/>
                </a:solidFill>
                <a:latin typeface="Arial"/>
                <a:cs typeface="Arial"/>
              </a:rPr>
              <a:t> </a:t>
            </a:r>
            <a:r>
              <a:rPr sz="3250" b="1" spc="135" dirty="0">
                <a:solidFill>
                  <a:srgbClr val="05213F"/>
                </a:solidFill>
                <a:latin typeface="Arial"/>
                <a:cs typeface="Arial"/>
              </a:rPr>
              <a:t>Ahmed </a:t>
            </a:r>
            <a:r>
              <a:rPr sz="3250" b="1" spc="60" dirty="0">
                <a:solidFill>
                  <a:srgbClr val="05213F"/>
                </a:solidFill>
                <a:latin typeface="Arial"/>
                <a:cs typeface="Arial"/>
              </a:rPr>
              <a:t>PHONE:</a:t>
            </a:r>
            <a:r>
              <a:rPr sz="3250" b="1" spc="-175" dirty="0">
                <a:solidFill>
                  <a:srgbClr val="05213F"/>
                </a:solidFill>
                <a:latin typeface="Arial"/>
                <a:cs typeface="Arial"/>
              </a:rPr>
              <a:t> </a:t>
            </a:r>
            <a:r>
              <a:rPr sz="3250" b="1" spc="285" dirty="0">
                <a:solidFill>
                  <a:srgbClr val="05213F"/>
                </a:solidFill>
                <a:latin typeface="Arial"/>
                <a:cs typeface="Arial"/>
              </a:rPr>
              <a:t>727-440-</a:t>
            </a:r>
            <a:r>
              <a:rPr sz="3250" b="1" spc="300" dirty="0">
                <a:solidFill>
                  <a:srgbClr val="05213F"/>
                </a:solidFill>
                <a:latin typeface="Arial"/>
                <a:cs typeface="Arial"/>
              </a:rPr>
              <a:t>5612</a:t>
            </a:r>
            <a:endParaRPr sz="3250" dirty="0">
              <a:latin typeface="Arial"/>
              <a:cs typeface="Arial"/>
            </a:endParaRPr>
          </a:p>
          <a:p>
            <a:pPr marL="300355">
              <a:lnSpc>
                <a:spcPct val="100000"/>
              </a:lnSpc>
              <a:spcBef>
                <a:spcPts val="2800"/>
              </a:spcBef>
              <a:tabLst>
                <a:tab pos="1990089" algn="l"/>
              </a:tabLst>
            </a:pPr>
            <a:r>
              <a:rPr sz="3250" b="1" spc="60" dirty="0">
                <a:solidFill>
                  <a:srgbClr val="05213F"/>
                </a:solidFill>
                <a:latin typeface="Arial"/>
                <a:cs typeface="Arial"/>
              </a:rPr>
              <a:t>EMAIL:</a:t>
            </a:r>
            <a:r>
              <a:rPr sz="3250" b="1" dirty="0">
                <a:solidFill>
                  <a:srgbClr val="05213F"/>
                </a:solidFill>
                <a:latin typeface="Arial"/>
                <a:cs typeface="Arial"/>
              </a:rPr>
              <a:t>	</a:t>
            </a:r>
            <a:r>
              <a:rPr sz="3250" b="1" spc="135" dirty="0">
                <a:solidFill>
                  <a:srgbClr val="05213F"/>
                </a:solidFill>
                <a:latin typeface="Arial"/>
                <a:cs typeface="Arial"/>
                <a:hlinkClick r:id="rId3"/>
              </a:rPr>
              <a:t>sahmed@apcare.net</a:t>
            </a:r>
            <a:endParaRPr sz="3250" dirty="0">
              <a:latin typeface="Arial"/>
              <a:cs typeface="Arial"/>
            </a:endParaRPr>
          </a:p>
        </p:txBody>
      </p:sp>
      <p:sp>
        <p:nvSpPr>
          <p:cNvPr id="15" name="object 15"/>
          <p:cNvSpPr txBox="1"/>
          <p:nvPr/>
        </p:nvSpPr>
        <p:spPr>
          <a:xfrm>
            <a:off x="1010753" y="7949260"/>
            <a:ext cx="15488285" cy="836447"/>
          </a:xfrm>
          <a:prstGeom prst="rect">
            <a:avLst/>
          </a:prstGeom>
          <a:ln w="50947">
            <a:noFill/>
          </a:ln>
        </p:spPr>
        <p:txBody>
          <a:bodyPr vert="horz" wrap="square" lIns="0" tIns="0" rIns="0" bIns="0" rtlCol="0">
            <a:spAutoFit/>
          </a:bodyPr>
          <a:lstStyle/>
          <a:p>
            <a:pPr marL="339725" algn="ctr">
              <a:lnSpc>
                <a:spcPts val="7480"/>
              </a:lnSpc>
            </a:pPr>
            <a:r>
              <a:rPr sz="3600" b="1" spc="-110" dirty="0">
                <a:solidFill>
                  <a:srgbClr val="C00000"/>
                </a:solidFill>
                <a:latin typeface="+mj-lt"/>
                <a:cs typeface="Times New Roman"/>
              </a:rPr>
              <a:t>Sanctions:</a:t>
            </a:r>
            <a:r>
              <a:rPr sz="3600" b="1" spc="-165" dirty="0">
                <a:solidFill>
                  <a:srgbClr val="C00000"/>
                </a:solidFill>
                <a:latin typeface="+mj-lt"/>
                <a:cs typeface="Times New Roman"/>
              </a:rPr>
              <a:t> </a:t>
            </a:r>
            <a:r>
              <a:rPr sz="3600" spc="-110" dirty="0">
                <a:solidFill>
                  <a:srgbClr val="1F2121"/>
                </a:solidFill>
                <a:latin typeface="+mj-lt"/>
                <a:cs typeface="Times New Roman"/>
              </a:rPr>
              <a:t>Violations</a:t>
            </a:r>
            <a:r>
              <a:rPr sz="3600" spc="-20" dirty="0">
                <a:solidFill>
                  <a:srgbClr val="1F2121"/>
                </a:solidFill>
                <a:latin typeface="+mj-lt"/>
                <a:cs typeface="Times New Roman"/>
              </a:rPr>
              <a:t> </a:t>
            </a:r>
            <a:r>
              <a:rPr sz="3600" dirty="0">
                <a:solidFill>
                  <a:srgbClr val="0F0F0F"/>
                </a:solidFill>
                <a:latin typeface="+mj-lt"/>
                <a:cs typeface="Times New Roman"/>
              </a:rPr>
              <a:t>result</a:t>
            </a:r>
            <a:r>
              <a:rPr sz="3600" spc="-135" dirty="0">
                <a:solidFill>
                  <a:srgbClr val="0F0F0F"/>
                </a:solidFill>
                <a:latin typeface="+mj-lt"/>
                <a:cs typeface="Times New Roman"/>
              </a:rPr>
              <a:t> </a:t>
            </a:r>
            <a:r>
              <a:rPr sz="3600" spc="-20" dirty="0">
                <a:solidFill>
                  <a:srgbClr val="0F0F0F"/>
                </a:solidFill>
                <a:latin typeface="+mj-lt"/>
                <a:cs typeface="Times New Roman"/>
              </a:rPr>
              <a:t>in</a:t>
            </a:r>
            <a:r>
              <a:rPr sz="3600" spc="-190" dirty="0">
                <a:solidFill>
                  <a:srgbClr val="0F0F0F"/>
                </a:solidFill>
                <a:latin typeface="+mj-lt"/>
                <a:cs typeface="Times New Roman"/>
              </a:rPr>
              <a:t> </a:t>
            </a:r>
            <a:r>
              <a:rPr sz="3600" spc="-20" dirty="0">
                <a:solidFill>
                  <a:srgbClr val="0F0F0F"/>
                </a:solidFill>
                <a:latin typeface="+mj-lt"/>
                <a:cs typeface="Times New Roman"/>
              </a:rPr>
              <a:t>tiered</a:t>
            </a:r>
            <a:r>
              <a:rPr sz="3600" spc="-185" dirty="0">
                <a:solidFill>
                  <a:srgbClr val="0F0F0F"/>
                </a:solidFill>
                <a:latin typeface="+mj-lt"/>
                <a:cs typeface="Times New Roman"/>
              </a:rPr>
              <a:t> </a:t>
            </a:r>
            <a:r>
              <a:rPr sz="3600" spc="-30" dirty="0">
                <a:solidFill>
                  <a:srgbClr val="1F2121"/>
                </a:solidFill>
                <a:latin typeface="+mj-lt"/>
                <a:cs typeface="Times New Roman"/>
              </a:rPr>
              <a:t>sanctions,</a:t>
            </a:r>
            <a:r>
              <a:rPr sz="3600" spc="-185" dirty="0">
                <a:solidFill>
                  <a:srgbClr val="1F2121"/>
                </a:solidFill>
                <a:latin typeface="+mj-lt"/>
                <a:cs typeface="Times New Roman"/>
              </a:rPr>
              <a:t> </a:t>
            </a:r>
            <a:r>
              <a:rPr sz="3600" spc="-20" dirty="0">
                <a:solidFill>
                  <a:srgbClr val="0F0F0F"/>
                </a:solidFill>
                <a:latin typeface="+mj-lt"/>
                <a:cs typeface="Times New Roman"/>
              </a:rPr>
              <a:t>from</a:t>
            </a:r>
            <a:r>
              <a:rPr sz="3600" spc="-30" dirty="0">
                <a:solidFill>
                  <a:srgbClr val="0F0F0F"/>
                </a:solidFill>
                <a:latin typeface="+mj-lt"/>
                <a:cs typeface="Times New Roman"/>
              </a:rPr>
              <a:t> </a:t>
            </a:r>
            <a:r>
              <a:rPr sz="3600" spc="-25" dirty="0">
                <a:solidFill>
                  <a:srgbClr val="0F0F0F"/>
                </a:solidFill>
                <a:latin typeface="+mj-lt"/>
                <a:cs typeface="Times New Roman"/>
              </a:rPr>
              <a:t>retraining </a:t>
            </a:r>
            <a:r>
              <a:rPr sz="3600" spc="75" dirty="0">
                <a:solidFill>
                  <a:srgbClr val="0F0F0F"/>
                </a:solidFill>
                <a:latin typeface="+mj-lt"/>
                <a:cs typeface="Times New Roman"/>
              </a:rPr>
              <a:t>to</a:t>
            </a:r>
            <a:r>
              <a:rPr sz="3600" spc="-254" dirty="0">
                <a:solidFill>
                  <a:srgbClr val="0F0F0F"/>
                </a:solidFill>
                <a:latin typeface="+mj-lt"/>
                <a:cs typeface="Times New Roman"/>
              </a:rPr>
              <a:t> </a:t>
            </a:r>
            <a:r>
              <a:rPr sz="3600" spc="-10" dirty="0">
                <a:solidFill>
                  <a:srgbClr val="0F0F0F"/>
                </a:solidFill>
                <a:latin typeface="+mj-lt"/>
                <a:cs typeface="Times New Roman"/>
              </a:rPr>
              <a:t>termination.</a:t>
            </a:r>
            <a:endParaRPr sz="3600" dirty="0">
              <a:latin typeface="+mj-lt"/>
              <a:cs typeface="Times New Roman"/>
            </a:endParaRPr>
          </a:p>
        </p:txBody>
      </p:sp>
      <p:pic>
        <p:nvPicPr>
          <p:cNvPr id="21" name="Graphic 20" descr="Megaphone outline">
            <a:extLst>
              <a:ext uri="{FF2B5EF4-FFF2-40B4-BE49-F238E27FC236}">
                <a16:creationId xmlns:a16="http://schemas.microsoft.com/office/drawing/2014/main" id="{F71783CE-AD03-72CB-26C8-477A790E02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5114" y="3758280"/>
            <a:ext cx="1141685" cy="1141685"/>
          </a:xfrm>
          <a:prstGeom prst="rect">
            <a:avLst/>
          </a:prstGeom>
          <a:effectLst>
            <a:outerShdw blurRad="50800" dist="38100" dir="2700000" algn="tl" rotWithShape="0">
              <a:prstClr val="black">
                <a:alpha val="40000"/>
              </a:prstClr>
            </a:outerShdw>
          </a:effectLst>
        </p:spPr>
      </p:pic>
      <p:pic>
        <p:nvPicPr>
          <p:cNvPr id="23" name="Graphic 22" descr="Shield Tick outline">
            <a:extLst>
              <a:ext uri="{FF2B5EF4-FFF2-40B4-BE49-F238E27FC236}">
                <a16:creationId xmlns:a16="http://schemas.microsoft.com/office/drawing/2014/main" id="{6DD8DE0C-D02B-7CB5-899D-14DE48F11B7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75127" y="5694490"/>
            <a:ext cx="1181657" cy="1181657"/>
          </a:xfrm>
          <a:prstGeom prst="rect">
            <a:avLst/>
          </a:prstGeom>
          <a:effectLst>
            <a:outerShdw blurRad="50800" dist="38100" dir="2700000" algn="tl" rotWithShape="0">
              <a:prstClr val="black">
                <a:alpha val="40000"/>
              </a:prstClr>
            </a:outerShdw>
          </a:effectLst>
        </p:spPr>
      </p:pic>
      <p:sp>
        <p:nvSpPr>
          <p:cNvPr id="2" name="object 17">
            <a:extLst>
              <a:ext uri="{FF2B5EF4-FFF2-40B4-BE49-F238E27FC236}">
                <a16:creationId xmlns:a16="http://schemas.microsoft.com/office/drawing/2014/main" id="{84C63CE7-5536-2EAA-675C-1D79EECB095C}"/>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02384947-36FE-A542-3B70-E01E499CEAB6}"/>
              </a:ext>
            </a:extLst>
          </p:cNvPr>
          <p:cNvSpPr/>
          <p:nvPr/>
        </p:nvSpPr>
        <p:spPr>
          <a:xfrm>
            <a:off x="1484944" y="1421367"/>
            <a:ext cx="7162798" cy="7242186"/>
          </a:xfrm>
          <a:prstGeom prst="roundRect">
            <a:avLst>
              <a:gd name="adj" fmla="val 8882"/>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E1138986-AE13-E96E-30F1-A176A88EBC70}"/>
              </a:ext>
            </a:extLst>
          </p:cNvPr>
          <p:cNvSpPr/>
          <p:nvPr/>
        </p:nvSpPr>
        <p:spPr>
          <a:xfrm>
            <a:off x="10147299" y="1421367"/>
            <a:ext cx="5840098" cy="7242186"/>
          </a:xfrm>
          <a:prstGeom prst="roundRect">
            <a:avLst>
              <a:gd name="adj" fmla="val 8882"/>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bject 17" descr="$PPTXTitle"/>
          <p:cNvSpPr txBox="1">
            <a:spLocks noGrp="1"/>
          </p:cNvSpPr>
          <p:nvPr>
            <p:ph type="title"/>
          </p:nvPr>
        </p:nvSpPr>
        <p:spPr>
          <a:xfrm>
            <a:off x="1334135" y="-133847"/>
            <a:ext cx="14806930" cy="1375390"/>
          </a:xfrm>
          <a:prstGeom prst="rect">
            <a:avLst/>
          </a:prstGeom>
        </p:spPr>
        <p:txBody>
          <a:bodyPr vert="horz" wrap="square" lIns="0" tIns="386728" rIns="0" bIns="0" rtlCol="0">
            <a:spAutoFit/>
          </a:bodyPr>
          <a:lstStyle/>
          <a:p>
            <a:pPr algn="ctr">
              <a:lnSpc>
                <a:spcPct val="100000"/>
              </a:lnSpc>
              <a:spcBef>
                <a:spcPts val="130"/>
              </a:spcBef>
            </a:pPr>
            <a:r>
              <a:rPr dirty="0"/>
              <a:t>Final</a:t>
            </a:r>
            <a:r>
              <a:rPr spc="-110" dirty="0"/>
              <a:t> </a:t>
            </a:r>
            <a:r>
              <a:rPr spc="75" dirty="0"/>
              <a:t>Attestation</a:t>
            </a:r>
            <a:r>
              <a:rPr spc="265" dirty="0"/>
              <a:t> </a:t>
            </a:r>
            <a:r>
              <a:rPr sz="6400" spc="-1125" dirty="0">
                <a:latin typeface="Times New Roman"/>
                <a:cs typeface="Times New Roman"/>
              </a:rPr>
              <a:t>&amp;</a:t>
            </a:r>
            <a:r>
              <a:rPr lang="en-US" sz="6400" spc="-1125" dirty="0">
                <a:latin typeface="Times New Roman"/>
                <a:cs typeface="Times New Roman"/>
              </a:rPr>
              <a:t> </a:t>
            </a:r>
            <a:r>
              <a:rPr sz="6400" spc="-395" dirty="0">
                <a:latin typeface="Times New Roman"/>
                <a:cs typeface="Times New Roman"/>
              </a:rPr>
              <a:t> </a:t>
            </a:r>
            <a:r>
              <a:rPr spc="160" dirty="0"/>
              <a:t>Next</a:t>
            </a:r>
            <a:r>
              <a:rPr spc="-190" dirty="0"/>
              <a:t> </a:t>
            </a:r>
            <a:r>
              <a:rPr spc="80" dirty="0"/>
              <a:t>Steps</a:t>
            </a:r>
            <a:endParaRPr sz="6400" dirty="0">
              <a:latin typeface="Times New Roman"/>
              <a:cs typeface="Times New Roman"/>
            </a:endParaRPr>
          </a:p>
        </p:txBody>
      </p:sp>
      <p:sp>
        <p:nvSpPr>
          <p:cNvPr id="19" name="object 19"/>
          <p:cNvSpPr txBox="1"/>
          <p:nvPr/>
        </p:nvSpPr>
        <p:spPr>
          <a:xfrm>
            <a:off x="2912745" y="3329553"/>
            <a:ext cx="3818891" cy="4754891"/>
          </a:xfrm>
          <a:prstGeom prst="rect">
            <a:avLst/>
          </a:prstGeom>
        </p:spPr>
        <p:txBody>
          <a:bodyPr vert="horz" wrap="square" lIns="0" tIns="71120" rIns="0" bIns="0" rtlCol="0">
            <a:spAutoFit/>
          </a:bodyPr>
          <a:lstStyle/>
          <a:p>
            <a:pPr marL="457200" marR="5080" indent="-342900">
              <a:lnSpc>
                <a:spcPct val="85100"/>
              </a:lnSpc>
              <a:spcBef>
                <a:spcPts val="560"/>
              </a:spcBef>
              <a:buFont typeface="Wingdings" panose="05000000000000000000" pitchFamily="2" charset="2"/>
              <a:buChar char="q"/>
              <a:tabLst>
                <a:tab pos="601345" algn="l"/>
              </a:tabLst>
            </a:pPr>
            <a:r>
              <a:rPr sz="2800" dirty="0">
                <a:solidFill>
                  <a:srgbClr val="2F2F31"/>
                </a:solidFill>
                <a:latin typeface="+mj-lt"/>
                <a:cs typeface="Times New Roman"/>
              </a:rPr>
              <a:t>I understand the difference between Privacy and Security.</a:t>
            </a:r>
            <a:endParaRPr sz="2800" dirty="0">
              <a:latin typeface="+mj-lt"/>
              <a:cs typeface="Times New Roman"/>
            </a:endParaRPr>
          </a:p>
          <a:p>
            <a:pPr marL="457200" marR="561975" indent="-342900">
              <a:lnSpc>
                <a:spcPts val="2410"/>
              </a:lnSpc>
              <a:spcBef>
                <a:spcPts val="615"/>
              </a:spcBef>
              <a:buFont typeface="Wingdings" panose="05000000000000000000" pitchFamily="2" charset="2"/>
              <a:buChar char="q"/>
              <a:tabLst>
                <a:tab pos="601345" algn="l"/>
              </a:tabLst>
            </a:pPr>
            <a:r>
              <a:rPr sz="2800" dirty="0">
                <a:solidFill>
                  <a:srgbClr val="2F2F31"/>
                </a:solidFill>
                <a:latin typeface="+mj-lt"/>
                <a:cs typeface="Times New Roman"/>
              </a:rPr>
              <a:t>I know the </a:t>
            </a:r>
            <a:r>
              <a:rPr lang="en-US" sz="2800" dirty="0">
                <a:solidFill>
                  <a:srgbClr val="2F2F31"/>
                </a:solidFill>
                <a:latin typeface="+mj-lt"/>
                <a:cs typeface="Times New Roman"/>
              </a:rPr>
              <a:t>latest </a:t>
            </a:r>
            <a:r>
              <a:rPr sz="2800" dirty="0">
                <a:solidFill>
                  <a:srgbClr val="2F2F31"/>
                </a:solidFill>
                <a:latin typeface="+mj-lt"/>
                <a:cs typeface="Times New Roman"/>
              </a:rPr>
              <a:t>rules regarding</a:t>
            </a:r>
            <a:r>
              <a:rPr lang="en-US" sz="2800" dirty="0">
                <a:solidFill>
                  <a:srgbClr val="2F2F31"/>
                </a:solidFill>
                <a:latin typeface="+mj-lt"/>
                <a:cs typeface="Times New Roman"/>
              </a:rPr>
              <a:t> reproductive Health Privacy</a:t>
            </a:r>
            <a:endParaRPr sz="2800" dirty="0">
              <a:latin typeface="+mj-lt"/>
              <a:cs typeface="Times New Roman"/>
            </a:endParaRPr>
          </a:p>
          <a:p>
            <a:pPr marL="457200" marR="49530" indent="-342900">
              <a:lnSpc>
                <a:spcPct val="78000"/>
              </a:lnSpc>
              <a:spcBef>
                <a:spcPts val="1000"/>
              </a:spcBef>
              <a:buFont typeface="Wingdings" panose="05000000000000000000" pitchFamily="2" charset="2"/>
              <a:buChar char="q"/>
              <a:tabLst>
                <a:tab pos="601345" algn="l"/>
              </a:tabLst>
            </a:pPr>
            <a:r>
              <a:rPr sz="2800" dirty="0">
                <a:solidFill>
                  <a:srgbClr val="2F2F31"/>
                </a:solidFill>
                <a:latin typeface="+mj-lt"/>
                <a:cs typeface="Times New Roman"/>
              </a:rPr>
              <a:t>I will protect my password (12+ chars) and never share it.</a:t>
            </a:r>
            <a:endParaRPr lang="en-US" sz="2800" dirty="0">
              <a:solidFill>
                <a:srgbClr val="2F2F31"/>
              </a:solidFill>
              <a:latin typeface="+mj-lt"/>
              <a:cs typeface="Times New Roman"/>
            </a:endParaRPr>
          </a:p>
          <a:p>
            <a:pPr marL="457200" marR="49530" indent="-342900">
              <a:lnSpc>
                <a:spcPct val="78000"/>
              </a:lnSpc>
              <a:spcBef>
                <a:spcPts val="1000"/>
              </a:spcBef>
              <a:buFont typeface="Wingdings" panose="05000000000000000000" pitchFamily="2" charset="2"/>
              <a:buChar char="q"/>
              <a:tabLst>
                <a:tab pos="601345" algn="l"/>
              </a:tabLst>
            </a:pPr>
            <a:r>
              <a:rPr lang="en-US" sz="2800" dirty="0">
                <a:solidFill>
                  <a:srgbClr val="2F2F31"/>
                </a:solidFill>
                <a:latin typeface="+mj-lt"/>
                <a:cs typeface="Times New Roman"/>
              </a:rPr>
              <a:t>I know how to report a breach to Soha Ahmed</a:t>
            </a:r>
            <a:endParaRPr sz="2800" dirty="0">
              <a:latin typeface="+mj-lt"/>
              <a:cs typeface="Times New Roman"/>
            </a:endParaRPr>
          </a:p>
          <a:p>
            <a:pPr>
              <a:lnSpc>
                <a:spcPts val="2445"/>
              </a:lnSpc>
            </a:pPr>
            <a:endParaRPr sz="3200" dirty="0">
              <a:latin typeface="+mj-lt"/>
              <a:cs typeface="Times New Roman"/>
            </a:endParaRPr>
          </a:p>
        </p:txBody>
      </p:sp>
      <p:sp>
        <p:nvSpPr>
          <p:cNvPr id="37" name="Rectangle: Rounded Corners 36">
            <a:extLst>
              <a:ext uri="{FF2B5EF4-FFF2-40B4-BE49-F238E27FC236}">
                <a16:creationId xmlns:a16="http://schemas.microsoft.com/office/drawing/2014/main" id="{95595F5C-152E-2456-35D5-0656A0906286}"/>
              </a:ext>
            </a:extLst>
          </p:cNvPr>
          <p:cNvSpPr/>
          <p:nvPr/>
        </p:nvSpPr>
        <p:spPr>
          <a:xfrm>
            <a:off x="10337800" y="2338953"/>
            <a:ext cx="5459097" cy="5410200"/>
          </a:xfrm>
          <a:prstGeom prst="roundRect">
            <a:avLst>
              <a:gd name="adj" fmla="val 8882"/>
            </a:avLst>
          </a:prstGeom>
          <a:solidFill>
            <a:schemeClr val="accent1">
              <a:lumMod val="20000"/>
              <a:lumOff val="80000"/>
            </a:schemeClr>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bject 28"/>
          <p:cNvSpPr txBox="1"/>
          <p:nvPr/>
        </p:nvSpPr>
        <p:spPr>
          <a:xfrm>
            <a:off x="10541953" y="2843195"/>
            <a:ext cx="5050790" cy="4020715"/>
          </a:xfrm>
          <a:prstGeom prst="rect">
            <a:avLst/>
          </a:prstGeom>
          <a:ln w="57150">
            <a:noFill/>
          </a:ln>
        </p:spPr>
        <p:txBody>
          <a:bodyPr vert="horz" wrap="square" lIns="0" tIns="14604" rIns="0" bIns="0" rtlCol="0">
            <a:spAutoFit/>
          </a:bodyPr>
          <a:lstStyle/>
          <a:p>
            <a:pPr marL="273050">
              <a:lnSpc>
                <a:spcPct val="100000"/>
              </a:lnSpc>
              <a:spcBef>
                <a:spcPts val="114"/>
              </a:spcBef>
            </a:pPr>
            <a:r>
              <a:rPr sz="2900" b="1" dirty="0">
                <a:solidFill>
                  <a:srgbClr val="05264B"/>
                </a:solidFill>
                <a:latin typeface="Arial"/>
                <a:cs typeface="Arial"/>
              </a:rPr>
              <a:t>MANDATORY</a:t>
            </a:r>
            <a:r>
              <a:rPr sz="2900" b="1" spc="430" dirty="0">
                <a:solidFill>
                  <a:srgbClr val="05264B"/>
                </a:solidFill>
                <a:latin typeface="Arial"/>
                <a:cs typeface="Arial"/>
              </a:rPr>
              <a:t> </a:t>
            </a:r>
            <a:r>
              <a:rPr sz="2900" b="1" spc="40" dirty="0">
                <a:solidFill>
                  <a:srgbClr val="05264B"/>
                </a:solidFill>
                <a:latin typeface="Arial"/>
                <a:cs typeface="Arial"/>
              </a:rPr>
              <a:t>ACTION</a:t>
            </a:r>
            <a:r>
              <a:rPr lang="en-US" sz="2900" b="1" spc="40" dirty="0">
                <a:solidFill>
                  <a:srgbClr val="05264B"/>
                </a:solidFill>
                <a:latin typeface="Arial"/>
                <a:cs typeface="Arial"/>
              </a:rPr>
              <a:t>S</a:t>
            </a:r>
            <a:r>
              <a:rPr sz="2900" b="1" spc="40" dirty="0">
                <a:solidFill>
                  <a:srgbClr val="05264B"/>
                </a:solidFill>
                <a:latin typeface="Arial"/>
                <a:cs typeface="Arial"/>
              </a:rPr>
              <a:t>:</a:t>
            </a:r>
            <a:endParaRPr sz="2900" dirty="0">
              <a:latin typeface="Arial"/>
              <a:cs typeface="Arial"/>
            </a:endParaRPr>
          </a:p>
          <a:p>
            <a:pPr>
              <a:lnSpc>
                <a:spcPct val="100000"/>
              </a:lnSpc>
              <a:spcBef>
                <a:spcPts val="320"/>
              </a:spcBef>
            </a:pPr>
            <a:endParaRPr sz="2900" dirty="0">
              <a:latin typeface="Arial"/>
              <a:cs typeface="Arial"/>
            </a:endParaRPr>
          </a:p>
          <a:p>
            <a:pPr marL="611505" indent="-337185">
              <a:lnSpc>
                <a:spcPct val="100000"/>
              </a:lnSpc>
              <a:buAutoNum type="arabicPeriod"/>
              <a:tabLst>
                <a:tab pos="611505" algn="l"/>
              </a:tabLst>
            </a:pPr>
            <a:r>
              <a:rPr sz="2700" spc="95" dirty="0">
                <a:solidFill>
                  <a:srgbClr val="2F2F31"/>
                </a:solidFill>
                <a:latin typeface="Arial"/>
                <a:cs typeface="Arial"/>
              </a:rPr>
              <a:t>Complete</a:t>
            </a:r>
            <a:r>
              <a:rPr sz="2700" spc="-105" dirty="0">
                <a:solidFill>
                  <a:srgbClr val="2F2F31"/>
                </a:solidFill>
                <a:latin typeface="Arial"/>
                <a:cs typeface="Arial"/>
              </a:rPr>
              <a:t> </a:t>
            </a:r>
            <a:r>
              <a:rPr sz="2700" spc="80" dirty="0">
                <a:solidFill>
                  <a:srgbClr val="1C1D1F"/>
                </a:solidFill>
                <a:latin typeface="Arial"/>
                <a:cs typeface="Arial"/>
              </a:rPr>
              <a:t>the</a:t>
            </a:r>
            <a:r>
              <a:rPr sz="2700" spc="60" dirty="0">
                <a:solidFill>
                  <a:srgbClr val="1C1D1F"/>
                </a:solidFill>
                <a:latin typeface="Arial"/>
                <a:cs typeface="Arial"/>
              </a:rPr>
              <a:t> </a:t>
            </a:r>
            <a:r>
              <a:rPr sz="2700" spc="125" dirty="0">
                <a:solidFill>
                  <a:srgbClr val="1C1D1F"/>
                </a:solidFill>
                <a:latin typeface="Arial"/>
                <a:cs typeface="Arial"/>
              </a:rPr>
              <a:t>training</a:t>
            </a:r>
            <a:r>
              <a:rPr sz="2700" spc="-310" dirty="0">
                <a:solidFill>
                  <a:srgbClr val="1C1D1F"/>
                </a:solidFill>
                <a:latin typeface="Arial"/>
                <a:cs typeface="Arial"/>
              </a:rPr>
              <a:t> </a:t>
            </a:r>
            <a:r>
              <a:rPr sz="2700" spc="50" dirty="0">
                <a:solidFill>
                  <a:srgbClr val="1C1D1F"/>
                </a:solidFill>
                <a:latin typeface="Arial"/>
                <a:cs typeface="Arial"/>
              </a:rPr>
              <a:t>quiz.</a:t>
            </a:r>
            <a:endParaRPr sz="2700" dirty="0">
              <a:latin typeface="Arial"/>
              <a:cs typeface="Arial"/>
            </a:endParaRPr>
          </a:p>
          <a:p>
            <a:pPr>
              <a:lnSpc>
                <a:spcPct val="100000"/>
              </a:lnSpc>
              <a:spcBef>
                <a:spcPts val="210"/>
              </a:spcBef>
              <a:buAutoNum type="arabicPeriod"/>
            </a:pPr>
            <a:endParaRPr sz="2700" dirty="0">
              <a:latin typeface="Arial"/>
              <a:cs typeface="Arial"/>
            </a:endParaRPr>
          </a:p>
          <a:p>
            <a:pPr marL="363220" marR="1111885" indent="364490">
              <a:lnSpc>
                <a:spcPct val="108600"/>
              </a:lnSpc>
              <a:buAutoNum type="arabicPeriod"/>
              <a:tabLst>
                <a:tab pos="727710" algn="l"/>
              </a:tabLst>
            </a:pPr>
            <a:r>
              <a:rPr sz="2700" dirty="0">
                <a:solidFill>
                  <a:srgbClr val="1C1D1F"/>
                </a:solidFill>
                <a:latin typeface="Arial"/>
                <a:cs typeface="Arial"/>
              </a:rPr>
              <a:t>Sign</a:t>
            </a:r>
            <a:r>
              <a:rPr sz="2700" spc="-95" dirty="0">
                <a:solidFill>
                  <a:srgbClr val="1C1D1F"/>
                </a:solidFill>
                <a:latin typeface="Arial"/>
                <a:cs typeface="Arial"/>
              </a:rPr>
              <a:t> </a:t>
            </a:r>
            <a:r>
              <a:rPr sz="2700" spc="100" dirty="0">
                <a:solidFill>
                  <a:srgbClr val="1C1D1F"/>
                </a:solidFill>
                <a:latin typeface="Arial"/>
                <a:cs typeface="Arial"/>
              </a:rPr>
              <a:t>and</a:t>
            </a:r>
            <a:r>
              <a:rPr sz="2700" spc="-120" dirty="0">
                <a:solidFill>
                  <a:srgbClr val="1C1D1F"/>
                </a:solidFill>
                <a:latin typeface="Arial"/>
                <a:cs typeface="Arial"/>
              </a:rPr>
              <a:t> </a:t>
            </a:r>
            <a:r>
              <a:rPr sz="2700" spc="110" dirty="0">
                <a:solidFill>
                  <a:srgbClr val="1C1D1F"/>
                </a:solidFill>
                <a:latin typeface="Arial"/>
                <a:cs typeface="Arial"/>
              </a:rPr>
              <a:t>date</a:t>
            </a:r>
            <a:r>
              <a:rPr sz="2700" spc="-195" dirty="0">
                <a:solidFill>
                  <a:srgbClr val="1C1D1F"/>
                </a:solidFill>
                <a:latin typeface="Arial"/>
                <a:cs typeface="Arial"/>
              </a:rPr>
              <a:t> </a:t>
            </a:r>
            <a:r>
              <a:rPr sz="2700" spc="80" dirty="0">
                <a:solidFill>
                  <a:srgbClr val="1C1D1F"/>
                </a:solidFill>
                <a:latin typeface="Arial"/>
                <a:cs typeface="Arial"/>
              </a:rPr>
              <a:t>the </a:t>
            </a:r>
            <a:r>
              <a:rPr sz="2700" spc="95" dirty="0">
                <a:solidFill>
                  <a:srgbClr val="1C1D1F"/>
                </a:solidFill>
                <a:latin typeface="Arial"/>
                <a:cs typeface="Arial"/>
              </a:rPr>
              <a:t>attestation</a:t>
            </a:r>
            <a:r>
              <a:rPr sz="2700" spc="114" dirty="0">
                <a:solidFill>
                  <a:srgbClr val="1C1D1F"/>
                </a:solidFill>
                <a:latin typeface="Arial"/>
                <a:cs typeface="Arial"/>
              </a:rPr>
              <a:t> </a:t>
            </a:r>
            <a:r>
              <a:rPr sz="2700" spc="85" dirty="0">
                <a:solidFill>
                  <a:srgbClr val="2F2F31"/>
                </a:solidFill>
                <a:latin typeface="Arial"/>
                <a:cs typeface="Arial"/>
              </a:rPr>
              <a:t>statement.</a:t>
            </a:r>
            <a:endParaRPr sz="2700" dirty="0">
              <a:latin typeface="Arial"/>
              <a:cs typeface="Arial"/>
            </a:endParaRPr>
          </a:p>
          <a:p>
            <a:pPr>
              <a:lnSpc>
                <a:spcPct val="100000"/>
              </a:lnSpc>
              <a:spcBef>
                <a:spcPts val="215"/>
              </a:spcBef>
              <a:buAutoNum type="arabicPeriod"/>
            </a:pPr>
            <a:endParaRPr sz="2700" dirty="0">
              <a:latin typeface="Arial"/>
              <a:cs typeface="Arial"/>
            </a:endParaRPr>
          </a:p>
          <a:p>
            <a:pPr marL="360045" marR="169545" indent="-12065">
              <a:lnSpc>
                <a:spcPct val="108600"/>
              </a:lnSpc>
              <a:buAutoNum type="arabicPeriod"/>
              <a:tabLst>
                <a:tab pos="360045" algn="l"/>
                <a:tab pos="727710" algn="l"/>
              </a:tabLst>
            </a:pPr>
            <a:r>
              <a:rPr sz="2700" spc="105" dirty="0">
                <a:solidFill>
                  <a:srgbClr val="2F2F31"/>
                </a:solidFill>
                <a:latin typeface="Arial"/>
                <a:cs typeface="Arial"/>
              </a:rPr>
              <a:t>Submit</a:t>
            </a:r>
            <a:r>
              <a:rPr sz="2700" spc="-90" dirty="0">
                <a:solidFill>
                  <a:srgbClr val="2F2F31"/>
                </a:solidFill>
                <a:latin typeface="Arial"/>
                <a:cs typeface="Arial"/>
              </a:rPr>
              <a:t> </a:t>
            </a:r>
            <a:r>
              <a:rPr sz="2700" spc="110" dirty="0">
                <a:solidFill>
                  <a:srgbClr val="2F2F31"/>
                </a:solidFill>
                <a:latin typeface="Arial"/>
                <a:cs typeface="Arial"/>
              </a:rPr>
              <a:t>certificate</a:t>
            </a:r>
            <a:r>
              <a:rPr sz="2700" spc="-90" dirty="0">
                <a:solidFill>
                  <a:srgbClr val="2F2F31"/>
                </a:solidFill>
                <a:latin typeface="Arial"/>
                <a:cs typeface="Arial"/>
              </a:rPr>
              <a:t> </a:t>
            </a:r>
            <a:r>
              <a:rPr sz="2700" spc="80" dirty="0">
                <a:solidFill>
                  <a:srgbClr val="1C1D1F"/>
                </a:solidFill>
                <a:latin typeface="Arial"/>
                <a:cs typeface="Arial"/>
              </a:rPr>
              <a:t>to </a:t>
            </a:r>
            <a:r>
              <a:rPr sz="2700" spc="60" dirty="0">
                <a:solidFill>
                  <a:srgbClr val="1C1D1F"/>
                </a:solidFill>
                <a:latin typeface="Arial"/>
                <a:cs typeface="Arial"/>
              </a:rPr>
              <a:t>HR/Front</a:t>
            </a:r>
            <a:r>
              <a:rPr sz="2700" spc="130" dirty="0">
                <a:solidFill>
                  <a:srgbClr val="1C1D1F"/>
                </a:solidFill>
                <a:latin typeface="Arial"/>
                <a:cs typeface="Arial"/>
              </a:rPr>
              <a:t> </a:t>
            </a:r>
            <a:r>
              <a:rPr sz="2700" dirty="0">
                <a:solidFill>
                  <a:srgbClr val="1C1D1F"/>
                </a:solidFill>
                <a:latin typeface="Arial"/>
                <a:cs typeface="Arial"/>
              </a:rPr>
              <a:t>Desk</a:t>
            </a:r>
            <a:r>
              <a:rPr sz="2700" spc="5" dirty="0">
                <a:solidFill>
                  <a:srgbClr val="1C1D1F"/>
                </a:solidFill>
                <a:latin typeface="Arial"/>
                <a:cs typeface="Arial"/>
              </a:rPr>
              <a:t> </a:t>
            </a:r>
            <a:r>
              <a:rPr sz="2700" spc="70" dirty="0">
                <a:solidFill>
                  <a:srgbClr val="2F2F31"/>
                </a:solidFill>
                <a:latin typeface="Arial"/>
                <a:cs typeface="Arial"/>
              </a:rPr>
              <a:t>immediately.</a:t>
            </a:r>
            <a:endParaRPr sz="2700" dirty="0">
              <a:latin typeface="Arial"/>
              <a:cs typeface="Arial"/>
            </a:endParaRPr>
          </a:p>
        </p:txBody>
      </p:sp>
      <p:sp>
        <p:nvSpPr>
          <p:cNvPr id="29" name="object 29"/>
          <p:cNvSpPr txBox="1"/>
          <p:nvPr/>
        </p:nvSpPr>
        <p:spPr>
          <a:xfrm>
            <a:off x="660400" y="8686800"/>
            <a:ext cx="16154399" cy="691855"/>
          </a:xfrm>
          <a:prstGeom prst="rect">
            <a:avLst/>
          </a:prstGeom>
        </p:spPr>
        <p:txBody>
          <a:bodyPr vert="horz" wrap="square" lIns="0" tIns="14604" rIns="0" bIns="0" rtlCol="0">
            <a:spAutoFit/>
          </a:bodyPr>
          <a:lstStyle/>
          <a:p>
            <a:pPr marL="12700" algn="ctr">
              <a:lnSpc>
                <a:spcPct val="100000"/>
              </a:lnSpc>
              <a:spcBef>
                <a:spcPts val="114"/>
              </a:spcBef>
            </a:pPr>
            <a:r>
              <a:rPr sz="4400" b="1" spc="-90" dirty="0">
                <a:solidFill>
                  <a:srgbClr val="1C1D1F"/>
                </a:solidFill>
                <a:latin typeface="+mj-lt"/>
                <a:cs typeface="Times New Roman"/>
              </a:rPr>
              <a:t>Compliance</a:t>
            </a:r>
            <a:r>
              <a:rPr sz="4400" b="1" spc="-25" dirty="0">
                <a:solidFill>
                  <a:srgbClr val="1C1D1F"/>
                </a:solidFill>
                <a:latin typeface="+mj-lt"/>
                <a:cs typeface="Times New Roman"/>
              </a:rPr>
              <a:t> </a:t>
            </a:r>
            <a:r>
              <a:rPr sz="4400" b="1" dirty="0">
                <a:solidFill>
                  <a:srgbClr val="1C1D1F"/>
                </a:solidFill>
                <a:latin typeface="+mj-lt"/>
                <a:cs typeface="Times New Roman"/>
              </a:rPr>
              <a:t>protects</a:t>
            </a:r>
            <a:r>
              <a:rPr sz="4400" b="1" spc="-95" dirty="0">
                <a:solidFill>
                  <a:srgbClr val="1C1D1F"/>
                </a:solidFill>
                <a:latin typeface="+mj-lt"/>
                <a:cs typeface="Times New Roman"/>
              </a:rPr>
              <a:t> </a:t>
            </a:r>
            <a:r>
              <a:rPr sz="4400" b="1" spc="-90" dirty="0">
                <a:solidFill>
                  <a:srgbClr val="1C1D1F"/>
                </a:solidFill>
                <a:latin typeface="+mj-lt"/>
                <a:cs typeface="Times New Roman"/>
              </a:rPr>
              <a:t>everyone:</a:t>
            </a:r>
            <a:r>
              <a:rPr sz="4400" b="1" spc="-135" dirty="0">
                <a:solidFill>
                  <a:srgbClr val="1C1D1F"/>
                </a:solidFill>
                <a:latin typeface="+mj-lt"/>
                <a:cs typeface="Times New Roman"/>
              </a:rPr>
              <a:t> </a:t>
            </a:r>
            <a:r>
              <a:rPr sz="4400" b="1" spc="-20" dirty="0">
                <a:solidFill>
                  <a:schemeClr val="tx2"/>
                </a:solidFill>
                <a:latin typeface="+mj-lt"/>
                <a:cs typeface="Times New Roman"/>
              </a:rPr>
              <a:t>The</a:t>
            </a:r>
            <a:r>
              <a:rPr sz="4400" b="1" spc="-55" dirty="0">
                <a:solidFill>
                  <a:schemeClr val="tx2"/>
                </a:solidFill>
                <a:latin typeface="+mj-lt"/>
                <a:cs typeface="Times New Roman"/>
              </a:rPr>
              <a:t> </a:t>
            </a:r>
            <a:r>
              <a:rPr sz="4400" b="1" spc="-50" dirty="0">
                <a:solidFill>
                  <a:schemeClr val="tx2"/>
                </a:solidFill>
                <a:latin typeface="+mj-lt"/>
                <a:cs typeface="Times New Roman"/>
              </a:rPr>
              <a:t>Patient,</a:t>
            </a:r>
            <a:r>
              <a:rPr sz="4400" b="1" spc="-220" dirty="0">
                <a:solidFill>
                  <a:schemeClr val="tx2"/>
                </a:solidFill>
                <a:latin typeface="+mj-lt"/>
                <a:cs typeface="Times New Roman"/>
              </a:rPr>
              <a:t> </a:t>
            </a:r>
            <a:r>
              <a:rPr sz="4400" b="1" spc="-50" dirty="0">
                <a:solidFill>
                  <a:schemeClr val="tx2"/>
                </a:solidFill>
                <a:latin typeface="+mj-lt"/>
                <a:cs typeface="Times New Roman"/>
              </a:rPr>
              <a:t>The</a:t>
            </a:r>
            <a:r>
              <a:rPr sz="4400" b="1" spc="-125" dirty="0">
                <a:solidFill>
                  <a:schemeClr val="tx2"/>
                </a:solidFill>
                <a:latin typeface="+mj-lt"/>
                <a:cs typeface="Times New Roman"/>
              </a:rPr>
              <a:t> </a:t>
            </a:r>
            <a:r>
              <a:rPr sz="4400" b="1" spc="-145" dirty="0">
                <a:solidFill>
                  <a:schemeClr val="tx2"/>
                </a:solidFill>
                <a:latin typeface="+mj-lt"/>
                <a:cs typeface="Times New Roman"/>
              </a:rPr>
              <a:t>Clinic,</a:t>
            </a:r>
            <a:r>
              <a:rPr sz="4400" b="1" spc="-125" dirty="0">
                <a:solidFill>
                  <a:schemeClr val="tx2"/>
                </a:solidFill>
                <a:latin typeface="+mj-lt"/>
                <a:cs typeface="Times New Roman"/>
              </a:rPr>
              <a:t> </a:t>
            </a:r>
            <a:r>
              <a:rPr sz="4400" b="1" dirty="0">
                <a:solidFill>
                  <a:schemeClr val="tx2"/>
                </a:solidFill>
                <a:latin typeface="+mj-lt"/>
                <a:cs typeface="Times New Roman"/>
              </a:rPr>
              <a:t>and</a:t>
            </a:r>
            <a:r>
              <a:rPr sz="4400" b="1" spc="-145" dirty="0">
                <a:solidFill>
                  <a:schemeClr val="tx2"/>
                </a:solidFill>
                <a:latin typeface="+mj-lt"/>
                <a:cs typeface="Times New Roman"/>
              </a:rPr>
              <a:t> </a:t>
            </a:r>
            <a:r>
              <a:rPr sz="4400" b="1" spc="-130" dirty="0">
                <a:solidFill>
                  <a:schemeClr val="tx2"/>
                </a:solidFill>
                <a:latin typeface="+mj-lt"/>
                <a:cs typeface="Times New Roman"/>
              </a:rPr>
              <a:t>You.</a:t>
            </a:r>
            <a:endParaRPr sz="4400" b="1" dirty="0">
              <a:solidFill>
                <a:schemeClr val="tx2"/>
              </a:solidFill>
              <a:latin typeface="+mj-lt"/>
              <a:cs typeface="Times New Roman"/>
            </a:endParaRPr>
          </a:p>
        </p:txBody>
      </p:sp>
      <p:pic>
        <p:nvPicPr>
          <p:cNvPr id="34" name="Graphic 33" descr="Clipboard outline">
            <a:extLst>
              <a:ext uri="{FF2B5EF4-FFF2-40B4-BE49-F238E27FC236}">
                <a16:creationId xmlns:a16="http://schemas.microsoft.com/office/drawing/2014/main" id="{84CC6132-1372-2E3C-27A7-060205AD62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0790" y="965760"/>
            <a:ext cx="7162799" cy="8153400"/>
          </a:xfrm>
          <a:prstGeom prst="rect">
            <a:avLst/>
          </a:prstGeom>
        </p:spPr>
      </p:pic>
      <p:sp>
        <p:nvSpPr>
          <p:cNvPr id="2" name="object 17">
            <a:extLst>
              <a:ext uri="{FF2B5EF4-FFF2-40B4-BE49-F238E27FC236}">
                <a16:creationId xmlns:a16="http://schemas.microsoft.com/office/drawing/2014/main" id="{4BF1D339-B734-F182-2FCB-CD9B7439DAAE}"/>
              </a:ext>
            </a:extLst>
          </p:cNvPr>
          <p:cNvSpPr txBox="1"/>
          <p:nvPr/>
        </p:nvSpPr>
        <p:spPr>
          <a:xfrm>
            <a:off x="127000" y="9443753"/>
            <a:ext cx="17221200" cy="229550"/>
          </a:xfrm>
          <a:prstGeom prst="rect">
            <a:avLst/>
          </a:prstGeom>
        </p:spPr>
        <p:txBody>
          <a:bodyPr vert="horz" wrap="square" lIns="0" tIns="13970" rIns="0" bIns="0" rtlCol="0">
            <a:spAutoFit/>
          </a:bodyPr>
          <a:lstStyle/>
          <a:p>
            <a:pPr marL="12700" algn="ctr">
              <a:lnSpc>
                <a:spcPct val="100000"/>
              </a:lnSpc>
              <a:spcBef>
                <a:spcPts val="110"/>
              </a:spcBef>
            </a:pPr>
            <a:r>
              <a:rPr lang="en-US" sz="1400" b="1" dirty="0">
                <a:solidFill>
                  <a:schemeClr val="tx1">
                    <a:lumMod val="50000"/>
                    <a:lumOff val="50000"/>
                  </a:schemeClr>
                </a:solidFill>
                <a:latin typeface="+mn-lt"/>
                <a:cs typeface="Times New Roman"/>
              </a:rPr>
              <a:t>Copyright 2026 Transworld Medical Management, LLC. All rights reserved</a:t>
            </a:r>
            <a:r>
              <a:rPr lang="en-US" sz="1400" b="1" dirty="0">
                <a:solidFill>
                  <a:schemeClr val="tx1">
                    <a:lumMod val="50000"/>
                    <a:lumOff val="50000"/>
                  </a:schemeClr>
                </a:solidFill>
                <a:cs typeface="Times New Roman"/>
              </a:rPr>
              <a:t>  | transworldmm.com</a:t>
            </a:r>
            <a:endParaRPr sz="1350" dirty="0">
              <a:solidFill>
                <a:schemeClr val="tx1">
                  <a:lumMod val="50000"/>
                  <a:lumOff val="50000"/>
                </a:schemeClr>
              </a:solidFill>
              <a:latin typeface="+mn-lt"/>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376</TotalTime>
  <Words>2824</Words>
  <Application>Microsoft Office PowerPoint</Application>
  <PresentationFormat>Custom</PresentationFormat>
  <Paragraphs>226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Courier New</vt:lpstr>
      <vt:lpstr>Times New Roman</vt:lpstr>
      <vt:lpstr>Wingdings</vt:lpstr>
      <vt:lpstr>Office Theme</vt:lpstr>
      <vt:lpstr>PowerPoint Presentation</vt:lpstr>
      <vt:lpstr>2026 Annual HIPAA &amp; Security Training</vt:lpstr>
      <vt:lpstr>PowerPoint Presentation</vt:lpstr>
      <vt:lpstr>Defining the Asset: What is Protected Health Information (PHI)?</vt:lpstr>
      <vt:lpstr>The Two Pillars: Privacy vs. Security</vt:lpstr>
      <vt:lpstr>PowerPoint Presentation</vt:lpstr>
      <vt:lpstr>The Golden Rule: Minimum Necessary  Use or disclose only the specific amount of PHI necessary to accomplish the immediate task. Distinguish "Need to Know" from "Nice to Know".</vt:lpstr>
      <vt:lpstr>CRITICAL UPDATE: 2024/2025 Reproductive Health Privacy</vt:lpstr>
      <vt:lpstr>The Florida Layer: FIPA &amp; State Statutes</vt:lpstr>
      <vt:lpstr>Digital Hygiene: Keys to the Castle</vt:lpstr>
      <vt:lpstr>The Danger Zones: Email, Texting &amp; Cloud</vt:lpstr>
      <vt:lpstr>The Human Firewall: Responding to Social Engineering</vt:lpstr>
      <vt:lpstr>Partners in Compliance: Business Associates (BA)</vt:lpstr>
      <vt:lpstr>Anatomy of a Breach Definition: An impermissible use or disclosure under the Privacy Rule that compromises the security or privacy of the PHI.</vt:lpstr>
      <vt:lpstr>Response &amp; Responsibility: Reporting Protocols</vt:lpstr>
      <vt:lpstr>Final Attestation &amp;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Ejaz Mazhar</cp:lastModifiedBy>
  <cp:revision>2</cp:revision>
  <dcterms:created xsi:type="dcterms:W3CDTF">2026-01-20T22:17:17Z</dcterms:created>
  <dcterms:modified xsi:type="dcterms:W3CDTF">2026-01-22T18:08:34Z</dcterms:modified>
</cp:coreProperties>
</file>